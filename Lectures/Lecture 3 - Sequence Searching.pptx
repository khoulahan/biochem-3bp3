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  <p:sldMasterId id="2147483676" r:id="rId5"/>
    <p:sldMasterId id="2147483706" r:id="rId6"/>
  </p:sldMasterIdLst>
  <p:notesMasterIdLst>
    <p:notesMasterId r:id="rId59"/>
  </p:notesMasterIdLst>
  <p:handoutMasterIdLst>
    <p:handoutMasterId r:id="rId60"/>
  </p:handoutMasterIdLst>
  <p:sldIdLst>
    <p:sldId id="354" r:id="rId7"/>
    <p:sldId id="407" r:id="rId8"/>
    <p:sldId id="891" r:id="rId9"/>
    <p:sldId id="889" r:id="rId10"/>
    <p:sldId id="890" r:id="rId11"/>
    <p:sldId id="892" r:id="rId12"/>
    <p:sldId id="893" r:id="rId13"/>
    <p:sldId id="894" r:id="rId14"/>
    <p:sldId id="895" r:id="rId15"/>
    <p:sldId id="899" r:id="rId16"/>
    <p:sldId id="896" r:id="rId17"/>
    <p:sldId id="897" r:id="rId18"/>
    <p:sldId id="898" r:id="rId19"/>
    <p:sldId id="900" r:id="rId20"/>
    <p:sldId id="901" r:id="rId21"/>
    <p:sldId id="902" r:id="rId22"/>
    <p:sldId id="903" r:id="rId23"/>
    <p:sldId id="904" r:id="rId24"/>
    <p:sldId id="905" r:id="rId25"/>
    <p:sldId id="906" r:id="rId26"/>
    <p:sldId id="907" r:id="rId27"/>
    <p:sldId id="908" r:id="rId28"/>
    <p:sldId id="909" r:id="rId29"/>
    <p:sldId id="910" r:id="rId30"/>
    <p:sldId id="911" r:id="rId31"/>
    <p:sldId id="912" r:id="rId32"/>
    <p:sldId id="913" r:id="rId33"/>
    <p:sldId id="914" r:id="rId34"/>
    <p:sldId id="916" r:id="rId35"/>
    <p:sldId id="915" r:id="rId36"/>
    <p:sldId id="917" r:id="rId37"/>
    <p:sldId id="918" r:id="rId38"/>
    <p:sldId id="919" r:id="rId39"/>
    <p:sldId id="920" r:id="rId40"/>
    <p:sldId id="921" r:id="rId41"/>
    <p:sldId id="922" r:id="rId42"/>
    <p:sldId id="923" r:id="rId43"/>
    <p:sldId id="924" r:id="rId44"/>
    <p:sldId id="929" r:id="rId45"/>
    <p:sldId id="930" r:id="rId46"/>
    <p:sldId id="931" r:id="rId47"/>
    <p:sldId id="925" r:id="rId48"/>
    <p:sldId id="926" r:id="rId49"/>
    <p:sldId id="927" r:id="rId50"/>
    <p:sldId id="932" r:id="rId51"/>
    <p:sldId id="928" r:id="rId52"/>
    <p:sldId id="933" r:id="rId53"/>
    <p:sldId id="934" r:id="rId54"/>
    <p:sldId id="935" r:id="rId55"/>
    <p:sldId id="936" r:id="rId56"/>
    <p:sldId id="937" r:id="rId57"/>
    <p:sldId id="888" r:id="rId58"/>
  </p:sldIdLst>
  <p:sldSz cx="20318413" cy="11430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AAD5E1"/>
    <a:srgbClr val="619E17"/>
    <a:srgbClr val="E98676"/>
    <a:srgbClr val="79003C"/>
    <a:srgbClr val="C9F2D2"/>
    <a:srgbClr val="0F0F0F"/>
    <a:srgbClr val="B20000"/>
    <a:srgbClr val="DE0000"/>
    <a:srgbClr val="DBDB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4" autoAdjust="0"/>
    <p:restoredTop sz="89839" autoAdjust="0"/>
  </p:normalViewPr>
  <p:slideViewPr>
    <p:cSldViewPr snapToGrid="0">
      <p:cViewPr varScale="1">
        <p:scale>
          <a:sx n="70" d="100"/>
          <a:sy n="70" d="100"/>
        </p:scale>
        <p:origin x="240" y="1960"/>
      </p:cViewPr>
      <p:guideLst/>
    </p:cSldViewPr>
  </p:slideViewPr>
  <p:outlineViewPr>
    <p:cViewPr>
      <p:scale>
        <a:sx n="33" d="100"/>
        <a:sy n="33" d="100"/>
      </p:scale>
      <p:origin x="0" y="-4656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26" Type="http://schemas.openxmlformats.org/officeDocument/2006/relationships/slide" Target="slides/slide20.xml"/><Relationship Id="rId39" Type="http://schemas.openxmlformats.org/officeDocument/2006/relationships/slide" Target="slides/slide33.xml"/><Relationship Id="rId21" Type="http://schemas.openxmlformats.org/officeDocument/2006/relationships/slide" Target="slides/slide15.xml"/><Relationship Id="rId34" Type="http://schemas.openxmlformats.org/officeDocument/2006/relationships/slide" Target="slides/slide28.xml"/><Relationship Id="rId42" Type="http://schemas.openxmlformats.org/officeDocument/2006/relationships/slide" Target="slides/slide36.xml"/><Relationship Id="rId47" Type="http://schemas.openxmlformats.org/officeDocument/2006/relationships/slide" Target="slides/slide41.xml"/><Relationship Id="rId50" Type="http://schemas.openxmlformats.org/officeDocument/2006/relationships/slide" Target="slides/slide44.xml"/><Relationship Id="rId55" Type="http://schemas.openxmlformats.org/officeDocument/2006/relationships/slide" Target="slides/slide49.xml"/><Relationship Id="rId63" Type="http://schemas.openxmlformats.org/officeDocument/2006/relationships/theme" Target="theme/theme1.xml"/><Relationship Id="rId7" Type="http://schemas.openxmlformats.org/officeDocument/2006/relationships/slide" Target="slides/slide1.xml"/><Relationship Id="rId2" Type="http://schemas.openxmlformats.org/officeDocument/2006/relationships/customXml" Target="../customXml/item2.xml"/><Relationship Id="rId16" Type="http://schemas.openxmlformats.org/officeDocument/2006/relationships/slide" Target="slides/slide10.xml"/><Relationship Id="rId29" Type="http://schemas.openxmlformats.org/officeDocument/2006/relationships/slide" Target="slides/slide23.xml"/><Relationship Id="rId11" Type="http://schemas.openxmlformats.org/officeDocument/2006/relationships/slide" Target="slides/slide5.xml"/><Relationship Id="rId24" Type="http://schemas.openxmlformats.org/officeDocument/2006/relationships/slide" Target="slides/slide18.xml"/><Relationship Id="rId32" Type="http://schemas.openxmlformats.org/officeDocument/2006/relationships/slide" Target="slides/slide26.xml"/><Relationship Id="rId37" Type="http://schemas.openxmlformats.org/officeDocument/2006/relationships/slide" Target="slides/slide31.xml"/><Relationship Id="rId40" Type="http://schemas.openxmlformats.org/officeDocument/2006/relationships/slide" Target="slides/slide34.xml"/><Relationship Id="rId45" Type="http://schemas.openxmlformats.org/officeDocument/2006/relationships/slide" Target="slides/slide39.xml"/><Relationship Id="rId53" Type="http://schemas.openxmlformats.org/officeDocument/2006/relationships/slide" Target="slides/slide47.xml"/><Relationship Id="rId58" Type="http://schemas.openxmlformats.org/officeDocument/2006/relationships/slide" Target="slides/slide52.xml"/><Relationship Id="rId5" Type="http://schemas.openxmlformats.org/officeDocument/2006/relationships/slideMaster" Target="slideMasters/slideMaster2.xml"/><Relationship Id="rId61" Type="http://schemas.openxmlformats.org/officeDocument/2006/relationships/presProps" Target="presProps.xml"/><Relationship Id="rId19" Type="http://schemas.openxmlformats.org/officeDocument/2006/relationships/slide" Target="slides/slide13.xml"/><Relationship Id="rId14" Type="http://schemas.openxmlformats.org/officeDocument/2006/relationships/slide" Target="slides/slide8.xml"/><Relationship Id="rId22" Type="http://schemas.openxmlformats.org/officeDocument/2006/relationships/slide" Target="slides/slide16.xml"/><Relationship Id="rId27" Type="http://schemas.openxmlformats.org/officeDocument/2006/relationships/slide" Target="slides/slide21.xml"/><Relationship Id="rId30" Type="http://schemas.openxmlformats.org/officeDocument/2006/relationships/slide" Target="slides/slide24.xml"/><Relationship Id="rId35" Type="http://schemas.openxmlformats.org/officeDocument/2006/relationships/slide" Target="slides/slide29.xml"/><Relationship Id="rId43" Type="http://schemas.openxmlformats.org/officeDocument/2006/relationships/slide" Target="slides/slide37.xml"/><Relationship Id="rId48" Type="http://schemas.openxmlformats.org/officeDocument/2006/relationships/slide" Target="slides/slide42.xml"/><Relationship Id="rId56" Type="http://schemas.openxmlformats.org/officeDocument/2006/relationships/slide" Target="slides/slide50.xml"/><Relationship Id="rId64" Type="http://schemas.openxmlformats.org/officeDocument/2006/relationships/tableStyles" Target="tableStyles.xml"/><Relationship Id="rId8" Type="http://schemas.openxmlformats.org/officeDocument/2006/relationships/slide" Target="slides/slide2.xml"/><Relationship Id="rId51" Type="http://schemas.openxmlformats.org/officeDocument/2006/relationships/slide" Target="slides/slide45.xml"/><Relationship Id="rId3" Type="http://schemas.openxmlformats.org/officeDocument/2006/relationships/customXml" Target="../customXml/item3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slide" Target="slides/slide19.xml"/><Relationship Id="rId33" Type="http://schemas.openxmlformats.org/officeDocument/2006/relationships/slide" Target="slides/slide27.xml"/><Relationship Id="rId38" Type="http://schemas.openxmlformats.org/officeDocument/2006/relationships/slide" Target="slides/slide32.xml"/><Relationship Id="rId46" Type="http://schemas.openxmlformats.org/officeDocument/2006/relationships/slide" Target="slides/slide40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4.xml"/><Relationship Id="rId41" Type="http://schemas.openxmlformats.org/officeDocument/2006/relationships/slide" Target="slides/slide35.xml"/><Relationship Id="rId54" Type="http://schemas.openxmlformats.org/officeDocument/2006/relationships/slide" Target="slides/slide48.xml"/><Relationship Id="rId62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5" Type="http://schemas.openxmlformats.org/officeDocument/2006/relationships/slide" Target="slides/slide9.xml"/><Relationship Id="rId23" Type="http://schemas.openxmlformats.org/officeDocument/2006/relationships/slide" Target="slides/slide17.xml"/><Relationship Id="rId28" Type="http://schemas.openxmlformats.org/officeDocument/2006/relationships/slide" Target="slides/slide22.xml"/><Relationship Id="rId36" Type="http://schemas.openxmlformats.org/officeDocument/2006/relationships/slide" Target="slides/slide30.xml"/><Relationship Id="rId49" Type="http://schemas.openxmlformats.org/officeDocument/2006/relationships/slide" Target="slides/slide43.xml"/><Relationship Id="rId57" Type="http://schemas.openxmlformats.org/officeDocument/2006/relationships/slide" Target="slides/slide51.xml"/><Relationship Id="rId10" Type="http://schemas.openxmlformats.org/officeDocument/2006/relationships/slide" Target="slides/slide4.xml"/><Relationship Id="rId31" Type="http://schemas.openxmlformats.org/officeDocument/2006/relationships/slide" Target="slides/slide25.xml"/><Relationship Id="rId44" Type="http://schemas.openxmlformats.org/officeDocument/2006/relationships/slide" Target="slides/slide38.xml"/><Relationship Id="rId52" Type="http://schemas.openxmlformats.org/officeDocument/2006/relationships/slide" Target="slides/slide46.xml"/><Relationship Id="rId6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00DA959-37E2-B159-B57E-1B012B4102A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A38F0FA-E5FA-CCCF-F4EF-570FF78969D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91241E-95D8-EC4C-8EC7-76F38C602C68}" type="datetimeFigureOut">
              <a:rPr lang="en-US" smtClean="0"/>
              <a:t>9/30/26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5F15B2-5D17-F689-1A9C-3BFDEA47A0D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E2D73E-1B3A-6498-7C9F-A873D37A66B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590235-31B2-E542-BF3E-31322265E6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9363676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DABD9C-0A3D-664C-AB0E-EE362BB8958A}" type="datetimeFigureOut">
              <a:rPr lang="en-US" smtClean="0"/>
              <a:t>9/30/26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468D1B7-6E89-354E-B8CD-65073F1E3F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484191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1523848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1pPr>
    <a:lvl2pPr marL="761924" algn="l" defTabSz="1523848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2pPr>
    <a:lvl3pPr marL="1523848" algn="l" defTabSz="1523848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3pPr>
    <a:lvl4pPr marL="2285771" algn="l" defTabSz="1523848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4pPr>
    <a:lvl5pPr marL="3047695" algn="l" defTabSz="1523848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5pPr>
    <a:lvl6pPr marL="3809619" algn="l" defTabSz="1523848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6pPr>
    <a:lvl7pPr marL="4571543" algn="l" defTabSz="1523848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7pPr>
    <a:lvl8pPr marL="5333467" algn="l" defTabSz="1523848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8pPr>
    <a:lvl9pPr marL="6095390" algn="l" defTabSz="1523848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27424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14777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131F9-3AF3-52A3-BF0E-D8C759EBD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79E948-2C55-B155-18B1-2F44335869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64F0F1-1093-26A8-D36A-20BB0008FE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Global alignment, finds the best alignment across the </a:t>
            </a:r>
            <a:r>
              <a:rPr lang="en-CA" sz="20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entire length</a:t>
            </a:r>
            <a:r>
              <a:rPr lang="en-CA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of two sequences — it is a </a:t>
            </a:r>
            <a:r>
              <a:rPr lang="en-CA" sz="20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global</a:t>
            </a:r>
            <a:r>
              <a:rPr lang="en-CA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algorithm. That's the right question when two sequences are roughly the same length and broadly similar end to end, such as two orthologous genes from closely related species.</a:t>
            </a:r>
          </a:p>
          <a:p>
            <a:endParaRPr lang="en-CA" sz="20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CA" sz="2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Most real biological questions aren't shaped like that. A transcription factor from yeast might share a single 60-residue DNA-binding domain with a human protein, while the rest of each protein has diverged beyond recognition. A newly sequenced gene might contain one small exon that matches a known kinase domain. Forcing a global alignment onto sequences like this produces a poor whole-sequence alignment that drowns the one region that actually matters in a sea of forced, low-scoring matches at both ends.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24836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945F88-AACE-C5B5-05C2-04C14922F3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922268-45F8-7272-845E-27B0A7DCC5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8ECE93-8F1F-5F15-52EC-4E147CBE0C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58366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D2CA36-5E1F-2CBB-AAC9-16A58091D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29AAA2-4016-CE48-546E-D412079BC3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325F2A-DED6-B5A5-D033-2B3FFE59A2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707781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AC6A1F-736E-82EA-B36A-AC5757ECD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F431D3-996E-3D21-4B04-A7788FD2FA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B597E5-F122-0B62-A9C5-899910B9E6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3475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76291-49D7-86E2-0B6F-C89BDD8D18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C8CBF3-0463-D24B-4AED-8B384B6C4D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610408-FCB8-7076-8065-D5F6CEAABC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914652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6E612D-4486-9859-045D-A1B32B7B1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213468-DAF8-BEE6-3700-9B6F2D68A4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883BA3-E8D6-4324-202A-B21C8E4FEC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535215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14C22-9EAC-69C4-CCF3-B20CC8836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F92C4C-D0F2-F5F1-7495-62E142561F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7863FB-2C81-93DA-CCB9-54C4D9724C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Computer chip advances in 2000 made BLAST very workable, now the databases are just so large it has gotten slow again</a:t>
            </a:r>
          </a:p>
        </p:txBody>
      </p:sp>
    </p:spTree>
    <p:extLst>
      <p:ext uri="{BB962C8B-B14F-4D97-AF65-F5344CB8AC3E}">
        <p14:creationId xmlns:p14="http://schemas.microsoft.com/office/powerpoint/2010/main" val="44290043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9AE270-B27E-43FA-81CB-09C624C7D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2E01DE-C06C-531F-D6B7-A84E9C2055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884873-9E80-0885-0A88-D5BC427F9B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Computer chip advances in 2000 made BLAST very workable, now the databases are just so large it has gotten slow again</a:t>
            </a:r>
          </a:p>
        </p:txBody>
      </p:sp>
    </p:spTree>
    <p:extLst>
      <p:ext uri="{BB962C8B-B14F-4D97-AF65-F5344CB8AC3E}">
        <p14:creationId xmlns:p14="http://schemas.microsoft.com/office/powerpoint/2010/main" val="344616823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BF27B-FFD6-ADC5-C055-9AEA5791A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029849-775D-B344-0990-871EB921BE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9C5296-C253-DD33-9D5F-8D56C81EF4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Computer chip advances in 2000 made BLAST very workable, now the databases are just so large it has gotten slow again</a:t>
            </a:r>
          </a:p>
        </p:txBody>
      </p:sp>
    </p:spTree>
    <p:extLst>
      <p:ext uri="{BB962C8B-B14F-4D97-AF65-F5344CB8AC3E}">
        <p14:creationId xmlns:p14="http://schemas.microsoft.com/office/powerpoint/2010/main" val="336952493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E0F995-59E8-12F7-33C5-BB989427C0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AF7165-DD9F-35CF-AB1C-F32357C34E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BAB34D-AD99-BFDE-3E56-EF4672A10E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Computer chip advances in 2000 made BLAST very workable, now the databases are just so large it has gotten slow again</a:t>
            </a:r>
          </a:p>
        </p:txBody>
      </p:sp>
    </p:spTree>
    <p:extLst>
      <p:ext uri="{BB962C8B-B14F-4D97-AF65-F5344CB8AC3E}">
        <p14:creationId xmlns:p14="http://schemas.microsoft.com/office/powerpoint/2010/main" val="159396076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121B72-7A24-29F3-B028-1F29B58B9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06852D-F021-BAAC-5AA2-6093750B73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404FF7-6AA9-B01A-FF24-5C481EF873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Computer chip advances in 2000 made BLAST very workable, now the databases are just so large it has gotten slow again</a:t>
            </a:r>
          </a:p>
        </p:txBody>
      </p:sp>
    </p:spTree>
    <p:extLst>
      <p:ext uri="{BB962C8B-B14F-4D97-AF65-F5344CB8AC3E}">
        <p14:creationId xmlns:p14="http://schemas.microsoft.com/office/powerpoint/2010/main" val="271700069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8A85E2-036B-8C4E-D009-D27357D95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029580-CCFF-D3A1-A772-C38276D719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69D185-3B40-1566-0991-D416ADDCEC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Computer chip advances in 2000 made BLAST very workable, now the databases are just so large it has gotten slow again</a:t>
            </a:r>
          </a:p>
        </p:txBody>
      </p:sp>
    </p:spTree>
    <p:extLst>
      <p:ext uri="{BB962C8B-B14F-4D97-AF65-F5344CB8AC3E}">
        <p14:creationId xmlns:p14="http://schemas.microsoft.com/office/powerpoint/2010/main" val="16817518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B60CE5-4CA5-C267-C084-F8F70F705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992458-0D07-FC3D-4ABF-0060756E0F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50796F-2C51-535C-1E9A-4802F1D210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Computer chip advances in 2000 made BLAST very workable, now the databases are just so large it has gotten slow again</a:t>
            </a:r>
          </a:p>
        </p:txBody>
      </p:sp>
    </p:spTree>
    <p:extLst>
      <p:ext uri="{BB962C8B-B14F-4D97-AF65-F5344CB8AC3E}">
        <p14:creationId xmlns:p14="http://schemas.microsoft.com/office/powerpoint/2010/main" val="228700923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1281CD-7FF2-6B90-30B9-3C9081C47C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61D065-56EB-03FC-D667-AAE70ABA8F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F9D08B-F4FB-46B2-12B0-1EDBA3EA36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Computer chip advances in 2000 made BLAST very workable, now the databases are just so large it has gotten slow again</a:t>
            </a:r>
          </a:p>
        </p:txBody>
      </p:sp>
    </p:spTree>
    <p:extLst>
      <p:ext uri="{BB962C8B-B14F-4D97-AF65-F5344CB8AC3E}">
        <p14:creationId xmlns:p14="http://schemas.microsoft.com/office/powerpoint/2010/main" val="67434521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3F44D-1C7A-D212-3324-CAF7849D77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2001C2-906D-04D3-DA69-BC29B58B7A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AED345-E167-3900-70D0-68A3F8FEAA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Computer chip advances in 2000 made BLAST very workable, now the databases are just so large it has gotten slow again</a:t>
            </a:r>
          </a:p>
        </p:txBody>
      </p:sp>
    </p:spTree>
    <p:extLst>
      <p:ext uri="{BB962C8B-B14F-4D97-AF65-F5344CB8AC3E}">
        <p14:creationId xmlns:p14="http://schemas.microsoft.com/office/powerpoint/2010/main" val="300175472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586447-5FE6-A5FA-73BB-E6D96F6179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2188D0-F183-9341-1DA9-406D848E6A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5770AE-EB58-00E1-3A92-097975D584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406587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551403-410F-1FA3-4B46-8E2E527C14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1785FB-B2AB-3699-A544-552FD45713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897A36-D775-7850-F406-CAF39E3BDF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976085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A2F68A-F1E1-B7FB-C24C-603747A32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3580EB-DBB4-7DD2-48E0-FC7D7A279A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508AF8-628D-2A6C-2BF2-2DDA9C8829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918483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942C43-EF8F-4639-2CE9-A2FE47C44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408D55-E8DD-81F5-C6DB-62972B4FF4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3681A8-CC1A-8644-2116-2109AB290F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038494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8ED18-63CA-F5F7-8731-5F63F24EB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9E810E-F0FD-D12D-11FB-62E8E76F2A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FF5063-32E1-CC50-B66D-1B1F87E44C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852448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AF7E33-BCF1-00E4-C1E8-A881FBC61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0ECCEA-7527-D9FD-720E-90C9AC22F9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80C2DC-665B-3335-D0EA-ACEF357F07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402666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09992-3434-6002-2759-CB0448C99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1B2336-CC92-DC41-3EAA-417A075F5F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1E7CF5-A9BB-7913-371A-D6719CF305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089466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BF125D-8957-9F78-F814-62AF232EF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DCBEA6-D283-720F-C0F9-EFC019E998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8BE2E8-393A-A059-76CD-BCD9D212D6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439048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E1601-2A3B-58A7-B0A6-B295A9484E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E10340-E7C1-E3EB-80B5-C2D2C621AB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4C3EDA-CC84-8193-4C09-C44DF853DC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sz="2000" dirty="0"/>
              <a:t>BLAST answers "does this query resemble something in the database?" It scores one alignment against one target at a time.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701335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34CE2-483B-5D3F-F0E1-5B44C686D4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1A40A2-E5A8-FC10-C88C-6784EB7A5E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686C41-3E24-BA9A-B302-0802E20346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356465995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616ED6-EB1F-E801-BD11-60FA23DF85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4EBA94-80F2-02EE-99BF-CCEAE7A043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510576-23DE-EE65-4EE6-13D695F9CE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622709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3AE7E1-F4A1-B568-600F-2F7ADB86FC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B22B53-11F4-04D0-211A-3423CA4196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5F5434-526A-561C-37EC-342D587377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628040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2DC4A-0A81-DFD4-0B9F-4F4B203A37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2D4B9E-2D36-F260-0089-E3605E9C83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A055C2-5342-FF05-FECA-07530F97BF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267917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3D81A4-AE69-5816-340E-D349A13795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E6901-CB20-6F49-A428-1FBB30D27A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1D0793-6BE9-4D1E-2686-3E499BE811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626113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EF1A3-5B66-CBC2-8634-196C3475E9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BB599D-B659-B6F9-4AD7-F144CD2BFB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17691F-C4CD-0E4D-8698-CC298D4D6E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15669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EF57A-64BF-6819-010C-1C972FAB4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CD01B6-EC11-28AC-6A6B-88B74C4F37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04F353-E057-61FE-E33E-5336FE9468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818910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DF342-8341-2CA0-9FD0-3C0547B86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79056C-9DB0-9C83-9FBB-766F118AE4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10C8D3-602A-BD45-B4A7-B3EE498571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343224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352D99-B237-FD64-5130-99496C315E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331D9C-C09C-D159-EA6E-578AD17912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C7B755-D70B-A096-AA59-417B453486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828677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8B79E2-B37F-7288-C8C4-A7B26FAE0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76E2B2-51ED-6B84-CBB8-64ABE7B326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69A297-31E3-D015-95D3-28C8186F12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26294988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546738-72D9-18F7-ACB5-FC0817D7CC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E14F47-5427-6E9A-6A4D-E64AF12ACF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CC8031-CACB-15CE-CE9F-8B40C54B1A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25095803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2F0A8-F448-FD6F-87E9-351501491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D86CC5-7704-6983-AF39-B7188FAF1F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88657B-ABF6-3282-E2B0-398BC7A926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61287487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CC1C3D-77CA-E546-67CD-0BEA2BAA2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42C9E2-B4CE-E8AA-544F-39EA6F2301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39B5A4-769D-9262-A434-786E429283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34301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24C52E-C90B-36F7-930C-545575B14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9C08BD-0B7C-A6E3-A96C-8C70973346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971AE5-9590-4CFD-2706-DA2D6C0700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902185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E52A9F-05AE-6CE7-982B-B41E949E8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765C30-6AD5-5CE0-8C74-6ADE3E0C78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693E02-41C0-61AA-01D5-2223307825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306335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01ADB2-EF5A-FB76-06CF-FAB7748DC2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CFB7A4-06B4-2560-54F7-4C4F745A2E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A47F7D-52D6-1573-D976-D24AE1848E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07430196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F962B-9361-5093-7908-3B74B38DD2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F64D79-613A-B61C-EC2C-1D379CFB73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B279D6-1B7B-9824-1A8D-8C879A42E5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4486275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11CC5E-788D-2B3E-F8F5-E8C419B24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50DE66-2CA7-E7E6-5E65-9C1814A25F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221EE1-46B5-8E90-A256-BC24B86E6F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420218237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D57193-EBF1-BFBA-DCEE-D34FCF890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B9187A-6B80-0DDD-9529-14616A0D66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D6004D-9D29-7DB6-44F3-C69B237684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92027188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E1EC1-1FA1-4A84-2EEF-646104A05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EABCB8-CB60-D3A6-CD46-ACBECC133F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3B0422-15CA-5344-0F52-8C270AD8FF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282245866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C05B1F-7231-E8A1-3649-AF932820FB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AE88CD-64EC-643C-3985-C078DB6FDB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38D558-425B-85C0-F818-B2272D6EB2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70784617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C145AE-260F-946B-17BD-1F2A847A22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700F06-C944-7CAE-98C7-30B39167B6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44F9D0-8DAC-2989-F04D-B01462C5C6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13521172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85A2CA-0AC4-A0BB-4492-D07FD5C9D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983BA4-AEBE-388B-4463-36B23D4058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A7E4CB-59E6-1598-B96B-A83F7CC995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299346798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DD84DF-23E3-0AF4-07A6-B9418FE22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2B1BF4-732F-F4A2-BA01-72DB78FFED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90115D-F1D0-B63C-2AAF-2475D29942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3782774022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D96F1-63D8-7D99-142F-EE1BE9DB2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D9F6BF-61EF-472F-242D-5951F8A623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53C47A-7737-D3FF-C1A2-F2AA6A2453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3022026645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2A353B-72FC-772E-75C8-BB130AC76F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F76540-E27E-164B-9D4D-76AB0B5FAD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24521C-3F13-22F0-7F5C-865D62A3DC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28984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c - White Bor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37">
            <a:extLst>
              <a:ext uri="{FF2B5EF4-FFF2-40B4-BE49-F238E27FC236}">
                <a16:creationId xmlns:a16="http://schemas.microsoft.com/office/drawing/2014/main" id="{42D8E614-B579-0AD0-A166-3C3C659AA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438150" y="458787"/>
            <a:ext cx="19442113" cy="8893175"/>
          </a:xfrm>
          <a:prstGeom prst="rect">
            <a:avLst/>
          </a:prstGeom>
        </p:spPr>
        <p:txBody>
          <a:bodyPr/>
          <a:lstStyle/>
          <a:p>
            <a:r>
              <a:rPr lang="en-US"/>
              <a:t>Insert Photo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4259C55-2FD0-1B45-D242-0C8C493EDB1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041291" y="1870606"/>
            <a:ext cx="5486400" cy="3936225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lnSpc>
                <a:spcPct val="100000"/>
              </a:lnSpc>
              <a:spcAft>
                <a:spcPts val="1000"/>
              </a:spcAft>
              <a:defRPr sz="4800" b="1">
                <a:solidFill>
                  <a:schemeClr val="tx1"/>
                </a:solidFill>
                <a:latin typeface="+mj-lt"/>
                <a:cs typeface="Poppins" pitchFamily="2" charset="77"/>
              </a:defRPr>
            </a:lvl1pPr>
          </a:lstStyle>
          <a:p>
            <a:r>
              <a:rPr lang="en-GB" dirty="0"/>
              <a:t>Click to add featured title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AAFF58-1895-74A3-698E-D878C307229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041291" y="6003397"/>
            <a:ext cx="5486400" cy="2759603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4000">
                <a:solidFill>
                  <a:schemeClr val="accent1"/>
                </a:solidFill>
              </a:defRPr>
            </a:lvl1pPr>
            <a:lvl2pPr marL="761924" indent="0" algn="ctr">
              <a:buNone/>
              <a:defRPr sz="3333"/>
            </a:lvl2pPr>
            <a:lvl3pPr marL="1523848" indent="0" algn="ctr">
              <a:buNone/>
              <a:defRPr sz="3000"/>
            </a:lvl3pPr>
            <a:lvl4pPr marL="2285771" indent="0" algn="ctr">
              <a:buNone/>
              <a:defRPr sz="2666"/>
            </a:lvl4pPr>
            <a:lvl5pPr marL="3047695" indent="0" algn="ctr">
              <a:buNone/>
              <a:defRPr sz="2666"/>
            </a:lvl5pPr>
            <a:lvl6pPr marL="3809619" indent="0" algn="ctr">
              <a:buNone/>
              <a:defRPr sz="2666"/>
            </a:lvl6pPr>
            <a:lvl7pPr marL="4571543" indent="0" algn="ctr">
              <a:buNone/>
              <a:defRPr sz="2666"/>
            </a:lvl7pPr>
            <a:lvl8pPr marL="5333467" indent="0" algn="ctr">
              <a:buNone/>
              <a:defRPr sz="2666"/>
            </a:lvl8pPr>
            <a:lvl9pPr marL="6095390" indent="0" algn="ctr">
              <a:buNone/>
              <a:defRPr sz="2666"/>
            </a:lvl9pPr>
          </a:lstStyle>
          <a:p>
            <a:r>
              <a:rPr lang="en-GB"/>
              <a:t>Click to edit subtitle</a:t>
            </a:r>
            <a:endParaRPr lang="en-US"/>
          </a:p>
        </p:txBody>
      </p:sp>
      <p:sp>
        <p:nvSpPr>
          <p:cNvPr id="10" name="Text Placeholder 25">
            <a:extLst>
              <a:ext uri="{FF2B5EF4-FFF2-40B4-BE49-F238E27FC236}">
                <a16:creationId xmlns:a16="http://schemas.microsoft.com/office/drawing/2014/main" id="{0D70DDEC-E582-ED4A-6D8A-01966718695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41291" y="9811422"/>
            <a:ext cx="8278555" cy="317989"/>
          </a:xfrm>
          <a:prstGeom prst="rect">
            <a:avLst/>
          </a:prstGeom>
        </p:spPr>
        <p:txBody>
          <a:bodyPr/>
          <a:lstStyle>
            <a:lvl1pPr>
              <a:defRPr sz="26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Presenter Name</a:t>
            </a:r>
          </a:p>
        </p:txBody>
      </p:sp>
      <p:sp>
        <p:nvSpPr>
          <p:cNvPr id="11" name="Text Placeholder 25">
            <a:extLst>
              <a:ext uri="{FF2B5EF4-FFF2-40B4-BE49-F238E27FC236}">
                <a16:creationId xmlns:a16="http://schemas.microsoft.com/office/drawing/2014/main" id="{9093413D-8001-206F-2168-1DEE7423904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41291" y="10221730"/>
            <a:ext cx="4620955" cy="317989"/>
          </a:xfrm>
          <a:prstGeom prst="rect">
            <a:avLst/>
          </a:prstGeom>
        </p:spPr>
        <p:txBody>
          <a:bodyPr/>
          <a:lstStyle>
            <a:lvl1pPr>
              <a:defRPr sz="26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Date</a:t>
            </a:r>
          </a:p>
        </p:txBody>
      </p:sp>
      <p:pic>
        <p:nvPicPr>
          <p:cNvPr id="12" name="Picture 40" descr="McMaster Brighter World Logo">
            <a:extLst>
              <a:ext uri="{FF2B5EF4-FFF2-40B4-BE49-F238E27FC236}">
                <a16:creationId xmlns:a16="http://schemas.microsoft.com/office/drawing/2014/main" id="{46D95FE9-F714-B0F4-63D2-8EE8C6CDC68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4824314" y="9477212"/>
            <a:ext cx="4447579" cy="1410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02026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c - White Border - Whit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37">
            <a:extLst>
              <a:ext uri="{FF2B5EF4-FFF2-40B4-BE49-F238E27FC236}">
                <a16:creationId xmlns:a16="http://schemas.microsoft.com/office/drawing/2014/main" id="{42D8E614-B579-0AD0-A166-3C3C659AA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438150" y="458787"/>
            <a:ext cx="19442113" cy="8893175"/>
          </a:xfrm>
          <a:prstGeom prst="rect">
            <a:avLst/>
          </a:prstGeom>
        </p:spPr>
        <p:txBody>
          <a:bodyPr/>
          <a:lstStyle/>
          <a:p>
            <a:r>
              <a:rPr lang="en-US"/>
              <a:t>Insert Photo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4259C55-2FD0-1B45-D242-0C8C493EDB1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041291" y="1870606"/>
            <a:ext cx="5486400" cy="3936225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lnSpc>
                <a:spcPct val="100000"/>
              </a:lnSpc>
              <a:spcAft>
                <a:spcPts val="1000"/>
              </a:spcAft>
              <a:defRPr sz="4800" b="1">
                <a:solidFill>
                  <a:schemeClr val="bg1"/>
                </a:solidFill>
                <a:latin typeface="+mj-lt"/>
                <a:cs typeface="Poppins" pitchFamily="2" charset="77"/>
              </a:defRPr>
            </a:lvl1pPr>
          </a:lstStyle>
          <a:p>
            <a:r>
              <a:rPr lang="en-GB" dirty="0"/>
              <a:t>Click to add featured title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AAFF58-1895-74A3-698E-D878C307229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041291" y="6003397"/>
            <a:ext cx="5486400" cy="2759603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4000">
                <a:solidFill>
                  <a:schemeClr val="bg1"/>
                </a:solidFill>
              </a:defRPr>
            </a:lvl1pPr>
            <a:lvl2pPr marL="761924" indent="0" algn="ctr">
              <a:buNone/>
              <a:defRPr sz="3333"/>
            </a:lvl2pPr>
            <a:lvl3pPr marL="1523848" indent="0" algn="ctr">
              <a:buNone/>
              <a:defRPr sz="3000"/>
            </a:lvl3pPr>
            <a:lvl4pPr marL="2285771" indent="0" algn="ctr">
              <a:buNone/>
              <a:defRPr sz="2666"/>
            </a:lvl4pPr>
            <a:lvl5pPr marL="3047695" indent="0" algn="ctr">
              <a:buNone/>
              <a:defRPr sz="2666"/>
            </a:lvl5pPr>
            <a:lvl6pPr marL="3809619" indent="0" algn="ctr">
              <a:buNone/>
              <a:defRPr sz="2666"/>
            </a:lvl6pPr>
            <a:lvl7pPr marL="4571543" indent="0" algn="ctr">
              <a:buNone/>
              <a:defRPr sz="2666"/>
            </a:lvl7pPr>
            <a:lvl8pPr marL="5333467" indent="0" algn="ctr">
              <a:buNone/>
              <a:defRPr sz="2666"/>
            </a:lvl8pPr>
            <a:lvl9pPr marL="6095390" indent="0" algn="ctr">
              <a:buNone/>
              <a:defRPr sz="2666"/>
            </a:lvl9pPr>
          </a:lstStyle>
          <a:p>
            <a:r>
              <a:rPr lang="en-GB"/>
              <a:t>Click to edit subtitle</a:t>
            </a:r>
            <a:endParaRPr lang="en-US"/>
          </a:p>
        </p:txBody>
      </p:sp>
      <p:sp>
        <p:nvSpPr>
          <p:cNvPr id="10" name="Text Placeholder 25">
            <a:extLst>
              <a:ext uri="{FF2B5EF4-FFF2-40B4-BE49-F238E27FC236}">
                <a16:creationId xmlns:a16="http://schemas.microsoft.com/office/drawing/2014/main" id="{0D70DDEC-E582-ED4A-6D8A-01966718695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41291" y="9811422"/>
            <a:ext cx="8278555" cy="317989"/>
          </a:xfrm>
          <a:prstGeom prst="rect">
            <a:avLst/>
          </a:prstGeom>
        </p:spPr>
        <p:txBody>
          <a:bodyPr/>
          <a:lstStyle>
            <a:lvl1pPr>
              <a:defRPr sz="26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Presenter Name</a:t>
            </a:r>
          </a:p>
        </p:txBody>
      </p:sp>
      <p:sp>
        <p:nvSpPr>
          <p:cNvPr id="11" name="Text Placeholder 25">
            <a:extLst>
              <a:ext uri="{FF2B5EF4-FFF2-40B4-BE49-F238E27FC236}">
                <a16:creationId xmlns:a16="http://schemas.microsoft.com/office/drawing/2014/main" id="{9093413D-8001-206F-2168-1DEE7423904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41291" y="10221730"/>
            <a:ext cx="4620955" cy="317989"/>
          </a:xfrm>
          <a:prstGeom prst="rect">
            <a:avLst/>
          </a:prstGeom>
        </p:spPr>
        <p:txBody>
          <a:bodyPr/>
          <a:lstStyle>
            <a:lvl1pPr>
              <a:defRPr sz="26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Date</a:t>
            </a:r>
          </a:p>
        </p:txBody>
      </p:sp>
      <p:pic>
        <p:nvPicPr>
          <p:cNvPr id="12" name="Picture 40" descr="McMaster Brighter World Logo">
            <a:extLst>
              <a:ext uri="{FF2B5EF4-FFF2-40B4-BE49-F238E27FC236}">
                <a16:creationId xmlns:a16="http://schemas.microsoft.com/office/drawing/2014/main" id="{46D95FE9-F714-B0F4-63D2-8EE8C6CDC68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4824314" y="9477212"/>
            <a:ext cx="4447579" cy="1410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1364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 - Full Ble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7">
            <a:extLst>
              <a:ext uri="{FF2B5EF4-FFF2-40B4-BE49-F238E27FC236}">
                <a16:creationId xmlns:a16="http://schemas.microsoft.com/office/drawing/2014/main" id="{248D3F33-A666-786D-AD61-DDDEED2D3E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1"/>
            <a:ext cx="20318413" cy="93519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Insert Full Width Photo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4259C55-2FD0-1B45-D242-0C8C493EDB1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041291" y="1870606"/>
            <a:ext cx="5486400" cy="3936225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lnSpc>
                <a:spcPct val="100000"/>
              </a:lnSpc>
              <a:spcAft>
                <a:spcPts val="1000"/>
              </a:spcAft>
              <a:defRPr sz="4800" b="1">
                <a:solidFill>
                  <a:schemeClr val="tx1"/>
                </a:solidFill>
                <a:latin typeface="+mj-lt"/>
                <a:cs typeface="Poppins" pitchFamily="2" charset="77"/>
              </a:defRPr>
            </a:lvl1pPr>
          </a:lstStyle>
          <a:p>
            <a:r>
              <a:rPr lang="en-GB" dirty="0"/>
              <a:t>Click to add featured title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AAFF58-1895-74A3-698E-D878C307229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041291" y="6003397"/>
            <a:ext cx="5486400" cy="2759603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4000">
                <a:solidFill>
                  <a:schemeClr val="accent1"/>
                </a:solidFill>
              </a:defRPr>
            </a:lvl1pPr>
            <a:lvl2pPr marL="761924" indent="0" algn="ctr">
              <a:buNone/>
              <a:defRPr sz="3333"/>
            </a:lvl2pPr>
            <a:lvl3pPr marL="1523848" indent="0" algn="ctr">
              <a:buNone/>
              <a:defRPr sz="3000"/>
            </a:lvl3pPr>
            <a:lvl4pPr marL="2285771" indent="0" algn="ctr">
              <a:buNone/>
              <a:defRPr sz="2666"/>
            </a:lvl4pPr>
            <a:lvl5pPr marL="3047695" indent="0" algn="ctr">
              <a:buNone/>
              <a:defRPr sz="2666"/>
            </a:lvl5pPr>
            <a:lvl6pPr marL="3809619" indent="0" algn="ctr">
              <a:buNone/>
              <a:defRPr sz="2666"/>
            </a:lvl6pPr>
            <a:lvl7pPr marL="4571543" indent="0" algn="ctr">
              <a:buNone/>
              <a:defRPr sz="2666"/>
            </a:lvl7pPr>
            <a:lvl8pPr marL="5333467" indent="0" algn="ctr">
              <a:buNone/>
              <a:defRPr sz="2666"/>
            </a:lvl8pPr>
            <a:lvl9pPr marL="6095390" indent="0" algn="ctr">
              <a:buNone/>
              <a:defRPr sz="2666"/>
            </a:lvl9pPr>
          </a:lstStyle>
          <a:p>
            <a:r>
              <a:rPr lang="en-GB"/>
              <a:t>Click to edit subtitle</a:t>
            </a:r>
            <a:endParaRPr lang="en-US"/>
          </a:p>
        </p:txBody>
      </p:sp>
      <p:sp>
        <p:nvSpPr>
          <p:cNvPr id="10" name="Text Placeholder 25">
            <a:extLst>
              <a:ext uri="{FF2B5EF4-FFF2-40B4-BE49-F238E27FC236}">
                <a16:creationId xmlns:a16="http://schemas.microsoft.com/office/drawing/2014/main" id="{0D70DDEC-E582-ED4A-6D8A-01966718695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41291" y="9811422"/>
            <a:ext cx="8278555" cy="317989"/>
          </a:xfrm>
          <a:prstGeom prst="rect">
            <a:avLst/>
          </a:prstGeom>
        </p:spPr>
        <p:txBody>
          <a:bodyPr/>
          <a:lstStyle>
            <a:lvl1pPr>
              <a:defRPr sz="26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Presenter Name</a:t>
            </a:r>
          </a:p>
        </p:txBody>
      </p:sp>
      <p:sp>
        <p:nvSpPr>
          <p:cNvPr id="11" name="Text Placeholder 25">
            <a:extLst>
              <a:ext uri="{FF2B5EF4-FFF2-40B4-BE49-F238E27FC236}">
                <a16:creationId xmlns:a16="http://schemas.microsoft.com/office/drawing/2014/main" id="{9093413D-8001-206F-2168-1DEE7423904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41291" y="10221730"/>
            <a:ext cx="4620955" cy="317989"/>
          </a:xfrm>
          <a:prstGeom prst="rect">
            <a:avLst/>
          </a:prstGeom>
        </p:spPr>
        <p:txBody>
          <a:bodyPr/>
          <a:lstStyle>
            <a:lvl1pPr>
              <a:defRPr sz="26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Date</a:t>
            </a:r>
          </a:p>
        </p:txBody>
      </p:sp>
      <p:pic>
        <p:nvPicPr>
          <p:cNvPr id="12" name="Picture 40" descr="McMaster Brighter World Logo">
            <a:extLst>
              <a:ext uri="{FF2B5EF4-FFF2-40B4-BE49-F238E27FC236}">
                <a16:creationId xmlns:a16="http://schemas.microsoft.com/office/drawing/2014/main" id="{46D95FE9-F714-B0F4-63D2-8EE8C6CDC68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4824314" y="9477212"/>
            <a:ext cx="4447579" cy="1410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51537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b - Full Bleed - Whit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7">
            <a:extLst>
              <a:ext uri="{FF2B5EF4-FFF2-40B4-BE49-F238E27FC236}">
                <a16:creationId xmlns:a16="http://schemas.microsoft.com/office/drawing/2014/main" id="{248D3F33-A666-786D-AD61-DDDEED2D3E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1"/>
            <a:ext cx="20318413" cy="93519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Insert Full Width Photo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4259C55-2FD0-1B45-D242-0C8C493EDB1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041291" y="1870606"/>
            <a:ext cx="5486400" cy="3936225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lnSpc>
                <a:spcPct val="100000"/>
              </a:lnSpc>
              <a:spcAft>
                <a:spcPts val="1000"/>
              </a:spcAft>
              <a:defRPr sz="4800" b="1">
                <a:solidFill>
                  <a:schemeClr val="bg1"/>
                </a:solidFill>
                <a:latin typeface="+mj-lt"/>
                <a:cs typeface="Poppins" pitchFamily="2" charset="77"/>
              </a:defRPr>
            </a:lvl1pPr>
          </a:lstStyle>
          <a:p>
            <a:r>
              <a:rPr lang="en-GB" dirty="0"/>
              <a:t>Click to add featured title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AAFF58-1895-74A3-698E-D878C307229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041291" y="6003397"/>
            <a:ext cx="5486400" cy="2759603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4000">
                <a:solidFill>
                  <a:schemeClr val="bg1"/>
                </a:solidFill>
              </a:defRPr>
            </a:lvl1pPr>
            <a:lvl2pPr marL="761924" indent="0" algn="ctr">
              <a:buNone/>
              <a:defRPr sz="3333"/>
            </a:lvl2pPr>
            <a:lvl3pPr marL="1523848" indent="0" algn="ctr">
              <a:buNone/>
              <a:defRPr sz="3000"/>
            </a:lvl3pPr>
            <a:lvl4pPr marL="2285771" indent="0" algn="ctr">
              <a:buNone/>
              <a:defRPr sz="2666"/>
            </a:lvl4pPr>
            <a:lvl5pPr marL="3047695" indent="0" algn="ctr">
              <a:buNone/>
              <a:defRPr sz="2666"/>
            </a:lvl5pPr>
            <a:lvl6pPr marL="3809619" indent="0" algn="ctr">
              <a:buNone/>
              <a:defRPr sz="2666"/>
            </a:lvl6pPr>
            <a:lvl7pPr marL="4571543" indent="0" algn="ctr">
              <a:buNone/>
              <a:defRPr sz="2666"/>
            </a:lvl7pPr>
            <a:lvl8pPr marL="5333467" indent="0" algn="ctr">
              <a:buNone/>
              <a:defRPr sz="2666"/>
            </a:lvl8pPr>
            <a:lvl9pPr marL="6095390" indent="0" algn="ctr">
              <a:buNone/>
              <a:defRPr sz="2666"/>
            </a:lvl9pPr>
          </a:lstStyle>
          <a:p>
            <a:r>
              <a:rPr lang="en-GB"/>
              <a:t>Click to edit subtitle</a:t>
            </a:r>
            <a:endParaRPr lang="en-US"/>
          </a:p>
        </p:txBody>
      </p:sp>
      <p:sp>
        <p:nvSpPr>
          <p:cNvPr id="10" name="Text Placeholder 25">
            <a:extLst>
              <a:ext uri="{FF2B5EF4-FFF2-40B4-BE49-F238E27FC236}">
                <a16:creationId xmlns:a16="http://schemas.microsoft.com/office/drawing/2014/main" id="{0D70DDEC-E582-ED4A-6D8A-01966718695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41291" y="9811422"/>
            <a:ext cx="8278555" cy="317989"/>
          </a:xfrm>
          <a:prstGeom prst="rect">
            <a:avLst/>
          </a:prstGeom>
        </p:spPr>
        <p:txBody>
          <a:bodyPr/>
          <a:lstStyle>
            <a:lvl1pPr>
              <a:defRPr sz="26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Presenter Name</a:t>
            </a:r>
          </a:p>
        </p:txBody>
      </p:sp>
      <p:sp>
        <p:nvSpPr>
          <p:cNvPr id="11" name="Text Placeholder 25">
            <a:extLst>
              <a:ext uri="{FF2B5EF4-FFF2-40B4-BE49-F238E27FC236}">
                <a16:creationId xmlns:a16="http://schemas.microsoft.com/office/drawing/2014/main" id="{9093413D-8001-206F-2168-1DEE7423904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41291" y="10221730"/>
            <a:ext cx="4620955" cy="317989"/>
          </a:xfrm>
          <a:prstGeom prst="rect">
            <a:avLst/>
          </a:prstGeom>
        </p:spPr>
        <p:txBody>
          <a:bodyPr/>
          <a:lstStyle>
            <a:lvl1pPr>
              <a:defRPr sz="26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Date</a:t>
            </a:r>
          </a:p>
        </p:txBody>
      </p:sp>
      <p:pic>
        <p:nvPicPr>
          <p:cNvPr id="12" name="Picture 40" descr="McMaster Brighter World Logo">
            <a:extLst>
              <a:ext uri="{FF2B5EF4-FFF2-40B4-BE49-F238E27FC236}">
                <a16:creationId xmlns:a16="http://schemas.microsoft.com/office/drawing/2014/main" id="{46D95FE9-F714-B0F4-63D2-8EE8C6CDC68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4824314" y="9477212"/>
            <a:ext cx="4447579" cy="1410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30193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3 - Full Bleed w/ Maroon - Black Tex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7">
            <a:extLst>
              <a:ext uri="{FF2B5EF4-FFF2-40B4-BE49-F238E27FC236}">
                <a16:creationId xmlns:a16="http://schemas.microsoft.com/office/drawing/2014/main" id="{248D3F33-A666-786D-AD61-DDDEED2D3E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1"/>
            <a:ext cx="20318413" cy="93519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Insert Full Width Photo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4259C55-2FD0-1B45-D242-0C8C493EDB1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041291" y="1870606"/>
            <a:ext cx="5486400" cy="3936225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lnSpc>
                <a:spcPct val="100000"/>
              </a:lnSpc>
              <a:spcAft>
                <a:spcPts val="1000"/>
              </a:spcAft>
              <a:defRPr sz="4800" b="1">
                <a:solidFill>
                  <a:schemeClr val="tx1"/>
                </a:solidFill>
                <a:latin typeface="+mj-lt"/>
                <a:cs typeface="Poppins" pitchFamily="2" charset="77"/>
              </a:defRPr>
            </a:lvl1pPr>
          </a:lstStyle>
          <a:p>
            <a:r>
              <a:rPr lang="en-GB" dirty="0"/>
              <a:t>Click to add featured title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AAFF58-1895-74A3-698E-D878C307229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041291" y="6003397"/>
            <a:ext cx="5486400" cy="2759603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4000">
                <a:solidFill>
                  <a:schemeClr val="tx1"/>
                </a:solidFill>
              </a:defRPr>
            </a:lvl1pPr>
            <a:lvl2pPr marL="761924" indent="0" algn="ctr">
              <a:buNone/>
              <a:defRPr sz="3333"/>
            </a:lvl2pPr>
            <a:lvl3pPr marL="1523848" indent="0" algn="ctr">
              <a:buNone/>
              <a:defRPr sz="3000"/>
            </a:lvl3pPr>
            <a:lvl4pPr marL="2285771" indent="0" algn="ctr">
              <a:buNone/>
              <a:defRPr sz="2666"/>
            </a:lvl4pPr>
            <a:lvl5pPr marL="3047695" indent="0" algn="ctr">
              <a:buNone/>
              <a:defRPr sz="2666"/>
            </a:lvl5pPr>
            <a:lvl6pPr marL="3809619" indent="0" algn="ctr">
              <a:buNone/>
              <a:defRPr sz="2666"/>
            </a:lvl6pPr>
            <a:lvl7pPr marL="4571543" indent="0" algn="ctr">
              <a:buNone/>
              <a:defRPr sz="2666"/>
            </a:lvl7pPr>
            <a:lvl8pPr marL="5333467" indent="0" algn="ctr">
              <a:buNone/>
              <a:defRPr sz="2666"/>
            </a:lvl8pPr>
            <a:lvl9pPr marL="6095390" indent="0" algn="ctr">
              <a:buNone/>
              <a:defRPr sz="2666"/>
            </a:lvl9pPr>
          </a:lstStyle>
          <a:p>
            <a:r>
              <a:rPr lang="en-GB" dirty="0"/>
              <a:t>Click to edit subtitle</a:t>
            </a:r>
            <a:endParaRPr lang="en-US" dirty="0"/>
          </a:p>
        </p:txBody>
      </p:sp>
      <p:sp>
        <p:nvSpPr>
          <p:cNvPr id="10" name="Text Placeholder 25">
            <a:extLst>
              <a:ext uri="{FF2B5EF4-FFF2-40B4-BE49-F238E27FC236}">
                <a16:creationId xmlns:a16="http://schemas.microsoft.com/office/drawing/2014/main" id="{0D70DDEC-E582-ED4A-6D8A-01966718695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41291" y="9811422"/>
            <a:ext cx="8278555" cy="317989"/>
          </a:xfrm>
          <a:prstGeom prst="rect">
            <a:avLst/>
          </a:prstGeom>
        </p:spPr>
        <p:txBody>
          <a:bodyPr/>
          <a:lstStyle>
            <a:lvl1pPr>
              <a:defRPr sz="2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Presenter Name</a:t>
            </a:r>
          </a:p>
        </p:txBody>
      </p:sp>
      <p:sp>
        <p:nvSpPr>
          <p:cNvPr id="11" name="Text Placeholder 25">
            <a:extLst>
              <a:ext uri="{FF2B5EF4-FFF2-40B4-BE49-F238E27FC236}">
                <a16:creationId xmlns:a16="http://schemas.microsoft.com/office/drawing/2014/main" id="{9093413D-8001-206F-2168-1DEE7423904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41291" y="10221730"/>
            <a:ext cx="4620955" cy="317989"/>
          </a:xfrm>
          <a:prstGeom prst="rect">
            <a:avLst/>
          </a:prstGeom>
        </p:spPr>
        <p:txBody>
          <a:bodyPr/>
          <a:lstStyle>
            <a:lvl1pPr>
              <a:defRPr sz="2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Date</a:t>
            </a:r>
          </a:p>
        </p:txBody>
      </p:sp>
      <p:pic>
        <p:nvPicPr>
          <p:cNvPr id="5" name="Picture 40" descr="McMaster Brighter World Logo">
            <a:extLst>
              <a:ext uri="{FF2B5EF4-FFF2-40B4-BE49-F238E27FC236}">
                <a16:creationId xmlns:a16="http://schemas.microsoft.com/office/drawing/2014/main" id="{8B657A84-7865-9E08-DA84-CCEB6051D21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4824314" y="9477212"/>
            <a:ext cx="4447579" cy="1410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5785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3b - Full Bleed w/ Maroon - White Tex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7">
            <a:extLst>
              <a:ext uri="{FF2B5EF4-FFF2-40B4-BE49-F238E27FC236}">
                <a16:creationId xmlns:a16="http://schemas.microsoft.com/office/drawing/2014/main" id="{248D3F33-A666-786D-AD61-DDDEED2D3E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1"/>
            <a:ext cx="20318413" cy="93519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Insert Full Width Photo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4259C55-2FD0-1B45-D242-0C8C493EDB1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041291" y="1870606"/>
            <a:ext cx="5486400" cy="3936225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lnSpc>
                <a:spcPct val="100000"/>
              </a:lnSpc>
              <a:spcAft>
                <a:spcPts val="1000"/>
              </a:spcAft>
              <a:defRPr sz="4800" b="1">
                <a:solidFill>
                  <a:schemeClr val="bg1"/>
                </a:solidFill>
                <a:latin typeface="+mj-lt"/>
                <a:cs typeface="Poppins" pitchFamily="2" charset="77"/>
              </a:defRPr>
            </a:lvl1pPr>
          </a:lstStyle>
          <a:p>
            <a:r>
              <a:rPr lang="en-GB" dirty="0"/>
              <a:t>Click to add featured title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AAFF58-1895-74A3-698E-D878C307229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041291" y="6003397"/>
            <a:ext cx="5486400" cy="2759603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4000">
                <a:solidFill>
                  <a:schemeClr val="bg1"/>
                </a:solidFill>
              </a:defRPr>
            </a:lvl1pPr>
            <a:lvl2pPr marL="761924" indent="0" algn="ctr">
              <a:buNone/>
              <a:defRPr sz="3333"/>
            </a:lvl2pPr>
            <a:lvl3pPr marL="1523848" indent="0" algn="ctr">
              <a:buNone/>
              <a:defRPr sz="3000"/>
            </a:lvl3pPr>
            <a:lvl4pPr marL="2285771" indent="0" algn="ctr">
              <a:buNone/>
              <a:defRPr sz="2666"/>
            </a:lvl4pPr>
            <a:lvl5pPr marL="3047695" indent="0" algn="ctr">
              <a:buNone/>
              <a:defRPr sz="2666"/>
            </a:lvl5pPr>
            <a:lvl6pPr marL="3809619" indent="0" algn="ctr">
              <a:buNone/>
              <a:defRPr sz="2666"/>
            </a:lvl6pPr>
            <a:lvl7pPr marL="4571543" indent="0" algn="ctr">
              <a:buNone/>
              <a:defRPr sz="2666"/>
            </a:lvl7pPr>
            <a:lvl8pPr marL="5333467" indent="0" algn="ctr">
              <a:buNone/>
              <a:defRPr sz="2666"/>
            </a:lvl8pPr>
            <a:lvl9pPr marL="6095390" indent="0" algn="ctr">
              <a:buNone/>
              <a:defRPr sz="2666"/>
            </a:lvl9pPr>
          </a:lstStyle>
          <a:p>
            <a:r>
              <a:rPr lang="en-GB" dirty="0"/>
              <a:t>Click to edit subtitle</a:t>
            </a:r>
            <a:endParaRPr lang="en-US" dirty="0"/>
          </a:p>
        </p:txBody>
      </p:sp>
      <p:sp>
        <p:nvSpPr>
          <p:cNvPr id="10" name="Text Placeholder 25">
            <a:extLst>
              <a:ext uri="{FF2B5EF4-FFF2-40B4-BE49-F238E27FC236}">
                <a16:creationId xmlns:a16="http://schemas.microsoft.com/office/drawing/2014/main" id="{0D70DDEC-E582-ED4A-6D8A-01966718695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41291" y="9811422"/>
            <a:ext cx="8278555" cy="317989"/>
          </a:xfrm>
          <a:prstGeom prst="rect">
            <a:avLst/>
          </a:prstGeom>
        </p:spPr>
        <p:txBody>
          <a:bodyPr/>
          <a:lstStyle>
            <a:lvl1pPr>
              <a:defRPr sz="2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Presenter Name</a:t>
            </a:r>
          </a:p>
        </p:txBody>
      </p:sp>
      <p:sp>
        <p:nvSpPr>
          <p:cNvPr id="11" name="Text Placeholder 25">
            <a:extLst>
              <a:ext uri="{FF2B5EF4-FFF2-40B4-BE49-F238E27FC236}">
                <a16:creationId xmlns:a16="http://schemas.microsoft.com/office/drawing/2014/main" id="{9093413D-8001-206F-2168-1DEE7423904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41291" y="10221730"/>
            <a:ext cx="4620955" cy="317989"/>
          </a:xfrm>
          <a:prstGeom prst="rect">
            <a:avLst/>
          </a:prstGeom>
        </p:spPr>
        <p:txBody>
          <a:bodyPr/>
          <a:lstStyle>
            <a:lvl1pPr>
              <a:defRPr sz="2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Date</a:t>
            </a:r>
          </a:p>
        </p:txBody>
      </p:sp>
      <p:pic>
        <p:nvPicPr>
          <p:cNvPr id="5" name="Picture 40" descr="McMaster Brighter World Logo">
            <a:extLst>
              <a:ext uri="{FF2B5EF4-FFF2-40B4-BE49-F238E27FC236}">
                <a16:creationId xmlns:a16="http://schemas.microsoft.com/office/drawing/2014/main" id="{8B657A84-7865-9E08-DA84-CCEB6051D21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4824314" y="9477212"/>
            <a:ext cx="4447579" cy="1410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54539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 2 - Full Ble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8EBE3D3-D3BA-6C66-0F60-CE45C9A80A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4151429" y="0"/>
            <a:ext cx="6166984" cy="1143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icture Placeholder 37">
            <a:extLst>
              <a:ext uri="{FF2B5EF4-FFF2-40B4-BE49-F238E27FC236}">
                <a16:creationId xmlns:a16="http://schemas.microsoft.com/office/drawing/2014/main" id="{7BC0CDB4-B309-664E-5317-16C741F0DC5A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-1" y="0"/>
            <a:ext cx="14149846" cy="1142999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4259C55-2FD0-1B45-D242-0C8C493EDB1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149846" y="430098"/>
            <a:ext cx="5730418" cy="919279"/>
          </a:xfrm>
          <a:prstGeom prst="rect">
            <a:avLst/>
          </a:prstGeom>
        </p:spPr>
        <p:txBody>
          <a:bodyPr anchor="b">
            <a:noAutofit/>
          </a:bodyPr>
          <a:lstStyle>
            <a:lvl1pPr algn="ctr">
              <a:lnSpc>
                <a:spcPct val="110000"/>
              </a:lnSpc>
              <a:spcAft>
                <a:spcPts val="1000"/>
              </a:spcAft>
              <a:defRPr sz="4800" b="1">
                <a:solidFill>
                  <a:schemeClr val="bg1"/>
                </a:solidFill>
                <a:latin typeface="+mj-lt"/>
                <a:cs typeface="Poppins" pitchFamily="2" charset="77"/>
              </a:defRPr>
            </a:lvl1pPr>
          </a:lstStyle>
          <a:p>
            <a:r>
              <a:rPr lang="en-GB" dirty="0"/>
              <a:t>Thank you!</a:t>
            </a:r>
            <a:endParaRPr lang="en-US" dirty="0"/>
          </a:p>
        </p:txBody>
      </p:sp>
      <p:sp>
        <p:nvSpPr>
          <p:cNvPr id="10" name="Text Placeholder 25">
            <a:extLst>
              <a:ext uri="{FF2B5EF4-FFF2-40B4-BE49-F238E27FC236}">
                <a16:creationId xmlns:a16="http://schemas.microsoft.com/office/drawing/2014/main" id="{0D70DDEC-E582-ED4A-6D8A-01966718695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4832809" y="1678778"/>
            <a:ext cx="4620954" cy="91927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Presenter Name</a:t>
            </a:r>
          </a:p>
        </p:txBody>
      </p:sp>
      <p:sp>
        <p:nvSpPr>
          <p:cNvPr id="18" name="Text Placeholder 25">
            <a:extLst>
              <a:ext uri="{FF2B5EF4-FFF2-40B4-BE49-F238E27FC236}">
                <a16:creationId xmlns:a16="http://schemas.microsoft.com/office/drawing/2014/main" id="{E541934F-CE61-AF06-06B6-6B15C0576F5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4832808" y="2948782"/>
            <a:ext cx="4620955" cy="317989"/>
          </a:xfrm>
          <a:prstGeom prst="rect">
            <a:avLst/>
          </a:prstGeom>
        </p:spPr>
        <p:txBody>
          <a:bodyPr/>
          <a:lstStyle>
            <a:lvl1pPr>
              <a:defRPr sz="2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9" name="Text Placeholder 25">
            <a:extLst>
              <a:ext uri="{FF2B5EF4-FFF2-40B4-BE49-F238E27FC236}">
                <a16:creationId xmlns:a16="http://schemas.microsoft.com/office/drawing/2014/main" id="{699EA757-CAA9-604E-B8EB-425B15B58BE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4832808" y="3456783"/>
            <a:ext cx="4620955" cy="317989"/>
          </a:xfrm>
          <a:prstGeom prst="rect">
            <a:avLst/>
          </a:prstGeom>
        </p:spPr>
        <p:txBody>
          <a:bodyPr/>
          <a:lstStyle>
            <a:lvl1pPr>
              <a:defRPr sz="2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email</a:t>
            </a:r>
          </a:p>
        </p:txBody>
      </p:sp>
      <p:sp>
        <p:nvSpPr>
          <p:cNvPr id="20" name="Text Placeholder 25">
            <a:extLst>
              <a:ext uri="{FF2B5EF4-FFF2-40B4-BE49-F238E27FC236}">
                <a16:creationId xmlns:a16="http://schemas.microsoft.com/office/drawing/2014/main" id="{E2AFE52A-5C16-C9BE-79D6-EF38DEE4F41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4832808" y="5162206"/>
            <a:ext cx="4620955" cy="91927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2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Presenter Name</a:t>
            </a:r>
          </a:p>
        </p:txBody>
      </p:sp>
      <p:sp>
        <p:nvSpPr>
          <p:cNvPr id="21" name="Text Placeholder 25">
            <a:extLst>
              <a:ext uri="{FF2B5EF4-FFF2-40B4-BE49-F238E27FC236}">
                <a16:creationId xmlns:a16="http://schemas.microsoft.com/office/drawing/2014/main" id="{C654BE1F-9059-4847-3B90-768A01CA4D7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4832808" y="6432210"/>
            <a:ext cx="4620955" cy="317989"/>
          </a:xfrm>
          <a:prstGeom prst="rect">
            <a:avLst/>
          </a:prstGeom>
        </p:spPr>
        <p:txBody>
          <a:bodyPr/>
          <a:lstStyle>
            <a:lvl1pPr>
              <a:defRPr sz="2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Title</a:t>
            </a:r>
          </a:p>
        </p:txBody>
      </p:sp>
      <p:sp>
        <p:nvSpPr>
          <p:cNvPr id="22" name="Text Placeholder 25">
            <a:extLst>
              <a:ext uri="{FF2B5EF4-FFF2-40B4-BE49-F238E27FC236}">
                <a16:creationId xmlns:a16="http://schemas.microsoft.com/office/drawing/2014/main" id="{CEF91EF5-F25E-E06D-1B3A-B79517D7085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4832808" y="6940211"/>
            <a:ext cx="4620955" cy="317989"/>
          </a:xfrm>
          <a:prstGeom prst="rect">
            <a:avLst/>
          </a:prstGeom>
        </p:spPr>
        <p:txBody>
          <a:bodyPr/>
          <a:lstStyle>
            <a:lvl1pPr>
              <a:defRPr sz="2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email</a:t>
            </a:r>
          </a:p>
        </p:txBody>
      </p:sp>
      <p:sp>
        <p:nvSpPr>
          <p:cNvPr id="11" name="Text Placeholder 25">
            <a:extLst>
              <a:ext uri="{FF2B5EF4-FFF2-40B4-BE49-F238E27FC236}">
                <a16:creationId xmlns:a16="http://schemas.microsoft.com/office/drawing/2014/main" id="{9093413D-8001-206F-2168-1DEE7423904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4824314" y="8617342"/>
            <a:ext cx="4620955" cy="317989"/>
          </a:xfrm>
          <a:prstGeom prst="rect">
            <a:avLst/>
          </a:prstGeom>
        </p:spPr>
        <p:txBody>
          <a:bodyPr/>
          <a:lstStyle>
            <a:lvl1pPr>
              <a:defRPr sz="2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Date</a:t>
            </a:r>
          </a:p>
        </p:txBody>
      </p:sp>
      <p:pic>
        <p:nvPicPr>
          <p:cNvPr id="16" name="Picture 40" descr="McMaster Brighter World Logo">
            <a:extLst>
              <a:ext uri="{FF2B5EF4-FFF2-40B4-BE49-F238E27FC236}">
                <a16:creationId xmlns:a16="http://schemas.microsoft.com/office/drawing/2014/main" id="{90F3F9D5-D4DD-F94C-8A0C-628AE1FDC53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4824314" y="9477212"/>
            <a:ext cx="4447579" cy="1410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32930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 - 2 Column w/ Media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59C55-2FD0-1B45-D242-0C8C493EDB1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9200" y="457200"/>
            <a:ext cx="19441062" cy="73881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1523848" rtl="0" eaLnBrk="1" fontAlgn="auto" latinLnBrk="0" hangingPunct="1">
              <a:lnSpc>
                <a:spcPct val="110000"/>
              </a:lnSpc>
              <a:spcBef>
                <a:spcPct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 sz="4400" b="1">
                <a:solidFill>
                  <a:schemeClr val="tx1"/>
                </a:solidFill>
                <a:latin typeface="+mj-lt"/>
                <a:cs typeface="Poppins" pitchFamily="2" charset="77"/>
              </a:defRPr>
            </a:lvl1pPr>
          </a:lstStyle>
          <a:p>
            <a:r>
              <a:rPr lang="en-GB" dirty="0"/>
              <a:t>Slide title goes here on 1 line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AAFF58-1895-74A3-698E-D878C307229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8150" y="1267200"/>
            <a:ext cx="19442112" cy="573884"/>
          </a:xfrm>
          <a:prstGeom prst="rect">
            <a:avLst/>
          </a:prstGeom>
        </p:spPr>
        <p:txBody>
          <a:bodyPr anchor="t"/>
          <a:lstStyle>
            <a:lvl1pPr marL="0" marR="0" indent="0" algn="l" defTabSz="1523848" rtl="0" eaLnBrk="1" fontAlgn="auto" latinLnBrk="0" hangingPunct="1">
              <a:lnSpc>
                <a:spcPct val="90000"/>
              </a:lnSpc>
              <a:spcBef>
                <a:spcPts val="1667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rgbClr val="7A093C"/>
                </a:solidFill>
              </a:defRPr>
            </a:lvl1pPr>
            <a:lvl2pPr marL="761924" indent="0" algn="ctr">
              <a:buNone/>
              <a:defRPr sz="3333"/>
            </a:lvl2pPr>
            <a:lvl3pPr marL="1523848" indent="0" algn="ctr">
              <a:buNone/>
              <a:defRPr sz="3000"/>
            </a:lvl3pPr>
            <a:lvl4pPr marL="2285771" indent="0" algn="ctr">
              <a:buNone/>
              <a:defRPr sz="2666"/>
            </a:lvl4pPr>
            <a:lvl5pPr marL="3047695" indent="0" algn="ctr">
              <a:buNone/>
              <a:defRPr sz="2666"/>
            </a:lvl5pPr>
            <a:lvl6pPr marL="3809619" indent="0" algn="ctr">
              <a:buNone/>
              <a:defRPr sz="2666"/>
            </a:lvl6pPr>
            <a:lvl7pPr marL="4571543" indent="0" algn="ctr">
              <a:buNone/>
              <a:defRPr sz="2666"/>
            </a:lvl7pPr>
            <a:lvl8pPr marL="5333467" indent="0" algn="ctr">
              <a:buNone/>
              <a:defRPr sz="2666"/>
            </a:lvl8pPr>
            <a:lvl9pPr marL="6095390" indent="0" algn="ctr">
              <a:buNone/>
              <a:defRPr sz="2666"/>
            </a:lvl9pPr>
          </a:lstStyle>
          <a:p>
            <a:r>
              <a:rPr lang="en-GB" dirty="0"/>
              <a:t>Subtitle goes here on 1 line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B4B14DC-23EE-FBE4-6AE9-EC06E3E5F7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1881808"/>
            <a:ext cx="20318413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AA99F92D-9095-DA83-60F2-A43FB5C7280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38150" y="2584175"/>
            <a:ext cx="9358037" cy="6864614"/>
          </a:xfrm>
          <a:prstGeom prst="rect">
            <a:avLst/>
          </a:prstGeo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3000"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800"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600"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174E78C-7224-CFE0-F0BC-D6CF58ECD75C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10522227" y="2584174"/>
            <a:ext cx="9358035" cy="6864625"/>
          </a:xfrm>
          <a:prstGeom prst="rect">
            <a:avLst/>
          </a:prstGeom>
        </p:spPr>
        <p:txBody>
          <a:bodyPr/>
          <a:lstStyle>
            <a:lvl1pPr algn="ctr">
              <a:defRPr sz="25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add media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86AFD4D6-CC7D-9D99-DF02-F294BC8603E0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5" name="Date Placeholder 3">
            <a:extLst>
              <a:ext uri="{FF2B5EF4-FFF2-40B4-BE49-F238E27FC236}">
                <a16:creationId xmlns:a16="http://schemas.microsoft.com/office/drawing/2014/main" id="{5B5A15BD-FD3B-A9EB-7651-4C15CB2C14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6412307" y="10621112"/>
            <a:ext cx="2572579" cy="3501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accent3"/>
                </a:solidFill>
              </a:defRPr>
            </a:lvl1pPr>
          </a:lstStyle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33B25B5-1522-E269-6B4D-E80F42610EA8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62443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b - 2 Column w/ Media Left - No Header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59C55-2FD0-1B45-D242-0C8C493EDB1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9200" y="457200"/>
            <a:ext cx="19441062" cy="738817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lnSpc>
                <a:spcPct val="110000"/>
              </a:lnSpc>
              <a:spcAft>
                <a:spcPts val="1000"/>
              </a:spcAft>
              <a:defRPr sz="4400" b="1">
                <a:solidFill>
                  <a:schemeClr val="tx1"/>
                </a:solidFill>
                <a:latin typeface="+mj-lt"/>
                <a:cs typeface="Poppins" pitchFamily="2" charset="77"/>
              </a:defRPr>
            </a:lvl1pPr>
          </a:lstStyle>
          <a:p>
            <a:r>
              <a:rPr lang="en-GB" dirty="0"/>
              <a:t>Slide title goes here on 1 line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AAFF58-1895-74A3-698E-D878C307229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8150" y="1267200"/>
            <a:ext cx="19442112" cy="573884"/>
          </a:xfrm>
          <a:prstGeom prst="rect">
            <a:avLst/>
          </a:prstGeom>
        </p:spPr>
        <p:txBody>
          <a:bodyPr anchor="t"/>
          <a:lstStyle>
            <a:lvl1pPr marL="0" indent="0" algn="l">
              <a:buNone/>
              <a:defRPr sz="3600">
                <a:solidFill>
                  <a:srgbClr val="7A093C"/>
                </a:solidFill>
              </a:defRPr>
            </a:lvl1pPr>
            <a:lvl2pPr marL="761924" indent="0" algn="ctr">
              <a:buNone/>
              <a:defRPr sz="3333"/>
            </a:lvl2pPr>
            <a:lvl3pPr marL="1523848" indent="0" algn="ctr">
              <a:buNone/>
              <a:defRPr sz="3000"/>
            </a:lvl3pPr>
            <a:lvl4pPr marL="2285771" indent="0" algn="ctr">
              <a:buNone/>
              <a:defRPr sz="2666"/>
            </a:lvl4pPr>
            <a:lvl5pPr marL="3047695" indent="0" algn="ctr">
              <a:buNone/>
              <a:defRPr sz="2666"/>
            </a:lvl5pPr>
            <a:lvl6pPr marL="3809619" indent="0" algn="ctr">
              <a:buNone/>
              <a:defRPr sz="2666"/>
            </a:lvl6pPr>
            <a:lvl7pPr marL="4571543" indent="0" algn="ctr">
              <a:buNone/>
              <a:defRPr sz="2666"/>
            </a:lvl7pPr>
            <a:lvl8pPr marL="5333467" indent="0" algn="ctr">
              <a:buNone/>
              <a:defRPr sz="2666"/>
            </a:lvl8pPr>
            <a:lvl9pPr marL="6095390" indent="0" algn="ctr">
              <a:buNone/>
              <a:defRPr sz="2666"/>
            </a:lvl9pPr>
          </a:lstStyle>
          <a:p>
            <a:r>
              <a:rPr lang="en-GB"/>
              <a:t>Subtitle goes here on 1 line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AA99F92D-9095-DA83-60F2-A43FB5C7280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38150" y="2584175"/>
            <a:ext cx="9358037" cy="6864614"/>
          </a:xfrm>
          <a:prstGeom prst="rect">
            <a:avLst/>
          </a:prstGeo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3000"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800"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600"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174E78C-7224-CFE0-F0BC-D6CF58ECD75C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10522227" y="2584174"/>
            <a:ext cx="9358035" cy="6864625"/>
          </a:xfrm>
          <a:prstGeom prst="rect">
            <a:avLst/>
          </a:prstGeom>
        </p:spPr>
        <p:txBody>
          <a:bodyPr/>
          <a:lstStyle>
            <a:lvl1pPr algn="ctr">
              <a:defRPr sz="25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add media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FF6AF12-7C41-8BE1-F0D0-29655407E7C0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CB6DC690-5E0E-28AC-904A-0B078C570E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6412307" y="10621112"/>
            <a:ext cx="2572579" cy="3501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accent3"/>
                </a:solidFill>
              </a:defRPr>
            </a:lvl1pPr>
          </a:lstStyle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6E704A5E-F49B-B7F5-E918-A733AE8352DD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9859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2 - 2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59C55-2FD0-1B45-D242-0C8C493EDB1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9200" y="457200"/>
            <a:ext cx="19441062" cy="738817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lnSpc>
                <a:spcPct val="110000"/>
              </a:lnSpc>
              <a:spcAft>
                <a:spcPts val="1000"/>
              </a:spcAft>
              <a:defRPr sz="4400" b="1">
                <a:solidFill>
                  <a:schemeClr val="tx1"/>
                </a:solidFill>
                <a:latin typeface="+mj-lt"/>
                <a:cs typeface="Poppins" pitchFamily="2" charset="77"/>
              </a:defRPr>
            </a:lvl1pPr>
          </a:lstStyle>
          <a:p>
            <a:r>
              <a:rPr lang="en-GB" dirty="0"/>
              <a:t>Slide title goes here on 1 line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AAFF58-1895-74A3-698E-D878C307229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8150" y="1267200"/>
            <a:ext cx="19442112" cy="573884"/>
          </a:xfrm>
          <a:prstGeom prst="rect">
            <a:avLst/>
          </a:prstGeom>
        </p:spPr>
        <p:txBody>
          <a:bodyPr anchor="t"/>
          <a:lstStyle>
            <a:lvl1pPr marL="0" indent="0" algn="l">
              <a:buNone/>
              <a:defRPr sz="3600">
                <a:solidFill>
                  <a:srgbClr val="7A093C"/>
                </a:solidFill>
              </a:defRPr>
            </a:lvl1pPr>
            <a:lvl2pPr marL="761924" indent="0" algn="ctr">
              <a:buNone/>
              <a:defRPr sz="3333"/>
            </a:lvl2pPr>
            <a:lvl3pPr marL="1523848" indent="0" algn="ctr">
              <a:buNone/>
              <a:defRPr sz="3000"/>
            </a:lvl3pPr>
            <a:lvl4pPr marL="2285771" indent="0" algn="ctr">
              <a:buNone/>
              <a:defRPr sz="2666"/>
            </a:lvl4pPr>
            <a:lvl5pPr marL="3047695" indent="0" algn="ctr">
              <a:buNone/>
              <a:defRPr sz="2666"/>
            </a:lvl5pPr>
            <a:lvl6pPr marL="3809619" indent="0" algn="ctr">
              <a:buNone/>
              <a:defRPr sz="2666"/>
            </a:lvl6pPr>
            <a:lvl7pPr marL="4571543" indent="0" algn="ctr">
              <a:buNone/>
              <a:defRPr sz="2666"/>
            </a:lvl7pPr>
            <a:lvl8pPr marL="5333467" indent="0" algn="ctr">
              <a:buNone/>
              <a:defRPr sz="2666"/>
            </a:lvl8pPr>
            <a:lvl9pPr marL="6095390" indent="0" algn="ctr">
              <a:buNone/>
              <a:defRPr sz="2666"/>
            </a:lvl9pPr>
          </a:lstStyle>
          <a:p>
            <a:r>
              <a:rPr lang="en-GB"/>
              <a:t>Subtitle goes here on 1 line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C529A88-D552-5768-A82B-3E566E9D07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1881808"/>
            <a:ext cx="20318413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AA99F92D-9095-DA83-60F2-A43FB5C7280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38150" y="2584175"/>
            <a:ext cx="9358037" cy="6864614"/>
          </a:xfrm>
          <a:prstGeom prst="rect">
            <a:avLst/>
          </a:prstGeo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3000"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800"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600"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896D3EB3-4253-442C-A8D9-9DF1DE97D52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0523054" y="2584175"/>
            <a:ext cx="9358037" cy="6864614"/>
          </a:xfrm>
          <a:prstGeom prst="rect">
            <a:avLst/>
          </a:prstGeo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3000"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800"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600"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9D081330-5A28-E4D0-9326-FCD3C8A3092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9142229-C23E-F804-341D-00160009F1E6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3A262C7-63EC-2138-A464-D796BD33251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21065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3 - 2 Column Text w/ Full Blee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59C55-2FD0-1B45-D242-0C8C493EDB1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9200" y="457200"/>
            <a:ext cx="9719213" cy="738817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lnSpc>
                <a:spcPct val="110000"/>
              </a:lnSpc>
              <a:spcAft>
                <a:spcPts val="1000"/>
              </a:spcAft>
              <a:defRPr sz="4400" b="1">
                <a:solidFill>
                  <a:schemeClr val="tx1"/>
                </a:solidFill>
                <a:latin typeface="+mj-lt"/>
                <a:cs typeface="Poppins" pitchFamily="2" charset="77"/>
              </a:defRPr>
            </a:lvl1pPr>
          </a:lstStyle>
          <a:p>
            <a:r>
              <a:rPr lang="en-GB" dirty="0"/>
              <a:t>Slide title goes here on 1 line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AAFF58-1895-74A3-698E-D878C307229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8150" y="1267200"/>
            <a:ext cx="9719213" cy="573884"/>
          </a:xfrm>
          <a:prstGeom prst="rect">
            <a:avLst/>
          </a:prstGeom>
        </p:spPr>
        <p:txBody>
          <a:bodyPr anchor="t"/>
          <a:lstStyle>
            <a:lvl1pPr marL="0" indent="0" algn="l">
              <a:buNone/>
              <a:defRPr sz="3600">
                <a:solidFill>
                  <a:srgbClr val="7A093C"/>
                </a:solidFill>
              </a:defRPr>
            </a:lvl1pPr>
            <a:lvl2pPr marL="761924" indent="0" algn="ctr">
              <a:buNone/>
              <a:defRPr sz="3333"/>
            </a:lvl2pPr>
            <a:lvl3pPr marL="1523848" indent="0" algn="ctr">
              <a:buNone/>
              <a:defRPr sz="3000"/>
            </a:lvl3pPr>
            <a:lvl4pPr marL="2285771" indent="0" algn="ctr">
              <a:buNone/>
              <a:defRPr sz="2666"/>
            </a:lvl4pPr>
            <a:lvl5pPr marL="3047695" indent="0" algn="ctr">
              <a:buNone/>
              <a:defRPr sz="2666"/>
            </a:lvl5pPr>
            <a:lvl6pPr marL="3809619" indent="0" algn="ctr">
              <a:buNone/>
              <a:defRPr sz="2666"/>
            </a:lvl6pPr>
            <a:lvl7pPr marL="4571543" indent="0" algn="ctr">
              <a:buNone/>
              <a:defRPr sz="2666"/>
            </a:lvl7pPr>
            <a:lvl8pPr marL="5333467" indent="0" algn="ctr">
              <a:buNone/>
              <a:defRPr sz="2666"/>
            </a:lvl8pPr>
            <a:lvl9pPr marL="6095390" indent="0" algn="ctr">
              <a:buNone/>
              <a:defRPr sz="2666"/>
            </a:lvl9pPr>
          </a:lstStyle>
          <a:p>
            <a:r>
              <a:rPr lang="en-GB"/>
              <a:t>Subtitle goes here on 1 line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26B1CBC-42D7-E0E9-7FA2-DD0FC19C43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1881808"/>
            <a:ext cx="10158413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AA99F92D-9095-DA83-60F2-A43FB5C7280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38150" y="2584175"/>
            <a:ext cx="9358037" cy="6864614"/>
          </a:xfrm>
          <a:prstGeom prst="rect">
            <a:avLst/>
          </a:prstGeo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3000"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800"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600"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04DA801D-D3DE-36AA-5F49-6AAF7A91E9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0158413" y="1"/>
            <a:ext cx="10160000" cy="9448786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13A5F7C0-3B3D-00CB-EBCE-D8B8259CE32C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1E4168D-5150-026C-2958-B4D881016B62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CF903402-49EA-7F72-EFF3-AA4C3E975EA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035556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ayout 3 - 2 Column Text w/ Full Blee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59C55-2FD0-1B45-D242-0C8C493EDB1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9200" y="457200"/>
            <a:ext cx="9719213" cy="738817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lnSpc>
                <a:spcPct val="110000"/>
              </a:lnSpc>
              <a:spcAft>
                <a:spcPts val="1000"/>
              </a:spcAft>
              <a:defRPr sz="4400" b="1">
                <a:solidFill>
                  <a:schemeClr val="tx1"/>
                </a:solidFill>
                <a:latin typeface="+mj-lt"/>
                <a:cs typeface="Poppins" pitchFamily="2" charset="77"/>
              </a:defRPr>
            </a:lvl1pPr>
          </a:lstStyle>
          <a:p>
            <a:r>
              <a:rPr lang="en-GB" dirty="0"/>
              <a:t>Slide title goes here on 1 line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AAFF58-1895-74A3-698E-D878C307229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8150" y="1267200"/>
            <a:ext cx="9719213" cy="573884"/>
          </a:xfrm>
          <a:prstGeom prst="rect">
            <a:avLst/>
          </a:prstGeom>
        </p:spPr>
        <p:txBody>
          <a:bodyPr anchor="t"/>
          <a:lstStyle>
            <a:lvl1pPr marL="0" indent="0" algn="l">
              <a:buNone/>
              <a:defRPr sz="3600">
                <a:solidFill>
                  <a:srgbClr val="7A093C"/>
                </a:solidFill>
              </a:defRPr>
            </a:lvl1pPr>
            <a:lvl2pPr marL="761924" indent="0" algn="ctr">
              <a:buNone/>
              <a:defRPr sz="3333"/>
            </a:lvl2pPr>
            <a:lvl3pPr marL="1523848" indent="0" algn="ctr">
              <a:buNone/>
              <a:defRPr sz="3000"/>
            </a:lvl3pPr>
            <a:lvl4pPr marL="2285771" indent="0" algn="ctr">
              <a:buNone/>
              <a:defRPr sz="2666"/>
            </a:lvl4pPr>
            <a:lvl5pPr marL="3047695" indent="0" algn="ctr">
              <a:buNone/>
              <a:defRPr sz="2666"/>
            </a:lvl5pPr>
            <a:lvl6pPr marL="3809619" indent="0" algn="ctr">
              <a:buNone/>
              <a:defRPr sz="2666"/>
            </a:lvl6pPr>
            <a:lvl7pPr marL="4571543" indent="0" algn="ctr">
              <a:buNone/>
              <a:defRPr sz="2666"/>
            </a:lvl7pPr>
            <a:lvl8pPr marL="5333467" indent="0" algn="ctr">
              <a:buNone/>
              <a:defRPr sz="2666"/>
            </a:lvl8pPr>
            <a:lvl9pPr marL="6095390" indent="0" algn="ctr">
              <a:buNone/>
              <a:defRPr sz="2666"/>
            </a:lvl9pPr>
          </a:lstStyle>
          <a:p>
            <a:r>
              <a:rPr lang="en-GB"/>
              <a:t>Subtitle goes here on 1 line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26B1CBC-42D7-E0E9-7FA2-DD0FC19C43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1881808"/>
            <a:ext cx="10158413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AA99F92D-9095-DA83-60F2-A43FB5C7280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38150" y="2584175"/>
            <a:ext cx="9358037" cy="6864614"/>
          </a:xfrm>
          <a:prstGeom prst="rect">
            <a:avLst/>
          </a:prstGeo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3000"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800"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600"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04DA801D-D3DE-36AA-5F49-6AAF7A91E9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0158413" y="0"/>
            <a:ext cx="10160000" cy="10332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13A5F7C0-3B3D-00CB-EBCE-D8B8259CE32C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1E4168D-5150-026C-2958-B4D881016B62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CF903402-49EA-7F72-EFF3-AA4C3E975EA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15842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4 - 2 Column Text w/ Centr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59C55-2FD0-1B45-D242-0C8C493EDB1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9200" y="457200"/>
            <a:ext cx="19441062" cy="738817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lnSpc>
                <a:spcPct val="110000"/>
              </a:lnSpc>
              <a:spcAft>
                <a:spcPts val="1000"/>
              </a:spcAft>
              <a:defRPr sz="4400" b="1">
                <a:solidFill>
                  <a:schemeClr val="tx1"/>
                </a:solidFill>
                <a:latin typeface="+mj-lt"/>
                <a:cs typeface="Poppins" pitchFamily="2" charset="77"/>
              </a:defRPr>
            </a:lvl1pPr>
          </a:lstStyle>
          <a:p>
            <a:r>
              <a:rPr lang="en-GB" dirty="0"/>
              <a:t>Slide title goes here on 1 line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AAFF58-1895-74A3-698E-D878C307229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8150" y="1267200"/>
            <a:ext cx="19442112" cy="573884"/>
          </a:xfrm>
          <a:prstGeom prst="rect">
            <a:avLst/>
          </a:prstGeom>
        </p:spPr>
        <p:txBody>
          <a:bodyPr anchor="t"/>
          <a:lstStyle>
            <a:lvl1pPr marL="0" indent="0" algn="l">
              <a:buNone/>
              <a:defRPr sz="3600">
                <a:solidFill>
                  <a:srgbClr val="7A093C"/>
                </a:solidFill>
              </a:defRPr>
            </a:lvl1pPr>
            <a:lvl2pPr marL="761924" indent="0" algn="ctr">
              <a:buNone/>
              <a:defRPr sz="3333"/>
            </a:lvl2pPr>
            <a:lvl3pPr marL="1523848" indent="0" algn="ctr">
              <a:buNone/>
              <a:defRPr sz="3000"/>
            </a:lvl3pPr>
            <a:lvl4pPr marL="2285771" indent="0" algn="ctr">
              <a:buNone/>
              <a:defRPr sz="2666"/>
            </a:lvl4pPr>
            <a:lvl5pPr marL="3047695" indent="0" algn="ctr">
              <a:buNone/>
              <a:defRPr sz="2666"/>
            </a:lvl5pPr>
            <a:lvl6pPr marL="3809619" indent="0" algn="ctr">
              <a:buNone/>
              <a:defRPr sz="2666"/>
            </a:lvl6pPr>
            <a:lvl7pPr marL="4571543" indent="0" algn="ctr">
              <a:buNone/>
              <a:defRPr sz="2666"/>
            </a:lvl7pPr>
            <a:lvl8pPr marL="5333467" indent="0" algn="ctr">
              <a:buNone/>
              <a:defRPr sz="2666"/>
            </a:lvl8pPr>
            <a:lvl9pPr marL="6095390" indent="0" algn="ctr">
              <a:buNone/>
              <a:defRPr sz="2666"/>
            </a:lvl9pPr>
          </a:lstStyle>
          <a:p>
            <a:r>
              <a:rPr lang="en-GB"/>
              <a:t>Subtitle goes here on 1 line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C529A88-D552-5768-A82B-3E566E9D07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1881808"/>
            <a:ext cx="20318413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Picture Placeholder 8">
            <a:extLst>
              <a:ext uri="{FF2B5EF4-FFF2-40B4-BE49-F238E27FC236}">
                <a16:creationId xmlns:a16="http://schemas.microsoft.com/office/drawing/2014/main" id="{42E8FF69-497B-08CB-9F38-1BCA485AFF8E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439200" y="2044800"/>
            <a:ext cx="19443600" cy="36684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AA99F92D-9095-DA83-60F2-A43FB5C7280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39200" y="6267600"/>
            <a:ext cx="9356400" cy="3178800"/>
          </a:xfrm>
          <a:prstGeom prst="rect">
            <a:avLst/>
          </a:prstGeo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3000"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800"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600"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896D3EB3-4253-442C-A8D9-9DF1DE97D52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0523054" y="6267600"/>
            <a:ext cx="9356400" cy="3178800"/>
          </a:xfrm>
          <a:prstGeom prst="rect">
            <a:avLst/>
          </a:prstGeo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3000"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800"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600"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AC4680B1-AE53-6408-584D-F76A8EC3426E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933BE9F3-3CB4-B281-8CBC-1E004A930F24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3B4B0961-0CB2-24FD-9EAE-6C1840B6257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94700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4 - 2 Column Text w/ Callou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59C55-2FD0-1B45-D242-0C8C493EDB1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9200" y="457200"/>
            <a:ext cx="19441062" cy="738817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lnSpc>
                <a:spcPct val="110000"/>
              </a:lnSpc>
              <a:spcAft>
                <a:spcPts val="1000"/>
              </a:spcAft>
              <a:defRPr sz="4400" b="1">
                <a:solidFill>
                  <a:schemeClr val="tx1"/>
                </a:solidFill>
                <a:latin typeface="+mj-lt"/>
                <a:cs typeface="Poppins" pitchFamily="2" charset="77"/>
              </a:defRPr>
            </a:lvl1pPr>
          </a:lstStyle>
          <a:p>
            <a:r>
              <a:rPr lang="en-GB" dirty="0"/>
              <a:t>Slide title goes here on 1 line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AAFF58-1895-74A3-698E-D878C307229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8150" y="1267200"/>
            <a:ext cx="19442112" cy="573884"/>
          </a:xfrm>
          <a:prstGeom prst="rect">
            <a:avLst/>
          </a:prstGeom>
        </p:spPr>
        <p:txBody>
          <a:bodyPr anchor="t"/>
          <a:lstStyle>
            <a:lvl1pPr marL="0" indent="0" algn="l">
              <a:buNone/>
              <a:defRPr sz="3600">
                <a:solidFill>
                  <a:srgbClr val="7A093C"/>
                </a:solidFill>
              </a:defRPr>
            </a:lvl1pPr>
            <a:lvl2pPr marL="761924" indent="0" algn="ctr">
              <a:buNone/>
              <a:defRPr sz="3333"/>
            </a:lvl2pPr>
            <a:lvl3pPr marL="1523848" indent="0" algn="ctr">
              <a:buNone/>
              <a:defRPr sz="3000"/>
            </a:lvl3pPr>
            <a:lvl4pPr marL="2285771" indent="0" algn="ctr">
              <a:buNone/>
              <a:defRPr sz="2666"/>
            </a:lvl4pPr>
            <a:lvl5pPr marL="3047695" indent="0" algn="ctr">
              <a:buNone/>
              <a:defRPr sz="2666"/>
            </a:lvl5pPr>
            <a:lvl6pPr marL="3809619" indent="0" algn="ctr">
              <a:buNone/>
              <a:defRPr sz="2666"/>
            </a:lvl6pPr>
            <a:lvl7pPr marL="4571543" indent="0" algn="ctr">
              <a:buNone/>
              <a:defRPr sz="2666"/>
            </a:lvl7pPr>
            <a:lvl8pPr marL="5333467" indent="0" algn="ctr">
              <a:buNone/>
              <a:defRPr sz="2666"/>
            </a:lvl8pPr>
            <a:lvl9pPr marL="6095390" indent="0" algn="ctr">
              <a:buNone/>
              <a:defRPr sz="2666"/>
            </a:lvl9pPr>
          </a:lstStyle>
          <a:p>
            <a:r>
              <a:rPr lang="en-GB"/>
              <a:t>Subtitle goes here on 1 line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C529A88-D552-5768-A82B-3E566E9D07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1881808"/>
            <a:ext cx="20318413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BD6598A0-1819-47B7-56E3-0875334913D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68238" y="6190742"/>
            <a:ext cx="5366302" cy="427636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800" b="1">
                <a:solidFill>
                  <a:schemeClr val="tx1"/>
                </a:solidFill>
                <a:latin typeface="+mj-lt"/>
                <a:cs typeface="Poppins" pitchFamily="2" charset="77"/>
              </a:defRPr>
            </a:lvl1pPr>
            <a:lvl2pPr>
              <a:defRPr sz="2800">
                <a:solidFill>
                  <a:schemeClr val="accent4"/>
                </a:solidFill>
              </a:defRPr>
            </a:lvl2pPr>
            <a:lvl3pPr>
              <a:defRPr sz="2600">
                <a:solidFill>
                  <a:schemeClr val="accent4"/>
                </a:solidFill>
              </a:defRPr>
            </a:lvl3pPr>
            <a:lvl4pPr>
              <a:defRPr sz="2400">
                <a:solidFill>
                  <a:schemeClr val="accent4"/>
                </a:solidFill>
              </a:defRPr>
            </a:lvl4pPr>
            <a:lvl5pPr>
              <a:defRPr sz="2200">
                <a:solidFill>
                  <a:schemeClr val="accent4"/>
                </a:solidFill>
              </a:defRPr>
            </a:lvl5pPr>
          </a:lstStyle>
          <a:p>
            <a:pPr lvl="0"/>
            <a:r>
              <a:rPr lang="en-US"/>
              <a:t>Callouts can look like this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8EA568A2-3656-239A-0EB8-2314D9BBC34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68238" y="6745356"/>
            <a:ext cx="5366302" cy="1590261"/>
          </a:xfrm>
          <a:prstGeom prst="rect">
            <a:avLst/>
          </a:prstGeom>
        </p:spPr>
        <p:txBody>
          <a:bodyPr/>
          <a:lstStyle>
            <a:lvl1pPr algn="l">
              <a:lnSpc>
                <a:spcPct val="100000"/>
              </a:lnSpc>
              <a:defRPr sz="3000" b="0">
                <a:solidFill>
                  <a:schemeClr val="tx1"/>
                </a:solidFill>
              </a:defRPr>
            </a:lvl1pPr>
            <a:lvl2pPr>
              <a:defRPr sz="2800">
                <a:solidFill>
                  <a:schemeClr val="accent4"/>
                </a:solidFill>
              </a:defRPr>
            </a:lvl2pPr>
            <a:lvl3pPr>
              <a:defRPr sz="2600">
                <a:solidFill>
                  <a:schemeClr val="accent4"/>
                </a:solidFill>
              </a:defRPr>
            </a:lvl3pPr>
            <a:lvl4pPr>
              <a:defRPr sz="2400">
                <a:solidFill>
                  <a:schemeClr val="accent4"/>
                </a:solidFill>
              </a:defRPr>
            </a:lvl4pPr>
            <a:lvl5pPr>
              <a:defRPr sz="2200">
                <a:solidFill>
                  <a:schemeClr val="accent4"/>
                </a:solidFill>
              </a:defRPr>
            </a:lvl5pPr>
          </a:lstStyle>
          <a:p>
            <a:pPr lvl="0"/>
            <a:r>
              <a:rPr lang="en-US"/>
              <a:t>They can have headings as well as supporting copy below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A01051A9-1F5E-DEBC-460B-258E8324218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427654" y="6190742"/>
            <a:ext cx="5366302" cy="427636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800" b="1">
                <a:solidFill>
                  <a:schemeClr val="tx1"/>
                </a:solidFill>
                <a:latin typeface="+mj-lt"/>
                <a:cs typeface="Poppins" pitchFamily="2" charset="77"/>
              </a:defRPr>
            </a:lvl1pPr>
            <a:lvl2pPr>
              <a:defRPr sz="2800">
                <a:solidFill>
                  <a:schemeClr val="accent4"/>
                </a:solidFill>
              </a:defRPr>
            </a:lvl2pPr>
            <a:lvl3pPr>
              <a:defRPr sz="2600">
                <a:solidFill>
                  <a:schemeClr val="accent4"/>
                </a:solidFill>
              </a:defRPr>
            </a:lvl3pPr>
            <a:lvl4pPr>
              <a:defRPr sz="2400">
                <a:solidFill>
                  <a:schemeClr val="accent4"/>
                </a:solidFill>
              </a:defRPr>
            </a:lvl4pPr>
            <a:lvl5pPr>
              <a:defRPr sz="2200">
                <a:solidFill>
                  <a:schemeClr val="accent4"/>
                </a:solidFill>
              </a:defRPr>
            </a:lvl5pPr>
          </a:lstStyle>
          <a:p>
            <a:pPr lvl="0"/>
            <a:r>
              <a:rPr lang="en-US"/>
              <a:t>Callouts can look like this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C5735E75-8212-0D61-84DB-AE4D33228EE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427654" y="6745356"/>
            <a:ext cx="5366302" cy="1590261"/>
          </a:xfrm>
          <a:prstGeom prst="rect">
            <a:avLst/>
          </a:prstGeom>
        </p:spPr>
        <p:txBody>
          <a:bodyPr/>
          <a:lstStyle>
            <a:lvl1pPr algn="l">
              <a:lnSpc>
                <a:spcPct val="100000"/>
              </a:lnSpc>
              <a:defRPr sz="3000" b="0">
                <a:solidFill>
                  <a:schemeClr val="tx1"/>
                </a:solidFill>
              </a:defRPr>
            </a:lvl1pPr>
            <a:lvl2pPr>
              <a:defRPr sz="2800">
                <a:solidFill>
                  <a:schemeClr val="accent4"/>
                </a:solidFill>
              </a:defRPr>
            </a:lvl2pPr>
            <a:lvl3pPr>
              <a:defRPr sz="2600">
                <a:solidFill>
                  <a:schemeClr val="accent4"/>
                </a:solidFill>
              </a:defRPr>
            </a:lvl3pPr>
            <a:lvl4pPr>
              <a:defRPr sz="2400">
                <a:solidFill>
                  <a:schemeClr val="accent4"/>
                </a:solidFill>
              </a:defRPr>
            </a:lvl4pPr>
            <a:lvl5pPr>
              <a:defRPr sz="2200">
                <a:solidFill>
                  <a:schemeClr val="accent4"/>
                </a:solidFill>
              </a:defRPr>
            </a:lvl5pPr>
          </a:lstStyle>
          <a:p>
            <a:pPr lvl="0"/>
            <a:r>
              <a:rPr lang="en-US"/>
              <a:t>They can have headings as well as supporting copy below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CBC00321-3268-8722-0F55-D1C85C839AD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3980854" y="6190742"/>
            <a:ext cx="5366302" cy="427636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800" b="1">
                <a:solidFill>
                  <a:schemeClr val="tx1"/>
                </a:solidFill>
                <a:latin typeface="+mj-lt"/>
                <a:cs typeface="Poppins" pitchFamily="2" charset="77"/>
              </a:defRPr>
            </a:lvl1pPr>
            <a:lvl2pPr>
              <a:defRPr sz="2800">
                <a:solidFill>
                  <a:schemeClr val="accent4"/>
                </a:solidFill>
              </a:defRPr>
            </a:lvl2pPr>
            <a:lvl3pPr>
              <a:defRPr sz="2600">
                <a:solidFill>
                  <a:schemeClr val="accent4"/>
                </a:solidFill>
              </a:defRPr>
            </a:lvl3pPr>
            <a:lvl4pPr>
              <a:defRPr sz="2400">
                <a:solidFill>
                  <a:schemeClr val="accent4"/>
                </a:solidFill>
              </a:defRPr>
            </a:lvl4pPr>
            <a:lvl5pPr>
              <a:defRPr sz="2200">
                <a:solidFill>
                  <a:schemeClr val="accent4"/>
                </a:solidFill>
              </a:defRPr>
            </a:lvl5pPr>
          </a:lstStyle>
          <a:p>
            <a:pPr lvl="0"/>
            <a:r>
              <a:rPr lang="en-US"/>
              <a:t>Callouts can look like this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0D5EB2A8-58F4-5BEB-91C4-7F4F8DCC3CE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3980854" y="6745356"/>
            <a:ext cx="5366302" cy="1590261"/>
          </a:xfrm>
          <a:prstGeom prst="rect">
            <a:avLst/>
          </a:prstGeom>
        </p:spPr>
        <p:txBody>
          <a:bodyPr/>
          <a:lstStyle>
            <a:lvl1pPr algn="l">
              <a:lnSpc>
                <a:spcPct val="100000"/>
              </a:lnSpc>
              <a:defRPr sz="3000" b="0">
                <a:solidFill>
                  <a:schemeClr val="tx1"/>
                </a:solidFill>
              </a:defRPr>
            </a:lvl1pPr>
            <a:lvl2pPr>
              <a:defRPr sz="2800">
                <a:solidFill>
                  <a:schemeClr val="accent4"/>
                </a:solidFill>
              </a:defRPr>
            </a:lvl2pPr>
            <a:lvl3pPr>
              <a:defRPr sz="2600">
                <a:solidFill>
                  <a:schemeClr val="accent4"/>
                </a:solidFill>
              </a:defRPr>
            </a:lvl3pPr>
            <a:lvl4pPr>
              <a:defRPr sz="2400">
                <a:solidFill>
                  <a:schemeClr val="accent4"/>
                </a:solidFill>
              </a:defRPr>
            </a:lvl4pPr>
            <a:lvl5pPr>
              <a:defRPr sz="2200">
                <a:solidFill>
                  <a:schemeClr val="accent4"/>
                </a:solidFill>
              </a:defRPr>
            </a:lvl5pPr>
          </a:lstStyle>
          <a:p>
            <a:pPr lvl="0"/>
            <a:r>
              <a:rPr lang="en-US"/>
              <a:t>They can have headings as well as supporting copy below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F8063C6-D03F-C455-1413-9CCA72A1C470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C08E00E7-D5F9-B47F-C0D8-1415DF8F4E41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10BB54C7-E8D3-B532-0BB1-8F94C0116B81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428781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6 - Header w/ Open Midd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59C55-2FD0-1B45-D242-0C8C493EDB1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9200" y="457200"/>
            <a:ext cx="19441062" cy="738817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lnSpc>
                <a:spcPct val="110000"/>
              </a:lnSpc>
              <a:spcAft>
                <a:spcPts val="1000"/>
              </a:spcAft>
              <a:defRPr sz="4400" b="1">
                <a:solidFill>
                  <a:schemeClr val="tx1"/>
                </a:solidFill>
                <a:latin typeface="+mj-lt"/>
                <a:cs typeface="Poppins" pitchFamily="2" charset="77"/>
              </a:defRPr>
            </a:lvl1pPr>
          </a:lstStyle>
          <a:p>
            <a:r>
              <a:rPr lang="en-GB" dirty="0"/>
              <a:t>Slide title goes here on 1 line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AAFF58-1895-74A3-698E-D878C307229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8150" y="1267200"/>
            <a:ext cx="19442112" cy="573884"/>
          </a:xfrm>
          <a:prstGeom prst="rect">
            <a:avLst/>
          </a:prstGeom>
        </p:spPr>
        <p:txBody>
          <a:bodyPr anchor="t"/>
          <a:lstStyle>
            <a:lvl1pPr marL="0" indent="0" algn="l">
              <a:buNone/>
              <a:defRPr sz="3600">
                <a:solidFill>
                  <a:srgbClr val="7A093C"/>
                </a:solidFill>
              </a:defRPr>
            </a:lvl1pPr>
            <a:lvl2pPr marL="761924" indent="0" algn="ctr">
              <a:buNone/>
              <a:defRPr sz="3333"/>
            </a:lvl2pPr>
            <a:lvl3pPr marL="1523848" indent="0" algn="ctr">
              <a:buNone/>
              <a:defRPr sz="3000"/>
            </a:lvl3pPr>
            <a:lvl4pPr marL="2285771" indent="0" algn="ctr">
              <a:buNone/>
              <a:defRPr sz="2666"/>
            </a:lvl4pPr>
            <a:lvl5pPr marL="3047695" indent="0" algn="ctr">
              <a:buNone/>
              <a:defRPr sz="2666"/>
            </a:lvl5pPr>
            <a:lvl6pPr marL="3809619" indent="0" algn="ctr">
              <a:buNone/>
              <a:defRPr sz="2666"/>
            </a:lvl6pPr>
            <a:lvl7pPr marL="4571543" indent="0" algn="ctr">
              <a:buNone/>
              <a:defRPr sz="2666"/>
            </a:lvl7pPr>
            <a:lvl8pPr marL="5333467" indent="0" algn="ctr">
              <a:buNone/>
              <a:defRPr sz="2666"/>
            </a:lvl8pPr>
            <a:lvl9pPr marL="6095390" indent="0" algn="ctr">
              <a:buNone/>
              <a:defRPr sz="2666"/>
            </a:lvl9pPr>
          </a:lstStyle>
          <a:p>
            <a:r>
              <a:rPr lang="en-GB"/>
              <a:t>Subtitle goes here on 1 line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C529A88-D552-5768-A82B-3E566E9D07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1881808"/>
            <a:ext cx="20318413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42DC5996-BDFE-55CD-CC8A-FA042955CE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12D068AA-C0B4-024E-F068-CFC63BC56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57C64306-DF1D-0001-7737-CA0C49A4C7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778412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7 - 2 Line Title w/ Copy and Full Blee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59C55-2FD0-1B45-D242-0C8C493EDB1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9200" y="457200"/>
            <a:ext cx="7203600" cy="1472400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 algn="l">
              <a:lnSpc>
                <a:spcPct val="100000"/>
              </a:lnSpc>
              <a:spcAft>
                <a:spcPts val="1000"/>
              </a:spcAft>
              <a:defRPr sz="4400" b="1">
                <a:solidFill>
                  <a:schemeClr val="tx1"/>
                </a:solidFill>
                <a:latin typeface="+mj-lt"/>
                <a:cs typeface="Poppins" pitchFamily="2" charset="77"/>
              </a:defRPr>
            </a:lvl1pPr>
          </a:lstStyle>
          <a:p>
            <a:r>
              <a:rPr lang="en-GB" dirty="0"/>
              <a:t>Slide title goes here on up to 2 lines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AAFF58-1895-74A3-698E-D878C307229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8150" y="2185200"/>
            <a:ext cx="7203600" cy="943200"/>
          </a:xfrm>
          <a:prstGeom prst="rect">
            <a:avLst/>
          </a:prstGeom>
        </p:spPr>
        <p:txBody>
          <a:bodyPr anchor="t"/>
          <a:lstStyle>
            <a:lvl1pPr marL="0" indent="0" algn="l">
              <a:buNone/>
              <a:defRPr sz="3600">
                <a:solidFill>
                  <a:srgbClr val="7A093C"/>
                </a:solidFill>
              </a:defRPr>
            </a:lvl1pPr>
            <a:lvl2pPr marL="761924" indent="0" algn="ctr">
              <a:buNone/>
              <a:defRPr sz="3333"/>
            </a:lvl2pPr>
            <a:lvl3pPr marL="1523848" indent="0" algn="ctr">
              <a:buNone/>
              <a:defRPr sz="3000"/>
            </a:lvl3pPr>
            <a:lvl4pPr marL="2285771" indent="0" algn="ctr">
              <a:buNone/>
              <a:defRPr sz="2666"/>
            </a:lvl4pPr>
            <a:lvl5pPr marL="3047695" indent="0" algn="ctr">
              <a:buNone/>
              <a:defRPr sz="2666"/>
            </a:lvl5pPr>
            <a:lvl6pPr marL="3809619" indent="0" algn="ctr">
              <a:buNone/>
              <a:defRPr sz="2666"/>
            </a:lvl6pPr>
            <a:lvl7pPr marL="4571543" indent="0" algn="ctr">
              <a:buNone/>
              <a:defRPr sz="2666"/>
            </a:lvl7pPr>
            <a:lvl8pPr marL="5333467" indent="0" algn="ctr">
              <a:buNone/>
              <a:defRPr sz="2666"/>
            </a:lvl8pPr>
            <a:lvl9pPr marL="6095390" indent="0" algn="ctr">
              <a:buNone/>
              <a:defRPr sz="2666"/>
            </a:lvl9pPr>
          </a:lstStyle>
          <a:p>
            <a:r>
              <a:rPr lang="en-GB"/>
              <a:t>Subtitle goes here on up to 2 lines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C062632-2984-19D6-DA27-DCA143DE27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3257828"/>
            <a:ext cx="8570563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AA99F92D-9095-DA83-60F2-A43FB5C7280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38150" y="3535200"/>
            <a:ext cx="7203600" cy="5914800"/>
          </a:xfrm>
          <a:prstGeom prst="rect">
            <a:avLst/>
          </a:prstGeo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3000"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800"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600"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04DA801D-D3DE-36AA-5F49-6AAF7A91E9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570563" y="0"/>
            <a:ext cx="11747850" cy="94488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C41E1458-C432-DACF-1B77-6F0178924C6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DE838F34-5806-14A7-4D13-6E52C519974C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1634D9D2-1CEF-12A6-591D-6FCA71B73912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17549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8 - 2 Line Title w/ Copy and Full Bleed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11F801B-42A4-D1DC-A330-C73B427D21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0"/>
            <a:ext cx="20349275" cy="94488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4259C55-2FD0-1B45-D242-0C8C493EDB1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2218400" y="457200"/>
            <a:ext cx="7203600" cy="1472400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lnSpc>
                <a:spcPct val="110000"/>
              </a:lnSpc>
              <a:spcAft>
                <a:spcPts val="1000"/>
              </a:spcAft>
              <a:defRPr sz="4400" b="1">
                <a:solidFill>
                  <a:schemeClr val="bg1"/>
                </a:solidFill>
                <a:latin typeface="+mj-lt"/>
                <a:cs typeface="Poppins" pitchFamily="2" charset="77"/>
              </a:defRPr>
            </a:lvl1pPr>
          </a:lstStyle>
          <a:p>
            <a:r>
              <a:rPr lang="en-GB" dirty="0"/>
              <a:t>Slide title goes here on up to 2 lines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AAFF58-1895-74A3-698E-D878C307229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2218400" y="2185200"/>
            <a:ext cx="7203600" cy="943200"/>
          </a:xfrm>
          <a:prstGeom prst="rect">
            <a:avLst/>
          </a:prstGeom>
        </p:spPr>
        <p:txBody>
          <a:bodyPr anchor="t"/>
          <a:lstStyle>
            <a:lvl1pPr marL="0" indent="0" algn="l">
              <a:buNone/>
              <a:defRPr sz="3600">
                <a:solidFill>
                  <a:schemeClr val="bg1"/>
                </a:solidFill>
              </a:defRPr>
            </a:lvl1pPr>
            <a:lvl2pPr marL="761924" indent="0" algn="ctr">
              <a:buNone/>
              <a:defRPr sz="3333"/>
            </a:lvl2pPr>
            <a:lvl3pPr marL="1523848" indent="0" algn="ctr">
              <a:buNone/>
              <a:defRPr sz="3000"/>
            </a:lvl3pPr>
            <a:lvl4pPr marL="2285771" indent="0" algn="ctr">
              <a:buNone/>
              <a:defRPr sz="2666"/>
            </a:lvl4pPr>
            <a:lvl5pPr marL="3047695" indent="0" algn="ctr">
              <a:buNone/>
              <a:defRPr sz="2666"/>
            </a:lvl5pPr>
            <a:lvl6pPr marL="3809619" indent="0" algn="ctr">
              <a:buNone/>
              <a:defRPr sz="2666"/>
            </a:lvl6pPr>
            <a:lvl7pPr marL="4571543" indent="0" algn="ctr">
              <a:buNone/>
              <a:defRPr sz="2666"/>
            </a:lvl7pPr>
            <a:lvl8pPr marL="5333467" indent="0" algn="ctr">
              <a:buNone/>
              <a:defRPr sz="2666"/>
            </a:lvl8pPr>
            <a:lvl9pPr marL="6095390" indent="0" algn="ctr">
              <a:buNone/>
              <a:defRPr sz="2666"/>
            </a:lvl9pPr>
          </a:lstStyle>
          <a:p>
            <a:r>
              <a:rPr lang="en-GB"/>
              <a:t>Subtitle goes here on 1 line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AA99F92D-9095-DA83-60F2-A43FB5C728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2218400" y="3535200"/>
            <a:ext cx="7203600" cy="5371200"/>
          </a:xfrm>
          <a:prstGeom prst="rect">
            <a:avLst/>
          </a:prstGeo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3000">
                <a:solidFill>
                  <a:schemeClr val="bg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800">
                <a:solidFill>
                  <a:schemeClr val="bg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600">
                <a:solidFill>
                  <a:schemeClr val="bg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400">
                <a:solidFill>
                  <a:schemeClr val="bg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2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C062632-2984-19D6-DA27-DCA143DE27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747850" y="3257828"/>
            <a:ext cx="8570563" cy="0"/>
          </a:xfrm>
          <a:prstGeom prst="line">
            <a:avLst/>
          </a:prstGeom>
          <a:ln w="222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04DA801D-D3DE-36AA-5F49-6AAF7A91E9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11779200" cy="94488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DF526E81-2B2E-2FBE-FBEE-7993015DEE3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36424CF3-DC6A-ACF4-BCC0-6999BB1E5625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F3BC796C-F05B-6EF0-6DA8-13A9D6314B0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147432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0 - Divider Slide w/  Ble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8">
            <a:extLst>
              <a:ext uri="{FF2B5EF4-FFF2-40B4-BE49-F238E27FC236}">
                <a16:creationId xmlns:a16="http://schemas.microsoft.com/office/drawing/2014/main" id="{B312DC6C-470B-EF98-6369-AEF7DDD3AB9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20318413" cy="944879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4259C55-2FD0-1B45-D242-0C8C493EDB1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015200" y="3567599"/>
            <a:ext cx="5202000" cy="2019600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spcAft>
                <a:spcPts val="1000"/>
              </a:spcAft>
              <a:defRPr sz="4800" b="1">
                <a:solidFill>
                  <a:schemeClr val="tx1"/>
                </a:solidFill>
                <a:latin typeface="+mj-lt"/>
                <a:cs typeface="Poppins" pitchFamily="2" charset="77"/>
              </a:defRPr>
            </a:lvl1pPr>
          </a:lstStyle>
          <a:p>
            <a:r>
              <a:rPr lang="en-GB" dirty="0"/>
              <a:t>Slide title goes here on 2 lines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AAFF58-1895-74A3-698E-D878C307229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015200" y="5799600"/>
            <a:ext cx="5202000" cy="1472400"/>
          </a:xfrm>
          <a:prstGeom prst="rect">
            <a:avLst/>
          </a:prstGeom>
        </p:spPr>
        <p:txBody>
          <a:bodyPr anchor="t"/>
          <a:lstStyle>
            <a:lvl1pPr marL="0" indent="0" algn="l">
              <a:buNone/>
              <a:defRPr sz="3600">
                <a:solidFill>
                  <a:srgbClr val="7A093C"/>
                </a:solidFill>
              </a:defRPr>
            </a:lvl1pPr>
            <a:lvl2pPr marL="761924" indent="0" algn="ctr">
              <a:buNone/>
              <a:defRPr sz="3333"/>
            </a:lvl2pPr>
            <a:lvl3pPr marL="1523848" indent="0" algn="ctr">
              <a:buNone/>
              <a:defRPr sz="3000"/>
            </a:lvl3pPr>
            <a:lvl4pPr marL="2285771" indent="0" algn="ctr">
              <a:buNone/>
              <a:defRPr sz="2666"/>
            </a:lvl4pPr>
            <a:lvl5pPr marL="3047695" indent="0" algn="ctr">
              <a:buNone/>
              <a:defRPr sz="2666"/>
            </a:lvl5pPr>
            <a:lvl6pPr marL="3809619" indent="0" algn="ctr">
              <a:buNone/>
              <a:defRPr sz="2666"/>
            </a:lvl6pPr>
            <a:lvl7pPr marL="4571543" indent="0" algn="ctr">
              <a:buNone/>
              <a:defRPr sz="2666"/>
            </a:lvl7pPr>
            <a:lvl8pPr marL="5333467" indent="0" algn="ctr">
              <a:buNone/>
              <a:defRPr sz="2666"/>
            </a:lvl8pPr>
            <a:lvl9pPr marL="6095390" indent="0" algn="ctr">
              <a:buNone/>
              <a:defRPr sz="2666"/>
            </a:lvl9pPr>
          </a:lstStyle>
          <a:p>
            <a:r>
              <a:rPr lang="en-GB"/>
              <a:t>Subtitle goes here on up to 2 lines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0476B1-BC79-6A48-84CA-0759CACFAD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F01B45CF-F80F-AF1A-BB60-5E7615EB2D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6412307" y="10621112"/>
            <a:ext cx="2572579" cy="3501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accent3"/>
                </a:solidFill>
              </a:defRPr>
            </a:lvl1pPr>
          </a:lstStyle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FBF0A4-9A22-175D-1BEC-7D14A9C0F4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05764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1 - Loc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BD0E6DC-510A-EBC0-7914-5C71A187FBCA}"/>
              </a:ext>
            </a:extLst>
          </p:cNvPr>
          <p:cNvSpPr/>
          <p:nvPr userDrawn="1"/>
        </p:nvSpPr>
        <p:spPr>
          <a:xfrm>
            <a:off x="0" y="0"/>
            <a:ext cx="20349275" cy="951345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itle 1">
            <a:extLst>
              <a:ext uri="{FF2B5EF4-FFF2-40B4-BE49-F238E27FC236}">
                <a16:creationId xmlns:a16="http://schemas.microsoft.com/office/drawing/2014/main" id="{7171CFEA-ADB1-7172-2C62-962AE5CDAE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15199" y="3908412"/>
            <a:ext cx="3639227" cy="4077113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lnSpc>
                <a:spcPct val="110000"/>
              </a:lnSpc>
              <a:spcAft>
                <a:spcPts val="1000"/>
              </a:spcAft>
              <a:defRPr sz="4800" b="1">
                <a:solidFill>
                  <a:schemeClr val="bg1"/>
                </a:solidFill>
                <a:latin typeface="+mj-lt"/>
                <a:cs typeface="Poppins" pitchFamily="2" charset="77"/>
              </a:defRPr>
            </a:lvl1pPr>
          </a:lstStyle>
          <a:p>
            <a:endParaRPr lang="en-US"/>
          </a:p>
        </p:txBody>
      </p:sp>
      <p:pic>
        <p:nvPicPr>
          <p:cNvPr id="7" name="Graphic 6" descr="McMaster Logo">
            <a:extLst>
              <a:ext uri="{FF2B5EF4-FFF2-40B4-BE49-F238E27FC236}">
                <a16:creationId xmlns:a16="http://schemas.microsoft.com/office/drawing/2014/main" id="{BC6B77CC-80A6-A4BE-B798-980684DAAF1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5200" y="1990874"/>
            <a:ext cx="2683078" cy="1413471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0476B1-BC79-6A48-84CA-0759CACFAD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C5AFAE97-2643-BCF4-8E70-DEE90AE465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6412307" y="10621112"/>
            <a:ext cx="2572579" cy="3501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accent3"/>
                </a:solidFill>
              </a:defRPr>
            </a:lvl1pPr>
          </a:lstStyle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FBF0A4-9A22-175D-1BEC-7D14A9C0F4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40234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00" userDrawn="1">
          <p15:clr>
            <a:srgbClr val="FBAE40"/>
          </p15:clr>
        </p15:guide>
        <p15:guide id="2" pos="6399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2 - Regi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597FAEE-5FAF-88B1-7416-563A1CAB42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-1"/>
            <a:ext cx="20318413" cy="953135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3E399AF-2CA0-ABA0-9DFA-3AB2EA8306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24366" y="2334708"/>
            <a:ext cx="13337750" cy="486193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392136" sx="60000" sy="60000" algn="ctr" rotWithShape="0">
              <a:prstClr val="black">
                <a:alpha val="9982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Graphic 10" descr="Brighter World Logo">
            <a:extLst>
              <a:ext uri="{FF2B5EF4-FFF2-40B4-BE49-F238E27FC236}">
                <a16:creationId xmlns:a16="http://schemas.microsoft.com/office/drawing/2014/main" id="{6088992C-5070-6F90-0520-CEBA8C9E488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40917" y="5959405"/>
            <a:ext cx="1090083" cy="739699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BBD7D226-EE41-9FB9-ED21-8357A423D9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24366" y="7033470"/>
            <a:ext cx="13339334" cy="15979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 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4259C55-2FD0-1B45-D242-0C8C493EDB1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695200" y="3477600"/>
            <a:ext cx="5367600" cy="428400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lnSpc>
                <a:spcPct val="110000"/>
              </a:lnSpc>
              <a:spcAft>
                <a:spcPts val="1000"/>
              </a:spcAft>
              <a:defRPr sz="2800" b="1">
                <a:solidFill>
                  <a:schemeClr val="tx1"/>
                </a:solidFill>
                <a:latin typeface="+mj-lt"/>
                <a:cs typeface="Poppins" pitchFamily="2" charset="77"/>
              </a:defRPr>
            </a:lvl1pPr>
          </a:lstStyle>
          <a:p>
            <a:r>
              <a:rPr lang="en-GB"/>
              <a:t>Full Name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AAFF58-1895-74A3-698E-D878C307229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695200" y="4194000"/>
            <a:ext cx="5367600" cy="536400"/>
          </a:xfrm>
          <a:prstGeom prst="rect">
            <a:avLst/>
          </a:prstGeom>
        </p:spPr>
        <p:txBody>
          <a:bodyPr anchor="t"/>
          <a:lstStyle>
            <a:lvl1pPr marL="0" indent="0" algn="l">
              <a:buNone/>
              <a:defRPr sz="2800">
                <a:solidFill>
                  <a:schemeClr val="tx1"/>
                </a:solidFill>
              </a:defRPr>
            </a:lvl1pPr>
            <a:lvl2pPr marL="761924" indent="0" algn="ctr">
              <a:buNone/>
              <a:defRPr sz="3333"/>
            </a:lvl2pPr>
            <a:lvl3pPr marL="1523848" indent="0" algn="ctr">
              <a:buNone/>
              <a:defRPr sz="3000"/>
            </a:lvl3pPr>
            <a:lvl4pPr marL="2285771" indent="0" algn="ctr">
              <a:buNone/>
              <a:defRPr sz="2666"/>
            </a:lvl4pPr>
            <a:lvl5pPr marL="3047695" indent="0" algn="ctr">
              <a:buNone/>
              <a:defRPr sz="2666"/>
            </a:lvl5pPr>
            <a:lvl6pPr marL="3809619" indent="0" algn="ctr">
              <a:buNone/>
              <a:defRPr sz="2666"/>
            </a:lvl6pPr>
            <a:lvl7pPr marL="4571543" indent="0" algn="ctr">
              <a:buNone/>
              <a:defRPr sz="2666"/>
            </a:lvl7pPr>
            <a:lvl8pPr marL="5333467" indent="0" algn="ctr">
              <a:buNone/>
              <a:defRPr sz="2666"/>
            </a:lvl8pPr>
            <a:lvl9pPr marL="6095390" indent="0" algn="ctr">
              <a:buNone/>
              <a:defRPr sz="2666"/>
            </a:lvl9pPr>
          </a:lstStyle>
          <a:p>
            <a:r>
              <a:rPr lang="en-GB"/>
              <a:t>Accreditations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BDAA9548-D5B2-EC7E-0865-44149838B85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696355" y="4868458"/>
            <a:ext cx="5366302" cy="536390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00000"/>
              </a:lnSpc>
              <a:buNone/>
              <a:defRPr sz="2800" b="0">
                <a:solidFill>
                  <a:schemeClr val="accent1"/>
                </a:solidFill>
              </a:defRPr>
            </a:lvl1pPr>
            <a:lvl2pPr>
              <a:defRPr sz="2800">
                <a:solidFill>
                  <a:schemeClr val="accent4"/>
                </a:solidFill>
              </a:defRPr>
            </a:lvl2pPr>
            <a:lvl3pPr>
              <a:defRPr sz="2600">
                <a:solidFill>
                  <a:schemeClr val="accent4"/>
                </a:solidFill>
              </a:defRPr>
            </a:lvl3pPr>
            <a:lvl4pPr>
              <a:defRPr sz="2400">
                <a:solidFill>
                  <a:schemeClr val="accent4"/>
                </a:solidFill>
              </a:defRPr>
            </a:lvl4pPr>
            <a:lvl5pPr>
              <a:defRPr sz="2200">
                <a:solidFill>
                  <a:schemeClr val="accent4"/>
                </a:solidFill>
              </a:defRPr>
            </a:lvl5pPr>
          </a:lstStyle>
          <a:p>
            <a:pPr lvl="0"/>
            <a:r>
              <a:rPr lang="en-US"/>
              <a:t>Title</a:t>
            </a:r>
          </a:p>
        </p:txBody>
      </p:sp>
      <p:sp>
        <p:nvSpPr>
          <p:cNvPr id="12" name="Picture Placeholder 4">
            <a:extLst>
              <a:ext uri="{FF2B5EF4-FFF2-40B4-BE49-F238E27FC236}">
                <a16:creationId xmlns:a16="http://schemas.microsoft.com/office/drawing/2014/main" id="{FFC3C17C-4836-54D8-2826-B95E3AABFF1D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070752" y="3077188"/>
            <a:ext cx="3257370" cy="3256121"/>
          </a:xfrm>
          <a:prstGeom prst="rect">
            <a:avLst/>
          </a:prstGeom>
          <a:ln w="63500">
            <a:solidFill>
              <a:schemeClr val="bg1"/>
            </a:solidFill>
          </a:ln>
          <a:effectLst>
            <a:outerShdw blurRad="317500" algn="ctr" rotWithShape="0">
              <a:prstClr val="black">
                <a:alpha val="12000"/>
              </a:prstClr>
            </a:outerShdw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/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E1A72E33-59E3-B8C0-291D-0BF16B8D8AC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729165" y="2722713"/>
            <a:ext cx="5366302" cy="427636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3000" b="1">
                <a:solidFill>
                  <a:schemeClr val="tx1"/>
                </a:solidFill>
                <a:latin typeface="+mn-lt"/>
              </a:defRPr>
            </a:lvl1pPr>
            <a:lvl2pPr>
              <a:defRPr sz="2800">
                <a:solidFill>
                  <a:schemeClr val="accent4"/>
                </a:solidFill>
              </a:defRPr>
            </a:lvl2pPr>
            <a:lvl3pPr>
              <a:defRPr sz="2600">
                <a:solidFill>
                  <a:schemeClr val="accent4"/>
                </a:solidFill>
              </a:defRPr>
            </a:lvl3pPr>
            <a:lvl4pPr>
              <a:defRPr sz="2400">
                <a:solidFill>
                  <a:schemeClr val="accent4"/>
                </a:solidFill>
              </a:defRPr>
            </a:lvl4pPr>
            <a:lvl5pPr>
              <a:defRPr sz="2200">
                <a:solidFill>
                  <a:schemeClr val="accent4"/>
                </a:solidFill>
              </a:defRPr>
            </a:lvl5pPr>
          </a:lstStyle>
          <a:p>
            <a:pPr lvl="0"/>
            <a:r>
              <a:rPr lang="en-US"/>
              <a:t>Insert Title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64659317-169C-8689-A0CA-20666CF8A65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729165" y="3277327"/>
            <a:ext cx="5366302" cy="2855844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800" b="0">
                <a:solidFill>
                  <a:schemeClr val="tx1"/>
                </a:solidFill>
              </a:defRPr>
            </a:lvl1pPr>
            <a:lvl2pPr>
              <a:defRPr sz="2800">
                <a:solidFill>
                  <a:schemeClr val="accent4"/>
                </a:solidFill>
              </a:defRPr>
            </a:lvl2pPr>
            <a:lvl3pPr>
              <a:defRPr sz="2600">
                <a:solidFill>
                  <a:schemeClr val="accent4"/>
                </a:solidFill>
              </a:defRPr>
            </a:lvl3pPr>
            <a:lvl4pPr>
              <a:defRPr sz="2400">
                <a:solidFill>
                  <a:schemeClr val="accent4"/>
                </a:solidFill>
              </a:defRPr>
            </a:lvl4pPr>
            <a:lvl5pPr>
              <a:defRPr sz="2200">
                <a:solidFill>
                  <a:schemeClr val="accent4"/>
                </a:solidFill>
              </a:defRPr>
            </a:lvl5pPr>
          </a:lstStyle>
          <a:p>
            <a:pPr lvl="0"/>
            <a:r>
              <a:rPr lang="en-US"/>
              <a:t>Insert Info Here</a:t>
            </a:r>
          </a:p>
        </p:txBody>
      </p:sp>
      <p:sp>
        <p:nvSpPr>
          <p:cNvPr id="17" name="Freeform 16" descr="World wide web icon">
            <a:extLst>
              <a:ext uri="{FF2B5EF4-FFF2-40B4-BE49-F238E27FC236}">
                <a16:creationId xmlns:a16="http://schemas.microsoft.com/office/drawing/2014/main" id="{EEED13BE-4966-4646-607D-1F15919447F8}"/>
              </a:ext>
            </a:extLst>
          </p:cNvPr>
          <p:cNvSpPr/>
          <p:nvPr userDrawn="1"/>
        </p:nvSpPr>
        <p:spPr>
          <a:xfrm>
            <a:off x="11729165" y="6425952"/>
            <a:ext cx="318541" cy="317588"/>
          </a:xfrm>
          <a:custGeom>
            <a:avLst/>
            <a:gdLst>
              <a:gd name="connsiteX0" fmla="*/ 609692 w 632413"/>
              <a:gd name="connsiteY0" fmla="*/ 195026 h 630520"/>
              <a:gd name="connsiteX1" fmla="*/ 609692 w 632413"/>
              <a:gd name="connsiteY1" fmla="*/ 195026 h 630520"/>
              <a:gd name="connsiteX2" fmla="*/ 378691 w 632413"/>
              <a:gd name="connsiteY2" fmla="*/ 4734 h 630520"/>
              <a:gd name="connsiteX3" fmla="*/ 376797 w 632413"/>
              <a:gd name="connsiteY3" fmla="*/ 4734 h 630520"/>
              <a:gd name="connsiteX4" fmla="*/ 315260 w 632413"/>
              <a:gd name="connsiteY4" fmla="*/ 0 h 630520"/>
              <a:gd name="connsiteX5" fmla="*/ 248989 w 632413"/>
              <a:gd name="connsiteY5" fmla="*/ 6627 h 630520"/>
              <a:gd name="connsiteX6" fmla="*/ 238575 w 632413"/>
              <a:gd name="connsiteY6" fmla="*/ 9467 h 630520"/>
              <a:gd name="connsiteX7" fmla="*/ 239522 w 632413"/>
              <a:gd name="connsiteY7" fmla="*/ 8521 h 630520"/>
              <a:gd name="connsiteX8" fmla="*/ 238575 w 632413"/>
              <a:gd name="connsiteY8" fmla="*/ 9467 h 630520"/>
              <a:gd name="connsiteX9" fmla="*/ 21775 w 632413"/>
              <a:gd name="connsiteY9" fmla="*/ 198813 h 630520"/>
              <a:gd name="connsiteX10" fmla="*/ 0 w 632413"/>
              <a:gd name="connsiteY10" fmla="*/ 315260 h 630520"/>
              <a:gd name="connsiteX11" fmla="*/ 21775 w 632413"/>
              <a:gd name="connsiteY11" fmla="*/ 428867 h 630520"/>
              <a:gd name="connsiteX12" fmla="*/ 251829 w 632413"/>
              <a:gd name="connsiteY12" fmla="*/ 622947 h 630520"/>
              <a:gd name="connsiteX13" fmla="*/ 316207 w 632413"/>
              <a:gd name="connsiteY13" fmla="*/ 630520 h 630520"/>
              <a:gd name="connsiteX14" fmla="*/ 378691 w 632413"/>
              <a:gd name="connsiteY14" fmla="*/ 622947 h 630520"/>
              <a:gd name="connsiteX15" fmla="*/ 610639 w 632413"/>
              <a:gd name="connsiteY15" fmla="*/ 428867 h 630520"/>
              <a:gd name="connsiteX16" fmla="*/ 632414 w 632413"/>
              <a:gd name="connsiteY16" fmla="*/ 312420 h 630520"/>
              <a:gd name="connsiteX17" fmla="*/ 609692 w 632413"/>
              <a:gd name="connsiteY17" fmla="*/ 195026 h 630520"/>
              <a:gd name="connsiteX18" fmla="*/ 556676 w 632413"/>
              <a:gd name="connsiteY18" fmla="*/ 185559 h 630520"/>
              <a:gd name="connsiteX19" fmla="*/ 444962 w 632413"/>
              <a:gd name="connsiteY19" fmla="*/ 185559 h 630520"/>
              <a:gd name="connsiteX20" fmla="*/ 414667 w 632413"/>
              <a:gd name="connsiteY20" fmla="*/ 59644 h 630520"/>
              <a:gd name="connsiteX21" fmla="*/ 556676 w 632413"/>
              <a:gd name="connsiteY21" fmla="*/ 185559 h 630520"/>
              <a:gd name="connsiteX22" fmla="*/ 587918 w 632413"/>
              <a:gd name="connsiteY22" fmla="*/ 313367 h 630520"/>
              <a:gd name="connsiteX23" fmla="*/ 575610 w 632413"/>
              <a:gd name="connsiteY23" fmla="*/ 395732 h 630520"/>
              <a:gd name="connsiteX24" fmla="*/ 450642 w 632413"/>
              <a:gd name="connsiteY24" fmla="*/ 395732 h 630520"/>
              <a:gd name="connsiteX25" fmla="*/ 454429 w 632413"/>
              <a:gd name="connsiteY25" fmla="*/ 311473 h 630520"/>
              <a:gd name="connsiteX26" fmla="*/ 450642 w 632413"/>
              <a:gd name="connsiteY26" fmla="*/ 229108 h 630520"/>
              <a:gd name="connsiteX27" fmla="*/ 575610 w 632413"/>
              <a:gd name="connsiteY27" fmla="*/ 229108 h 630520"/>
              <a:gd name="connsiteX28" fmla="*/ 587918 w 632413"/>
              <a:gd name="connsiteY28" fmla="*/ 313367 h 630520"/>
              <a:gd name="connsiteX29" fmla="*/ 222481 w 632413"/>
              <a:gd name="connsiteY29" fmla="*/ 395732 h 630520"/>
              <a:gd name="connsiteX30" fmla="*/ 217747 w 632413"/>
              <a:gd name="connsiteY30" fmla="*/ 311473 h 630520"/>
              <a:gd name="connsiteX31" fmla="*/ 221534 w 632413"/>
              <a:gd name="connsiteY31" fmla="*/ 229108 h 630520"/>
              <a:gd name="connsiteX32" fmla="*/ 406146 w 632413"/>
              <a:gd name="connsiteY32" fmla="*/ 229108 h 630520"/>
              <a:gd name="connsiteX33" fmla="*/ 409933 w 632413"/>
              <a:gd name="connsiteY33" fmla="*/ 311473 h 630520"/>
              <a:gd name="connsiteX34" fmla="*/ 405199 w 632413"/>
              <a:gd name="connsiteY34" fmla="*/ 395732 h 630520"/>
              <a:gd name="connsiteX35" fmla="*/ 222481 w 632413"/>
              <a:gd name="connsiteY35" fmla="*/ 395732 h 630520"/>
              <a:gd name="connsiteX36" fmla="*/ 55857 w 632413"/>
              <a:gd name="connsiteY36" fmla="*/ 395732 h 630520"/>
              <a:gd name="connsiteX37" fmla="*/ 43549 w 632413"/>
              <a:gd name="connsiteY37" fmla="*/ 316207 h 630520"/>
              <a:gd name="connsiteX38" fmla="*/ 56804 w 632413"/>
              <a:gd name="connsiteY38" fmla="*/ 230055 h 630520"/>
              <a:gd name="connsiteX39" fmla="*/ 177985 w 632413"/>
              <a:gd name="connsiteY39" fmla="*/ 230055 h 630520"/>
              <a:gd name="connsiteX40" fmla="*/ 174198 w 632413"/>
              <a:gd name="connsiteY40" fmla="*/ 312420 h 630520"/>
              <a:gd name="connsiteX41" fmla="*/ 177985 w 632413"/>
              <a:gd name="connsiteY41" fmla="*/ 396679 h 630520"/>
              <a:gd name="connsiteX42" fmla="*/ 55857 w 632413"/>
              <a:gd name="connsiteY42" fmla="*/ 396679 h 630520"/>
              <a:gd name="connsiteX43" fmla="*/ 361650 w 632413"/>
              <a:gd name="connsiteY43" fmla="*/ 47336 h 630520"/>
              <a:gd name="connsiteX44" fmla="*/ 401412 w 632413"/>
              <a:gd name="connsiteY44" fmla="*/ 186505 h 630520"/>
              <a:gd name="connsiteX45" fmla="*/ 228161 w 632413"/>
              <a:gd name="connsiteY45" fmla="*/ 186505 h 630520"/>
              <a:gd name="connsiteX46" fmla="*/ 266977 w 632413"/>
              <a:gd name="connsiteY46" fmla="*/ 49230 h 630520"/>
              <a:gd name="connsiteX47" fmla="*/ 315260 w 632413"/>
              <a:gd name="connsiteY47" fmla="*/ 44496 h 630520"/>
              <a:gd name="connsiteX48" fmla="*/ 361650 w 632413"/>
              <a:gd name="connsiteY48" fmla="*/ 47336 h 630520"/>
              <a:gd name="connsiteX49" fmla="*/ 213014 w 632413"/>
              <a:gd name="connsiteY49" fmla="*/ 63431 h 630520"/>
              <a:gd name="connsiteX50" fmla="*/ 183665 w 632413"/>
              <a:gd name="connsiteY50" fmla="*/ 185559 h 630520"/>
              <a:gd name="connsiteX51" fmla="*/ 75738 w 632413"/>
              <a:gd name="connsiteY51" fmla="*/ 185559 h 630520"/>
              <a:gd name="connsiteX52" fmla="*/ 213014 w 632413"/>
              <a:gd name="connsiteY52" fmla="*/ 63431 h 630520"/>
              <a:gd name="connsiteX53" fmla="*/ 73845 w 632413"/>
              <a:gd name="connsiteY53" fmla="*/ 439282 h 630520"/>
              <a:gd name="connsiteX54" fmla="*/ 183665 w 632413"/>
              <a:gd name="connsiteY54" fmla="*/ 439282 h 630520"/>
              <a:gd name="connsiteX55" fmla="*/ 214907 w 632413"/>
              <a:gd name="connsiteY55" fmla="*/ 568036 h 630520"/>
              <a:gd name="connsiteX56" fmla="*/ 73845 w 632413"/>
              <a:gd name="connsiteY56" fmla="*/ 439282 h 630520"/>
              <a:gd name="connsiteX57" fmla="*/ 271711 w 632413"/>
              <a:gd name="connsiteY57" fmla="*/ 584131 h 630520"/>
              <a:gd name="connsiteX58" fmla="*/ 228161 w 632413"/>
              <a:gd name="connsiteY58" fmla="*/ 439282 h 630520"/>
              <a:gd name="connsiteX59" fmla="*/ 401412 w 632413"/>
              <a:gd name="connsiteY59" fmla="*/ 439282 h 630520"/>
              <a:gd name="connsiteX60" fmla="*/ 357863 w 632413"/>
              <a:gd name="connsiteY60" fmla="*/ 584131 h 630520"/>
              <a:gd name="connsiteX61" fmla="*/ 315260 w 632413"/>
              <a:gd name="connsiteY61" fmla="*/ 587918 h 630520"/>
              <a:gd name="connsiteX62" fmla="*/ 271711 w 632413"/>
              <a:gd name="connsiteY62" fmla="*/ 584131 h 630520"/>
              <a:gd name="connsiteX63" fmla="*/ 412773 w 632413"/>
              <a:gd name="connsiteY63" fmla="*/ 568983 h 630520"/>
              <a:gd name="connsiteX64" fmla="*/ 444962 w 632413"/>
              <a:gd name="connsiteY64" fmla="*/ 439282 h 630520"/>
              <a:gd name="connsiteX65" fmla="*/ 557622 w 632413"/>
              <a:gd name="connsiteY65" fmla="*/ 439282 h 630520"/>
              <a:gd name="connsiteX66" fmla="*/ 412773 w 632413"/>
              <a:gd name="connsiteY66" fmla="*/ 568983 h 630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</a:cxnLst>
            <a:rect l="l" t="t" r="r" b="b"/>
            <a:pathLst>
              <a:path w="632413" h="630520">
                <a:moveTo>
                  <a:pt x="609692" y="195026"/>
                </a:moveTo>
                <a:lnTo>
                  <a:pt x="609692" y="195026"/>
                </a:lnTo>
                <a:cubicBezTo>
                  <a:pt x="568036" y="94673"/>
                  <a:pt x="481884" y="23668"/>
                  <a:pt x="378691" y="4734"/>
                </a:cubicBezTo>
                <a:lnTo>
                  <a:pt x="376797" y="4734"/>
                </a:lnTo>
                <a:cubicBezTo>
                  <a:pt x="356916" y="2840"/>
                  <a:pt x="336088" y="0"/>
                  <a:pt x="315260" y="0"/>
                </a:cubicBezTo>
                <a:cubicBezTo>
                  <a:pt x="293485" y="0"/>
                  <a:pt x="269817" y="2840"/>
                  <a:pt x="248989" y="6627"/>
                </a:cubicBezTo>
                <a:cubicBezTo>
                  <a:pt x="245202" y="7574"/>
                  <a:pt x="241415" y="8521"/>
                  <a:pt x="238575" y="9467"/>
                </a:cubicBezTo>
                <a:cubicBezTo>
                  <a:pt x="238575" y="9467"/>
                  <a:pt x="239522" y="8521"/>
                  <a:pt x="239522" y="8521"/>
                </a:cubicBezTo>
                <a:cubicBezTo>
                  <a:pt x="239522" y="8521"/>
                  <a:pt x="238575" y="9467"/>
                  <a:pt x="238575" y="9467"/>
                </a:cubicBezTo>
                <a:cubicBezTo>
                  <a:pt x="139169" y="33135"/>
                  <a:pt x="58697" y="103193"/>
                  <a:pt x="21775" y="198813"/>
                </a:cubicBezTo>
                <a:cubicBezTo>
                  <a:pt x="7574" y="233842"/>
                  <a:pt x="0" y="274551"/>
                  <a:pt x="0" y="315260"/>
                </a:cubicBezTo>
                <a:cubicBezTo>
                  <a:pt x="0" y="355023"/>
                  <a:pt x="7574" y="393839"/>
                  <a:pt x="21775" y="428867"/>
                </a:cubicBezTo>
                <a:cubicBezTo>
                  <a:pt x="60591" y="528274"/>
                  <a:pt x="148636" y="603065"/>
                  <a:pt x="251829" y="622947"/>
                </a:cubicBezTo>
                <a:cubicBezTo>
                  <a:pt x="273604" y="627680"/>
                  <a:pt x="294432" y="630520"/>
                  <a:pt x="316207" y="630520"/>
                </a:cubicBezTo>
                <a:cubicBezTo>
                  <a:pt x="337982" y="630520"/>
                  <a:pt x="359756" y="627680"/>
                  <a:pt x="378691" y="622947"/>
                </a:cubicBezTo>
                <a:cubicBezTo>
                  <a:pt x="485671" y="601172"/>
                  <a:pt x="572770" y="528274"/>
                  <a:pt x="610639" y="428867"/>
                </a:cubicBezTo>
                <a:cubicBezTo>
                  <a:pt x="624840" y="393839"/>
                  <a:pt x="632414" y="353129"/>
                  <a:pt x="632414" y="312420"/>
                </a:cubicBezTo>
                <a:cubicBezTo>
                  <a:pt x="631467" y="270764"/>
                  <a:pt x="623893" y="231001"/>
                  <a:pt x="609692" y="195026"/>
                </a:cubicBezTo>
                <a:close/>
                <a:moveTo>
                  <a:pt x="556676" y="185559"/>
                </a:moveTo>
                <a:lnTo>
                  <a:pt x="444962" y="185559"/>
                </a:lnTo>
                <a:cubicBezTo>
                  <a:pt x="438335" y="137275"/>
                  <a:pt x="427921" y="94673"/>
                  <a:pt x="414667" y="59644"/>
                </a:cubicBezTo>
                <a:cubicBezTo>
                  <a:pt x="475257" y="82365"/>
                  <a:pt x="525434" y="126861"/>
                  <a:pt x="556676" y="185559"/>
                </a:cubicBezTo>
                <a:close/>
                <a:moveTo>
                  <a:pt x="587918" y="313367"/>
                </a:moveTo>
                <a:cubicBezTo>
                  <a:pt x="587918" y="341769"/>
                  <a:pt x="584131" y="370170"/>
                  <a:pt x="575610" y="395732"/>
                </a:cubicBezTo>
                <a:lnTo>
                  <a:pt x="450642" y="395732"/>
                </a:lnTo>
                <a:cubicBezTo>
                  <a:pt x="453482" y="369224"/>
                  <a:pt x="454429" y="340822"/>
                  <a:pt x="454429" y="311473"/>
                </a:cubicBezTo>
                <a:cubicBezTo>
                  <a:pt x="454429" y="283071"/>
                  <a:pt x="453482" y="255616"/>
                  <a:pt x="450642" y="229108"/>
                </a:cubicBezTo>
                <a:lnTo>
                  <a:pt x="575610" y="229108"/>
                </a:lnTo>
                <a:cubicBezTo>
                  <a:pt x="583184" y="255616"/>
                  <a:pt x="587918" y="283071"/>
                  <a:pt x="587918" y="313367"/>
                </a:cubicBezTo>
                <a:close/>
                <a:moveTo>
                  <a:pt x="222481" y="395732"/>
                </a:moveTo>
                <a:cubicBezTo>
                  <a:pt x="219641" y="369224"/>
                  <a:pt x="217747" y="340822"/>
                  <a:pt x="217747" y="311473"/>
                </a:cubicBezTo>
                <a:cubicBezTo>
                  <a:pt x="217747" y="282125"/>
                  <a:pt x="218694" y="255616"/>
                  <a:pt x="221534" y="229108"/>
                </a:cubicBezTo>
                <a:lnTo>
                  <a:pt x="406146" y="229108"/>
                </a:lnTo>
                <a:cubicBezTo>
                  <a:pt x="408986" y="255616"/>
                  <a:pt x="409933" y="283071"/>
                  <a:pt x="409933" y="311473"/>
                </a:cubicBezTo>
                <a:cubicBezTo>
                  <a:pt x="409933" y="340822"/>
                  <a:pt x="408039" y="369224"/>
                  <a:pt x="405199" y="395732"/>
                </a:cubicBezTo>
                <a:lnTo>
                  <a:pt x="222481" y="395732"/>
                </a:lnTo>
                <a:close/>
                <a:moveTo>
                  <a:pt x="55857" y="395732"/>
                </a:moveTo>
                <a:cubicBezTo>
                  <a:pt x="48283" y="370170"/>
                  <a:pt x="43549" y="343662"/>
                  <a:pt x="43549" y="316207"/>
                </a:cubicBezTo>
                <a:cubicBezTo>
                  <a:pt x="43549" y="285912"/>
                  <a:pt x="48283" y="256563"/>
                  <a:pt x="56804" y="230055"/>
                </a:cubicBezTo>
                <a:lnTo>
                  <a:pt x="177985" y="230055"/>
                </a:lnTo>
                <a:cubicBezTo>
                  <a:pt x="175145" y="256563"/>
                  <a:pt x="174198" y="283071"/>
                  <a:pt x="174198" y="312420"/>
                </a:cubicBezTo>
                <a:cubicBezTo>
                  <a:pt x="174198" y="341769"/>
                  <a:pt x="175145" y="370170"/>
                  <a:pt x="177985" y="396679"/>
                </a:cubicBezTo>
                <a:lnTo>
                  <a:pt x="55857" y="396679"/>
                </a:lnTo>
                <a:close/>
                <a:moveTo>
                  <a:pt x="361650" y="47336"/>
                </a:moveTo>
                <a:cubicBezTo>
                  <a:pt x="378691" y="79525"/>
                  <a:pt x="392892" y="128755"/>
                  <a:pt x="401412" y="186505"/>
                </a:cubicBezTo>
                <a:lnTo>
                  <a:pt x="228161" y="186505"/>
                </a:lnTo>
                <a:cubicBezTo>
                  <a:pt x="236682" y="130648"/>
                  <a:pt x="249936" y="83312"/>
                  <a:pt x="266977" y="49230"/>
                </a:cubicBezTo>
                <a:cubicBezTo>
                  <a:pt x="282125" y="46390"/>
                  <a:pt x="299166" y="44496"/>
                  <a:pt x="315260" y="44496"/>
                </a:cubicBezTo>
                <a:cubicBezTo>
                  <a:pt x="330408" y="43549"/>
                  <a:pt x="345555" y="45443"/>
                  <a:pt x="361650" y="47336"/>
                </a:cubicBezTo>
                <a:close/>
                <a:moveTo>
                  <a:pt x="213014" y="63431"/>
                </a:moveTo>
                <a:cubicBezTo>
                  <a:pt x="200706" y="97513"/>
                  <a:pt x="190292" y="139169"/>
                  <a:pt x="183665" y="185559"/>
                </a:cubicBezTo>
                <a:lnTo>
                  <a:pt x="75738" y="185559"/>
                </a:lnTo>
                <a:cubicBezTo>
                  <a:pt x="106033" y="129702"/>
                  <a:pt x="154317" y="87099"/>
                  <a:pt x="213014" y="63431"/>
                </a:cubicBezTo>
                <a:close/>
                <a:moveTo>
                  <a:pt x="73845" y="439282"/>
                </a:moveTo>
                <a:lnTo>
                  <a:pt x="183665" y="439282"/>
                </a:lnTo>
                <a:cubicBezTo>
                  <a:pt x="190292" y="490405"/>
                  <a:pt x="200706" y="533007"/>
                  <a:pt x="214907" y="568036"/>
                </a:cubicBezTo>
                <a:cubicBezTo>
                  <a:pt x="155263" y="544368"/>
                  <a:pt x="104140" y="497979"/>
                  <a:pt x="73845" y="439282"/>
                </a:cubicBezTo>
                <a:close/>
                <a:moveTo>
                  <a:pt x="271711" y="584131"/>
                </a:moveTo>
                <a:cubicBezTo>
                  <a:pt x="251829" y="550049"/>
                  <a:pt x="236682" y="500819"/>
                  <a:pt x="228161" y="439282"/>
                </a:cubicBezTo>
                <a:lnTo>
                  <a:pt x="401412" y="439282"/>
                </a:lnTo>
                <a:cubicBezTo>
                  <a:pt x="392892" y="497979"/>
                  <a:pt x="377744" y="549102"/>
                  <a:pt x="357863" y="584131"/>
                </a:cubicBezTo>
                <a:cubicBezTo>
                  <a:pt x="344609" y="586971"/>
                  <a:pt x="330408" y="587918"/>
                  <a:pt x="315260" y="587918"/>
                </a:cubicBezTo>
                <a:cubicBezTo>
                  <a:pt x="301059" y="587918"/>
                  <a:pt x="285912" y="586024"/>
                  <a:pt x="271711" y="584131"/>
                </a:cubicBezTo>
                <a:close/>
                <a:moveTo>
                  <a:pt x="412773" y="568983"/>
                </a:moveTo>
                <a:cubicBezTo>
                  <a:pt x="426974" y="533007"/>
                  <a:pt x="438335" y="488511"/>
                  <a:pt x="444962" y="439282"/>
                </a:cubicBezTo>
                <a:lnTo>
                  <a:pt x="557622" y="439282"/>
                </a:lnTo>
                <a:cubicBezTo>
                  <a:pt x="527327" y="498925"/>
                  <a:pt x="476204" y="545315"/>
                  <a:pt x="412773" y="568983"/>
                </a:cubicBezTo>
                <a:close/>
              </a:path>
            </a:pathLst>
          </a:custGeom>
          <a:solidFill>
            <a:srgbClr val="000000"/>
          </a:solidFill>
          <a:ln w="9438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9B614B7C-3F2A-0D94-E584-CEC322E6736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2157494" y="6423101"/>
            <a:ext cx="4937973" cy="320439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1800" b="1">
                <a:solidFill>
                  <a:schemeClr val="tx1"/>
                </a:solidFill>
              </a:defRPr>
            </a:lvl1pPr>
            <a:lvl2pPr>
              <a:defRPr sz="2800">
                <a:solidFill>
                  <a:schemeClr val="accent4"/>
                </a:solidFill>
              </a:defRPr>
            </a:lvl2pPr>
            <a:lvl3pPr>
              <a:defRPr sz="2600">
                <a:solidFill>
                  <a:schemeClr val="accent4"/>
                </a:solidFill>
              </a:defRPr>
            </a:lvl3pPr>
            <a:lvl4pPr>
              <a:defRPr sz="2400">
                <a:solidFill>
                  <a:schemeClr val="accent4"/>
                </a:solidFill>
              </a:defRPr>
            </a:lvl4pPr>
            <a:lvl5pPr>
              <a:defRPr sz="2200">
                <a:solidFill>
                  <a:schemeClr val="accent4"/>
                </a:solidFill>
              </a:defRPr>
            </a:lvl5pPr>
          </a:lstStyle>
          <a:p>
            <a:pPr lvl="0"/>
            <a:r>
              <a:rPr lang="en-US"/>
              <a:t>email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0476B1-BC79-6A48-84CA-0759CACFAD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F01B45CF-F80F-AF1A-BB60-5E7615EB2D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6412307" y="10621112"/>
            <a:ext cx="2572579" cy="3501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accent3"/>
                </a:solidFill>
              </a:defRPr>
            </a:lvl1pPr>
          </a:lstStyle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FBF0A4-9A22-175D-1BEC-7D14A9C0F4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98175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2b - Regi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597FAEE-5FAF-88B1-7416-563A1CAB42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-1"/>
            <a:ext cx="20318413" cy="953135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3E399AF-2CA0-ABA0-9DFA-3AB2EA8306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24366" y="2334708"/>
            <a:ext cx="13337750" cy="486193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392136" sx="60000" sy="60000" algn="ctr" rotWithShape="0">
              <a:prstClr val="black">
                <a:alpha val="9982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BD7D226-EE41-9FB9-ED21-8357A423D9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24366" y="7033470"/>
            <a:ext cx="13339334" cy="15979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 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4259C55-2FD0-1B45-D242-0C8C493EDB1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695200" y="3740400"/>
            <a:ext cx="5367600" cy="428400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lnSpc>
                <a:spcPct val="110000"/>
              </a:lnSpc>
              <a:spcAft>
                <a:spcPts val="1000"/>
              </a:spcAft>
              <a:defRPr sz="2800" b="1">
                <a:solidFill>
                  <a:schemeClr val="tx1"/>
                </a:solidFill>
                <a:latin typeface="+mj-lt"/>
                <a:cs typeface="Poppins" pitchFamily="2" charset="77"/>
              </a:defRPr>
            </a:lvl1pPr>
          </a:lstStyle>
          <a:p>
            <a:r>
              <a:rPr lang="en-GB"/>
              <a:t>Full Name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AAFF58-1895-74A3-698E-D878C307229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695200" y="4453200"/>
            <a:ext cx="5367600" cy="536400"/>
          </a:xfrm>
          <a:prstGeom prst="rect">
            <a:avLst/>
          </a:prstGeom>
        </p:spPr>
        <p:txBody>
          <a:bodyPr anchor="t"/>
          <a:lstStyle>
            <a:lvl1pPr marL="0" indent="0" algn="l">
              <a:buNone/>
              <a:defRPr sz="2800">
                <a:solidFill>
                  <a:schemeClr val="tx1"/>
                </a:solidFill>
              </a:defRPr>
            </a:lvl1pPr>
            <a:lvl2pPr marL="761924" indent="0" algn="ctr">
              <a:buNone/>
              <a:defRPr sz="3333"/>
            </a:lvl2pPr>
            <a:lvl3pPr marL="1523848" indent="0" algn="ctr">
              <a:buNone/>
              <a:defRPr sz="3000"/>
            </a:lvl3pPr>
            <a:lvl4pPr marL="2285771" indent="0" algn="ctr">
              <a:buNone/>
              <a:defRPr sz="2666"/>
            </a:lvl4pPr>
            <a:lvl5pPr marL="3047695" indent="0" algn="ctr">
              <a:buNone/>
              <a:defRPr sz="2666"/>
            </a:lvl5pPr>
            <a:lvl6pPr marL="3809619" indent="0" algn="ctr">
              <a:buNone/>
              <a:defRPr sz="2666"/>
            </a:lvl6pPr>
            <a:lvl7pPr marL="4571543" indent="0" algn="ctr">
              <a:buNone/>
              <a:defRPr sz="2666"/>
            </a:lvl7pPr>
            <a:lvl8pPr marL="5333467" indent="0" algn="ctr">
              <a:buNone/>
              <a:defRPr sz="2666"/>
            </a:lvl8pPr>
            <a:lvl9pPr marL="6095390" indent="0" algn="ctr">
              <a:buNone/>
              <a:defRPr sz="2666"/>
            </a:lvl9pPr>
          </a:lstStyle>
          <a:p>
            <a:r>
              <a:rPr lang="en-GB"/>
              <a:t>Accreditations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BDAA9548-D5B2-EC7E-0865-44149838B85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696355" y="5130000"/>
            <a:ext cx="5366302" cy="536390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00000"/>
              </a:lnSpc>
              <a:buNone/>
              <a:defRPr sz="2800" b="0">
                <a:solidFill>
                  <a:schemeClr val="accent1"/>
                </a:solidFill>
              </a:defRPr>
            </a:lvl1pPr>
            <a:lvl2pPr>
              <a:defRPr sz="2800">
                <a:solidFill>
                  <a:schemeClr val="accent4"/>
                </a:solidFill>
              </a:defRPr>
            </a:lvl2pPr>
            <a:lvl3pPr>
              <a:defRPr sz="2600">
                <a:solidFill>
                  <a:schemeClr val="accent4"/>
                </a:solidFill>
              </a:defRPr>
            </a:lvl3pPr>
            <a:lvl4pPr>
              <a:defRPr sz="2400">
                <a:solidFill>
                  <a:schemeClr val="accent4"/>
                </a:solidFill>
              </a:defRPr>
            </a:lvl4pPr>
            <a:lvl5pPr>
              <a:defRPr sz="2200">
                <a:solidFill>
                  <a:schemeClr val="accent4"/>
                </a:solidFill>
              </a:defRPr>
            </a:lvl5pPr>
          </a:lstStyle>
          <a:p>
            <a:pPr lvl="0"/>
            <a:r>
              <a:rPr lang="en-US"/>
              <a:t>Title</a:t>
            </a:r>
          </a:p>
        </p:txBody>
      </p:sp>
      <p:sp>
        <p:nvSpPr>
          <p:cNvPr id="12" name="Picture Placeholder 4">
            <a:extLst>
              <a:ext uri="{FF2B5EF4-FFF2-40B4-BE49-F238E27FC236}">
                <a16:creationId xmlns:a16="http://schemas.microsoft.com/office/drawing/2014/main" id="{FFC3C17C-4836-54D8-2826-B95E3AABFF1D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070752" y="3077188"/>
            <a:ext cx="3257370" cy="3256121"/>
          </a:xfrm>
          <a:prstGeom prst="rect">
            <a:avLst/>
          </a:prstGeom>
          <a:ln w="63500">
            <a:solidFill>
              <a:schemeClr val="bg1"/>
            </a:solidFill>
          </a:ln>
          <a:effectLst>
            <a:outerShdw blurRad="317500" algn="ctr" rotWithShape="0">
              <a:prstClr val="black">
                <a:alpha val="12000"/>
              </a:prstClr>
            </a:outerShdw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/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E1A72E33-59E3-B8C0-291D-0BF16B8D8AC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729165" y="2722713"/>
            <a:ext cx="5366302" cy="427636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3000" b="1">
                <a:solidFill>
                  <a:schemeClr val="tx1"/>
                </a:solidFill>
              </a:defRPr>
            </a:lvl1pPr>
            <a:lvl2pPr>
              <a:defRPr sz="2800">
                <a:solidFill>
                  <a:schemeClr val="accent4"/>
                </a:solidFill>
              </a:defRPr>
            </a:lvl2pPr>
            <a:lvl3pPr>
              <a:defRPr sz="2600">
                <a:solidFill>
                  <a:schemeClr val="accent4"/>
                </a:solidFill>
              </a:defRPr>
            </a:lvl3pPr>
            <a:lvl4pPr>
              <a:defRPr sz="2400">
                <a:solidFill>
                  <a:schemeClr val="accent4"/>
                </a:solidFill>
              </a:defRPr>
            </a:lvl4pPr>
            <a:lvl5pPr>
              <a:defRPr sz="2200">
                <a:solidFill>
                  <a:schemeClr val="accent4"/>
                </a:solidFill>
              </a:defRPr>
            </a:lvl5pPr>
          </a:lstStyle>
          <a:p>
            <a:pPr lvl="0"/>
            <a:r>
              <a:rPr lang="en-US"/>
              <a:t>Insert Title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64659317-169C-8689-A0CA-20666CF8A65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729165" y="3277327"/>
            <a:ext cx="5366302" cy="2855844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800" b="0">
                <a:solidFill>
                  <a:schemeClr val="tx1"/>
                </a:solidFill>
              </a:defRPr>
            </a:lvl1pPr>
            <a:lvl2pPr>
              <a:defRPr sz="2800">
                <a:solidFill>
                  <a:schemeClr val="accent4"/>
                </a:solidFill>
              </a:defRPr>
            </a:lvl2pPr>
            <a:lvl3pPr>
              <a:defRPr sz="2600">
                <a:solidFill>
                  <a:schemeClr val="accent4"/>
                </a:solidFill>
              </a:defRPr>
            </a:lvl3pPr>
            <a:lvl4pPr>
              <a:defRPr sz="2400">
                <a:solidFill>
                  <a:schemeClr val="accent4"/>
                </a:solidFill>
              </a:defRPr>
            </a:lvl4pPr>
            <a:lvl5pPr>
              <a:defRPr sz="2200">
                <a:solidFill>
                  <a:schemeClr val="accent4"/>
                </a:solidFill>
              </a:defRPr>
            </a:lvl5pPr>
          </a:lstStyle>
          <a:p>
            <a:pPr lvl="0"/>
            <a:r>
              <a:rPr lang="en-US"/>
              <a:t>Insert Info Here</a:t>
            </a:r>
          </a:p>
        </p:txBody>
      </p:sp>
      <p:sp>
        <p:nvSpPr>
          <p:cNvPr id="17" name="Freeform 16" descr="World wide web icon">
            <a:extLst>
              <a:ext uri="{FF2B5EF4-FFF2-40B4-BE49-F238E27FC236}">
                <a16:creationId xmlns:a16="http://schemas.microsoft.com/office/drawing/2014/main" id="{EEED13BE-4966-4646-607D-1F15919447F8}"/>
              </a:ext>
            </a:extLst>
          </p:cNvPr>
          <p:cNvSpPr/>
          <p:nvPr userDrawn="1"/>
        </p:nvSpPr>
        <p:spPr>
          <a:xfrm>
            <a:off x="11729165" y="6425952"/>
            <a:ext cx="318541" cy="317588"/>
          </a:xfrm>
          <a:custGeom>
            <a:avLst/>
            <a:gdLst>
              <a:gd name="connsiteX0" fmla="*/ 609692 w 632413"/>
              <a:gd name="connsiteY0" fmla="*/ 195026 h 630520"/>
              <a:gd name="connsiteX1" fmla="*/ 609692 w 632413"/>
              <a:gd name="connsiteY1" fmla="*/ 195026 h 630520"/>
              <a:gd name="connsiteX2" fmla="*/ 378691 w 632413"/>
              <a:gd name="connsiteY2" fmla="*/ 4734 h 630520"/>
              <a:gd name="connsiteX3" fmla="*/ 376797 w 632413"/>
              <a:gd name="connsiteY3" fmla="*/ 4734 h 630520"/>
              <a:gd name="connsiteX4" fmla="*/ 315260 w 632413"/>
              <a:gd name="connsiteY4" fmla="*/ 0 h 630520"/>
              <a:gd name="connsiteX5" fmla="*/ 248989 w 632413"/>
              <a:gd name="connsiteY5" fmla="*/ 6627 h 630520"/>
              <a:gd name="connsiteX6" fmla="*/ 238575 w 632413"/>
              <a:gd name="connsiteY6" fmla="*/ 9467 h 630520"/>
              <a:gd name="connsiteX7" fmla="*/ 239522 w 632413"/>
              <a:gd name="connsiteY7" fmla="*/ 8521 h 630520"/>
              <a:gd name="connsiteX8" fmla="*/ 238575 w 632413"/>
              <a:gd name="connsiteY8" fmla="*/ 9467 h 630520"/>
              <a:gd name="connsiteX9" fmla="*/ 21775 w 632413"/>
              <a:gd name="connsiteY9" fmla="*/ 198813 h 630520"/>
              <a:gd name="connsiteX10" fmla="*/ 0 w 632413"/>
              <a:gd name="connsiteY10" fmla="*/ 315260 h 630520"/>
              <a:gd name="connsiteX11" fmla="*/ 21775 w 632413"/>
              <a:gd name="connsiteY11" fmla="*/ 428867 h 630520"/>
              <a:gd name="connsiteX12" fmla="*/ 251829 w 632413"/>
              <a:gd name="connsiteY12" fmla="*/ 622947 h 630520"/>
              <a:gd name="connsiteX13" fmla="*/ 316207 w 632413"/>
              <a:gd name="connsiteY13" fmla="*/ 630520 h 630520"/>
              <a:gd name="connsiteX14" fmla="*/ 378691 w 632413"/>
              <a:gd name="connsiteY14" fmla="*/ 622947 h 630520"/>
              <a:gd name="connsiteX15" fmla="*/ 610639 w 632413"/>
              <a:gd name="connsiteY15" fmla="*/ 428867 h 630520"/>
              <a:gd name="connsiteX16" fmla="*/ 632414 w 632413"/>
              <a:gd name="connsiteY16" fmla="*/ 312420 h 630520"/>
              <a:gd name="connsiteX17" fmla="*/ 609692 w 632413"/>
              <a:gd name="connsiteY17" fmla="*/ 195026 h 630520"/>
              <a:gd name="connsiteX18" fmla="*/ 556676 w 632413"/>
              <a:gd name="connsiteY18" fmla="*/ 185559 h 630520"/>
              <a:gd name="connsiteX19" fmla="*/ 444962 w 632413"/>
              <a:gd name="connsiteY19" fmla="*/ 185559 h 630520"/>
              <a:gd name="connsiteX20" fmla="*/ 414667 w 632413"/>
              <a:gd name="connsiteY20" fmla="*/ 59644 h 630520"/>
              <a:gd name="connsiteX21" fmla="*/ 556676 w 632413"/>
              <a:gd name="connsiteY21" fmla="*/ 185559 h 630520"/>
              <a:gd name="connsiteX22" fmla="*/ 587918 w 632413"/>
              <a:gd name="connsiteY22" fmla="*/ 313367 h 630520"/>
              <a:gd name="connsiteX23" fmla="*/ 575610 w 632413"/>
              <a:gd name="connsiteY23" fmla="*/ 395732 h 630520"/>
              <a:gd name="connsiteX24" fmla="*/ 450642 w 632413"/>
              <a:gd name="connsiteY24" fmla="*/ 395732 h 630520"/>
              <a:gd name="connsiteX25" fmla="*/ 454429 w 632413"/>
              <a:gd name="connsiteY25" fmla="*/ 311473 h 630520"/>
              <a:gd name="connsiteX26" fmla="*/ 450642 w 632413"/>
              <a:gd name="connsiteY26" fmla="*/ 229108 h 630520"/>
              <a:gd name="connsiteX27" fmla="*/ 575610 w 632413"/>
              <a:gd name="connsiteY27" fmla="*/ 229108 h 630520"/>
              <a:gd name="connsiteX28" fmla="*/ 587918 w 632413"/>
              <a:gd name="connsiteY28" fmla="*/ 313367 h 630520"/>
              <a:gd name="connsiteX29" fmla="*/ 222481 w 632413"/>
              <a:gd name="connsiteY29" fmla="*/ 395732 h 630520"/>
              <a:gd name="connsiteX30" fmla="*/ 217747 w 632413"/>
              <a:gd name="connsiteY30" fmla="*/ 311473 h 630520"/>
              <a:gd name="connsiteX31" fmla="*/ 221534 w 632413"/>
              <a:gd name="connsiteY31" fmla="*/ 229108 h 630520"/>
              <a:gd name="connsiteX32" fmla="*/ 406146 w 632413"/>
              <a:gd name="connsiteY32" fmla="*/ 229108 h 630520"/>
              <a:gd name="connsiteX33" fmla="*/ 409933 w 632413"/>
              <a:gd name="connsiteY33" fmla="*/ 311473 h 630520"/>
              <a:gd name="connsiteX34" fmla="*/ 405199 w 632413"/>
              <a:gd name="connsiteY34" fmla="*/ 395732 h 630520"/>
              <a:gd name="connsiteX35" fmla="*/ 222481 w 632413"/>
              <a:gd name="connsiteY35" fmla="*/ 395732 h 630520"/>
              <a:gd name="connsiteX36" fmla="*/ 55857 w 632413"/>
              <a:gd name="connsiteY36" fmla="*/ 395732 h 630520"/>
              <a:gd name="connsiteX37" fmla="*/ 43549 w 632413"/>
              <a:gd name="connsiteY37" fmla="*/ 316207 h 630520"/>
              <a:gd name="connsiteX38" fmla="*/ 56804 w 632413"/>
              <a:gd name="connsiteY38" fmla="*/ 230055 h 630520"/>
              <a:gd name="connsiteX39" fmla="*/ 177985 w 632413"/>
              <a:gd name="connsiteY39" fmla="*/ 230055 h 630520"/>
              <a:gd name="connsiteX40" fmla="*/ 174198 w 632413"/>
              <a:gd name="connsiteY40" fmla="*/ 312420 h 630520"/>
              <a:gd name="connsiteX41" fmla="*/ 177985 w 632413"/>
              <a:gd name="connsiteY41" fmla="*/ 396679 h 630520"/>
              <a:gd name="connsiteX42" fmla="*/ 55857 w 632413"/>
              <a:gd name="connsiteY42" fmla="*/ 396679 h 630520"/>
              <a:gd name="connsiteX43" fmla="*/ 361650 w 632413"/>
              <a:gd name="connsiteY43" fmla="*/ 47336 h 630520"/>
              <a:gd name="connsiteX44" fmla="*/ 401412 w 632413"/>
              <a:gd name="connsiteY44" fmla="*/ 186505 h 630520"/>
              <a:gd name="connsiteX45" fmla="*/ 228161 w 632413"/>
              <a:gd name="connsiteY45" fmla="*/ 186505 h 630520"/>
              <a:gd name="connsiteX46" fmla="*/ 266977 w 632413"/>
              <a:gd name="connsiteY46" fmla="*/ 49230 h 630520"/>
              <a:gd name="connsiteX47" fmla="*/ 315260 w 632413"/>
              <a:gd name="connsiteY47" fmla="*/ 44496 h 630520"/>
              <a:gd name="connsiteX48" fmla="*/ 361650 w 632413"/>
              <a:gd name="connsiteY48" fmla="*/ 47336 h 630520"/>
              <a:gd name="connsiteX49" fmla="*/ 213014 w 632413"/>
              <a:gd name="connsiteY49" fmla="*/ 63431 h 630520"/>
              <a:gd name="connsiteX50" fmla="*/ 183665 w 632413"/>
              <a:gd name="connsiteY50" fmla="*/ 185559 h 630520"/>
              <a:gd name="connsiteX51" fmla="*/ 75738 w 632413"/>
              <a:gd name="connsiteY51" fmla="*/ 185559 h 630520"/>
              <a:gd name="connsiteX52" fmla="*/ 213014 w 632413"/>
              <a:gd name="connsiteY52" fmla="*/ 63431 h 630520"/>
              <a:gd name="connsiteX53" fmla="*/ 73845 w 632413"/>
              <a:gd name="connsiteY53" fmla="*/ 439282 h 630520"/>
              <a:gd name="connsiteX54" fmla="*/ 183665 w 632413"/>
              <a:gd name="connsiteY54" fmla="*/ 439282 h 630520"/>
              <a:gd name="connsiteX55" fmla="*/ 214907 w 632413"/>
              <a:gd name="connsiteY55" fmla="*/ 568036 h 630520"/>
              <a:gd name="connsiteX56" fmla="*/ 73845 w 632413"/>
              <a:gd name="connsiteY56" fmla="*/ 439282 h 630520"/>
              <a:gd name="connsiteX57" fmla="*/ 271711 w 632413"/>
              <a:gd name="connsiteY57" fmla="*/ 584131 h 630520"/>
              <a:gd name="connsiteX58" fmla="*/ 228161 w 632413"/>
              <a:gd name="connsiteY58" fmla="*/ 439282 h 630520"/>
              <a:gd name="connsiteX59" fmla="*/ 401412 w 632413"/>
              <a:gd name="connsiteY59" fmla="*/ 439282 h 630520"/>
              <a:gd name="connsiteX60" fmla="*/ 357863 w 632413"/>
              <a:gd name="connsiteY60" fmla="*/ 584131 h 630520"/>
              <a:gd name="connsiteX61" fmla="*/ 315260 w 632413"/>
              <a:gd name="connsiteY61" fmla="*/ 587918 h 630520"/>
              <a:gd name="connsiteX62" fmla="*/ 271711 w 632413"/>
              <a:gd name="connsiteY62" fmla="*/ 584131 h 630520"/>
              <a:gd name="connsiteX63" fmla="*/ 412773 w 632413"/>
              <a:gd name="connsiteY63" fmla="*/ 568983 h 630520"/>
              <a:gd name="connsiteX64" fmla="*/ 444962 w 632413"/>
              <a:gd name="connsiteY64" fmla="*/ 439282 h 630520"/>
              <a:gd name="connsiteX65" fmla="*/ 557622 w 632413"/>
              <a:gd name="connsiteY65" fmla="*/ 439282 h 630520"/>
              <a:gd name="connsiteX66" fmla="*/ 412773 w 632413"/>
              <a:gd name="connsiteY66" fmla="*/ 568983 h 630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</a:cxnLst>
            <a:rect l="l" t="t" r="r" b="b"/>
            <a:pathLst>
              <a:path w="632413" h="630520">
                <a:moveTo>
                  <a:pt x="609692" y="195026"/>
                </a:moveTo>
                <a:lnTo>
                  <a:pt x="609692" y="195026"/>
                </a:lnTo>
                <a:cubicBezTo>
                  <a:pt x="568036" y="94673"/>
                  <a:pt x="481884" y="23668"/>
                  <a:pt x="378691" y="4734"/>
                </a:cubicBezTo>
                <a:lnTo>
                  <a:pt x="376797" y="4734"/>
                </a:lnTo>
                <a:cubicBezTo>
                  <a:pt x="356916" y="2840"/>
                  <a:pt x="336088" y="0"/>
                  <a:pt x="315260" y="0"/>
                </a:cubicBezTo>
                <a:cubicBezTo>
                  <a:pt x="293485" y="0"/>
                  <a:pt x="269817" y="2840"/>
                  <a:pt x="248989" y="6627"/>
                </a:cubicBezTo>
                <a:cubicBezTo>
                  <a:pt x="245202" y="7574"/>
                  <a:pt x="241415" y="8521"/>
                  <a:pt x="238575" y="9467"/>
                </a:cubicBezTo>
                <a:cubicBezTo>
                  <a:pt x="238575" y="9467"/>
                  <a:pt x="239522" y="8521"/>
                  <a:pt x="239522" y="8521"/>
                </a:cubicBezTo>
                <a:cubicBezTo>
                  <a:pt x="239522" y="8521"/>
                  <a:pt x="238575" y="9467"/>
                  <a:pt x="238575" y="9467"/>
                </a:cubicBezTo>
                <a:cubicBezTo>
                  <a:pt x="139169" y="33135"/>
                  <a:pt x="58697" y="103193"/>
                  <a:pt x="21775" y="198813"/>
                </a:cubicBezTo>
                <a:cubicBezTo>
                  <a:pt x="7574" y="233842"/>
                  <a:pt x="0" y="274551"/>
                  <a:pt x="0" y="315260"/>
                </a:cubicBezTo>
                <a:cubicBezTo>
                  <a:pt x="0" y="355023"/>
                  <a:pt x="7574" y="393839"/>
                  <a:pt x="21775" y="428867"/>
                </a:cubicBezTo>
                <a:cubicBezTo>
                  <a:pt x="60591" y="528274"/>
                  <a:pt x="148636" y="603065"/>
                  <a:pt x="251829" y="622947"/>
                </a:cubicBezTo>
                <a:cubicBezTo>
                  <a:pt x="273604" y="627680"/>
                  <a:pt x="294432" y="630520"/>
                  <a:pt x="316207" y="630520"/>
                </a:cubicBezTo>
                <a:cubicBezTo>
                  <a:pt x="337982" y="630520"/>
                  <a:pt x="359756" y="627680"/>
                  <a:pt x="378691" y="622947"/>
                </a:cubicBezTo>
                <a:cubicBezTo>
                  <a:pt x="485671" y="601172"/>
                  <a:pt x="572770" y="528274"/>
                  <a:pt x="610639" y="428867"/>
                </a:cubicBezTo>
                <a:cubicBezTo>
                  <a:pt x="624840" y="393839"/>
                  <a:pt x="632414" y="353129"/>
                  <a:pt x="632414" y="312420"/>
                </a:cubicBezTo>
                <a:cubicBezTo>
                  <a:pt x="631467" y="270764"/>
                  <a:pt x="623893" y="231001"/>
                  <a:pt x="609692" y="195026"/>
                </a:cubicBezTo>
                <a:close/>
                <a:moveTo>
                  <a:pt x="556676" y="185559"/>
                </a:moveTo>
                <a:lnTo>
                  <a:pt x="444962" y="185559"/>
                </a:lnTo>
                <a:cubicBezTo>
                  <a:pt x="438335" y="137275"/>
                  <a:pt x="427921" y="94673"/>
                  <a:pt x="414667" y="59644"/>
                </a:cubicBezTo>
                <a:cubicBezTo>
                  <a:pt x="475257" y="82365"/>
                  <a:pt x="525434" y="126861"/>
                  <a:pt x="556676" y="185559"/>
                </a:cubicBezTo>
                <a:close/>
                <a:moveTo>
                  <a:pt x="587918" y="313367"/>
                </a:moveTo>
                <a:cubicBezTo>
                  <a:pt x="587918" y="341769"/>
                  <a:pt x="584131" y="370170"/>
                  <a:pt x="575610" y="395732"/>
                </a:cubicBezTo>
                <a:lnTo>
                  <a:pt x="450642" y="395732"/>
                </a:lnTo>
                <a:cubicBezTo>
                  <a:pt x="453482" y="369224"/>
                  <a:pt x="454429" y="340822"/>
                  <a:pt x="454429" y="311473"/>
                </a:cubicBezTo>
                <a:cubicBezTo>
                  <a:pt x="454429" y="283071"/>
                  <a:pt x="453482" y="255616"/>
                  <a:pt x="450642" y="229108"/>
                </a:cubicBezTo>
                <a:lnTo>
                  <a:pt x="575610" y="229108"/>
                </a:lnTo>
                <a:cubicBezTo>
                  <a:pt x="583184" y="255616"/>
                  <a:pt x="587918" y="283071"/>
                  <a:pt x="587918" y="313367"/>
                </a:cubicBezTo>
                <a:close/>
                <a:moveTo>
                  <a:pt x="222481" y="395732"/>
                </a:moveTo>
                <a:cubicBezTo>
                  <a:pt x="219641" y="369224"/>
                  <a:pt x="217747" y="340822"/>
                  <a:pt x="217747" y="311473"/>
                </a:cubicBezTo>
                <a:cubicBezTo>
                  <a:pt x="217747" y="282125"/>
                  <a:pt x="218694" y="255616"/>
                  <a:pt x="221534" y="229108"/>
                </a:cubicBezTo>
                <a:lnTo>
                  <a:pt x="406146" y="229108"/>
                </a:lnTo>
                <a:cubicBezTo>
                  <a:pt x="408986" y="255616"/>
                  <a:pt x="409933" y="283071"/>
                  <a:pt x="409933" y="311473"/>
                </a:cubicBezTo>
                <a:cubicBezTo>
                  <a:pt x="409933" y="340822"/>
                  <a:pt x="408039" y="369224"/>
                  <a:pt x="405199" y="395732"/>
                </a:cubicBezTo>
                <a:lnTo>
                  <a:pt x="222481" y="395732"/>
                </a:lnTo>
                <a:close/>
                <a:moveTo>
                  <a:pt x="55857" y="395732"/>
                </a:moveTo>
                <a:cubicBezTo>
                  <a:pt x="48283" y="370170"/>
                  <a:pt x="43549" y="343662"/>
                  <a:pt x="43549" y="316207"/>
                </a:cubicBezTo>
                <a:cubicBezTo>
                  <a:pt x="43549" y="285912"/>
                  <a:pt x="48283" y="256563"/>
                  <a:pt x="56804" y="230055"/>
                </a:cubicBezTo>
                <a:lnTo>
                  <a:pt x="177985" y="230055"/>
                </a:lnTo>
                <a:cubicBezTo>
                  <a:pt x="175145" y="256563"/>
                  <a:pt x="174198" y="283071"/>
                  <a:pt x="174198" y="312420"/>
                </a:cubicBezTo>
                <a:cubicBezTo>
                  <a:pt x="174198" y="341769"/>
                  <a:pt x="175145" y="370170"/>
                  <a:pt x="177985" y="396679"/>
                </a:cubicBezTo>
                <a:lnTo>
                  <a:pt x="55857" y="396679"/>
                </a:lnTo>
                <a:close/>
                <a:moveTo>
                  <a:pt x="361650" y="47336"/>
                </a:moveTo>
                <a:cubicBezTo>
                  <a:pt x="378691" y="79525"/>
                  <a:pt x="392892" y="128755"/>
                  <a:pt x="401412" y="186505"/>
                </a:cubicBezTo>
                <a:lnTo>
                  <a:pt x="228161" y="186505"/>
                </a:lnTo>
                <a:cubicBezTo>
                  <a:pt x="236682" y="130648"/>
                  <a:pt x="249936" y="83312"/>
                  <a:pt x="266977" y="49230"/>
                </a:cubicBezTo>
                <a:cubicBezTo>
                  <a:pt x="282125" y="46390"/>
                  <a:pt x="299166" y="44496"/>
                  <a:pt x="315260" y="44496"/>
                </a:cubicBezTo>
                <a:cubicBezTo>
                  <a:pt x="330408" y="43549"/>
                  <a:pt x="345555" y="45443"/>
                  <a:pt x="361650" y="47336"/>
                </a:cubicBezTo>
                <a:close/>
                <a:moveTo>
                  <a:pt x="213014" y="63431"/>
                </a:moveTo>
                <a:cubicBezTo>
                  <a:pt x="200706" y="97513"/>
                  <a:pt x="190292" y="139169"/>
                  <a:pt x="183665" y="185559"/>
                </a:cubicBezTo>
                <a:lnTo>
                  <a:pt x="75738" y="185559"/>
                </a:lnTo>
                <a:cubicBezTo>
                  <a:pt x="106033" y="129702"/>
                  <a:pt x="154317" y="87099"/>
                  <a:pt x="213014" y="63431"/>
                </a:cubicBezTo>
                <a:close/>
                <a:moveTo>
                  <a:pt x="73845" y="439282"/>
                </a:moveTo>
                <a:lnTo>
                  <a:pt x="183665" y="439282"/>
                </a:lnTo>
                <a:cubicBezTo>
                  <a:pt x="190292" y="490405"/>
                  <a:pt x="200706" y="533007"/>
                  <a:pt x="214907" y="568036"/>
                </a:cubicBezTo>
                <a:cubicBezTo>
                  <a:pt x="155263" y="544368"/>
                  <a:pt x="104140" y="497979"/>
                  <a:pt x="73845" y="439282"/>
                </a:cubicBezTo>
                <a:close/>
                <a:moveTo>
                  <a:pt x="271711" y="584131"/>
                </a:moveTo>
                <a:cubicBezTo>
                  <a:pt x="251829" y="550049"/>
                  <a:pt x="236682" y="500819"/>
                  <a:pt x="228161" y="439282"/>
                </a:cubicBezTo>
                <a:lnTo>
                  <a:pt x="401412" y="439282"/>
                </a:lnTo>
                <a:cubicBezTo>
                  <a:pt x="392892" y="497979"/>
                  <a:pt x="377744" y="549102"/>
                  <a:pt x="357863" y="584131"/>
                </a:cubicBezTo>
                <a:cubicBezTo>
                  <a:pt x="344609" y="586971"/>
                  <a:pt x="330408" y="587918"/>
                  <a:pt x="315260" y="587918"/>
                </a:cubicBezTo>
                <a:cubicBezTo>
                  <a:pt x="301059" y="587918"/>
                  <a:pt x="285912" y="586024"/>
                  <a:pt x="271711" y="584131"/>
                </a:cubicBezTo>
                <a:close/>
                <a:moveTo>
                  <a:pt x="412773" y="568983"/>
                </a:moveTo>
                <a:cubicBezTo>
                  <a:pt x="426974" y="533007"/>
                  <a:pt x="438335" y="488511"/>
                  <a:pt x="444962" y="439282"/>
                </a:cubicBezTo>
                <a:lnTo>
                  <a:pt x="557622" y="439282"/>
                </a:lnTo>
                <a:cubicBezTo>
                  <a:pt x="527327" y="498925"/>
                  <a:pt x="476204" y="545315"/>
                  <a:pt x="412773" y="568983"/>
                </a:cubicBezTo>
                <a:close/>
              </a:path>
            </a:pathLst>
          </a:custGeom>
          <a:solidFill>
            <a:srgbClr val="000000"/>
          </a:solidFill>
          <a:ln w="9438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9B614B7C-3F2A-0D94-E584-CEC322E6736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2157494" y="6423101"/>
            <a:ext cx="4937973" cy="320439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1800" b="1">
                <a:solidFill>
                  <a:schemeClr val="tx1"/>
                </a:solidFill>
              </a:defRPr>
            </a:lvl1pPr>
            <a:lvl2pPr>
              <a:defRPr sz="2800">
                <a:solidFill>
                  <a:schemeClr val="accent4"/>
                </a:solidFill>
              </a:defRPr>
            </a:lvl2pPr>
            <a:lvl3pPr>
              <a:defRPr sz="2600">
                <a:solidFill>
                  <a:schemeClr val="accent4"/>
                </a:solidFill>
              </a:defRPr>
            </a:lvl3pPr>
            <a:lvl4pPr>
              <a:defRPr sz="2400">
                <a:solidFill>
                  <a:schemeClr val="accent4"/>
                </a:solidFill>
              </a:defRPr>
            </a:lvl4pPr>
            <a:lvl5pPr>
              <a:defRPr sz="2200">
                <a:solidFill>
                  <a:schemeClr val="accent4"/>
                </a:solidFill>
              </a:defRPr>
            </a:lvl5pPr>
          </a:lstStyle>
          <a:p>
            <a:pPr lvl="0"/>
            <a:r>
              <a:rPr lang="en-US"/>
              <a:t>email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0476B1-BC79-6A48-84CA-0759CACFAD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F01B45CF-F80F-AF1A-BB60-5E7615EB2D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6412307" y="10621112"/>
            <a:ext cx="2572579" cy="3501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accent3"/>
                </a:solidFill>
              </a:defRPr>
            </a:lvl1pPr>
          </a:lstStyle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FBF0A4-9A22-175D-1BEC-7D14A9C0F4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642632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2c - Research Toolk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597FAEE-5FAF-88B1-7416-563A1CAB42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-1"/>
            <a:ext cx="20318413" cy="114300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3E399AF-2CA0-ABA0-9DFA-3AB2EA8306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24366" y="2334708"/>
            <a:ext cx="13337750" cy="486193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392136" sx="60000" sy="60000" algn="ctr" rotWithShape="0">
              <a:prstClr val="black">
                <a:alpha val="9982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BD7D226-EE41-9FB9-ED21-8357A423D9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24366" y="7033470"/>
            <a:ext cx="13339334" cy="15979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 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4259C55-2FD0-1B45-D242-0C8C493EDB1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695200" y="3740400"/>
            <a:ext cx="5367600" cy="428400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lnSpc>
                <a:spcPct val="110000"/>
              </a:lnSpc>
              <a:spcAft>
                <a:spcPts val="1000"/>
              </a:spcAft>
              <a:defRPr sz="2800" b="1">
                <a:solidFill>
                  <a:schemeClr val="tx1"/>
                </a:solidFill>
                <a:latin typeface="+mj-lt"/>
                <a:cs typeface="Poppins" pitchFamily="2" charset="77"/>
              </a:defRPr>
            </a:lvl1pPr>
          </a:lstStyle>
          <a:p>
            <a:r>
              <a:rPr lang="en-GB"/>
              <a:t>Full Name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AAFF58-1895-74A3-698E-D878C307229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695200" y="4453200"/>
            <a:ext cx="5367600" cy="536400"/>
          </a:xfrm>
          <a:prstGeom prst="rect">
            <a:avLst/>
          </a:prstGeom>
        </p:spPr>
        <p:txBody>
          <a:bodyPr anchor="t"/>
          <a:lstStyle>
            <a:lvl1pPr marL="0" indent="0" algn="l">
              <a:buNone/>
              <a:defRPr sz="2800">
                <a:solidFill>
                  <a:schemeClr val="tx1"/>
                </a:solidFill>
              </a:defRPr>
            </a:lvl1pPr>
            <a:lvl2pPr marL="761924" indent="0" algn="ctr">
              <a:buNone/>
              <a:defRPr sz="3333"/>
            </a:lvl2pPr>
            <a:lvl3pPr marL="1523848" indent="0" algn="ctr">
              <a:buNone/>
              <a:defRPr sz="3000"/>
            </a:lvl3pPr>
            <a:lvl4pPr marL="2285771" indent="0" algn="ctr">
              <a:buNone/>
              <a:defRPr sz="2666"/>
            </a:lvl4pPr>
            <a:lvl5pPr marL="3047695" indent="0" algn="ctr">
              <a:buNone/>
              <a:defRPr sz="2666"/>
            </a:lvl5pPr>
            <a:lvl6pPr marL="3809619" indent="0" algn="ctr">
              <a:buNone/>
              <a:defRPr sz="2666"/>
            </a:lvl6pPr>
            <a:lvl7pPr marL="4571543" indent="0" algn="ctr">
              <a:buNone/>
              <a:defRPr sz="2666"/>
            </a:lvl7pPr>
            <a:lvl8pPr marL="5333467" indent="0" algn="ctr">
              <a:buNone/>
              <a:defRPr sz="2666"/>
            </a:lvl8pPr>
            <a:lvl9pPr marL="6095390" indent="0" algn="ctr">
              <a:buNone/>
              <a:defRPr sz="2666"/>
            </a:lvl9pPr>
          </a:lstStyle>
          <a:p>
            <a:r>
              <a:rPr lang="en-GB"/>
              <a:t>Accreditations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BDAA9548-D5B2-EC7E-0865-44149838B85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696355" y="5130000"/>
            <a:ext cx="5366302" cy="536390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00000"/>
              </a:lnSpc>
              <a:buNone/>
              <a:defRPr sz="2800" b="0">
                <a:solidFill>
                  <a:schemeClr val="accent1"/>
                </a:solidFill>
              </a:defRPr>
            </a:lvl1pPr>
            <a:lvl2pPr>
              <a:defRPr sz="2800">
                <a:solidFill>
                  <a:schemeClr val="accent4"/>
                </a:solidFill>
              </a:defRPr>
            </a:lvl2pPr>
            <a:lvl3pPr>
              <a:defRPr sz="2600">
                <a:solidFill>
                  <a:schemeClr val="accent4"/>
                </a:solidFill>
              </a:defRPr>
            </a:lvl3pPr>
            <a:lvl4pPr>
              <a:defRPr sz="2400">
                <a:solidFill>
                  <a:schemeClr val="accent4"/>
                </a:solidFill>
              </a:defRPr>
            </a:lvl4pPr>
            <a:lvl5pPr>
              <a:defRPr sz="2200">
                <a:solidFill>
                  <a:schemeClr val="accent4"/>
                </a:solidFill>
              </a:defRPr>
            </a:lvl5pPr>
          </a:lstStyle>
          <a:p>
            <a:pPr lvl="0"/>
            <a:r>
              <a:rPr lang="en-US"/>
              <a:t>Title</a:t>
            </a:r>
          </a:p>
        </p:txBody>
      </p:sp>
      <p:sp>
        <p:nvSpPr>
          <p:cNvPr id="12" name="Picture Placeholder 4">
            <a:extLst>
              <a:ext uri="{FF2B5EF4-FFF2-40B4-BE49-F238E27FC236}">
                <a16:creationId xmlns:a16="http://schemas.microsoft.com/office/drawing/2014/main" id="{FFC3C17C-4836-54D8-2826-B95E3AABFF1D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070752" y="3077188"/>
            <a:ext cx="3257370" cy="3256121"/>
          </a:xfrm>
          <a:prstGeom prst="rect">
            <a:avLst/>
          </a:prstGeom>
          <a:ln w="63500">
            <a:solidFill>
              <a:schemeClr val="bg1"/>
            </a:solidFill>
          </a:ln>
          <a:effectLst>
            <a:outerShdw blurRad="317500" algn="ctr" rotWithShape="0">
              <a:prstClr val="black">
                <a:alpha val="12000"/>
              </a:prstClr>
            </a:outerShdw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/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E1A72E33-59E3-B8C0-291D-0BF16B8D8AC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729165" y="2722713"/>
            <a:ext cx="5366302" cy="427636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3000" b="1">
                <a:solidFill>
                  <a:schemeClr val="tx1"/>
                </a:solidFill>
              </a:defRPr>
            </a:lvl1pPr>
            <a:lvl2pPr>
              <a:defRPr sz="2800">
                <a:solidFill>
                  <a:schemeClr val="accent4"/>
                </a:solidFill>
              </a:defRPr>
            </a:lvl2pPr>
            <a:lvl3pPr>
              <a:defRPr sz="2600">
                <a:solidFill>
                  <a:schemeClr val="accent4"/>
                </a:solidFill>
              </a:defRPr>
            </a:lvl3pPr>
            <a:lvl4pPr>
              <a:defRPr sz="2400">
                <a:solidFill>
                  <a:schemeClr val="accent4"/>
                </a:solidFill>
              </a:defRPr>
            </a:lvl4pPr>
            <a:lvl5pPr>
              <a:defRPr sz="2200">
                <a:solidFill>
                  <a:schemeClr val="accent4"/>
                </a:solidFill>
              </a:defRPr>
            </a:lvl5pPr>
          </a:lstStyle>
          <a:p>
            <a:pPr lvl="0"/>
            <a:r>
              <a:rPr lang="en-US"/>
              <a:t>Insert Title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64659317-169C-8689-A0CA-20666CF8A65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729165" y="3277327"/>
            <a:ext cx="5366302" cy="2855844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800" b="0">
                <a:solidFill>
                  <a:schemeClr val="tx1"/>
                </a:solidFill>
              </a:defRPr>
            </a:lvl1pPr>
            <a:lvl2pPr>
              <a:defRPr sz="2800">
                <a:solidFill>
                  <a:schemeClr val="accent4"/>
                </a:solidFill>
              </a:defRPr>
            </a:lvl2pPr>
            <a:lvl3pPr>
              <a:defRPr sz="2600">
                <a:solidFill>
                  <a:schemeClr val="accent4"/>
                </a:solidFill>
              </a:defRPr>
            </a:lvl3pPr>
            <a:lvl4pPr>
              <a:defRPr sz="2400">
                <a:solidFill>
                  <a:schemeClr val="accent4"/>
                </a:solidFill>
              </a:defRPr>
            </a:lvl4pPr>
            <a:lvl5pPr>
              <a:defRPr sz="2200">
                <a:solidFill>
                  <a:schemeClr val="accent4"/>
                </a:solidFill>
              </a:defRPr>
            </a:lvl5pPr>
          </a:lstStyle>
          <a:p>
            <a:pPr lvl="0"/>
            <a:r>
              <a:rPr lang="en-US"/>
              <a:t>Insert Info Here</a:t>
            </a:r>
          </a:p>
        </p:txBody>
      </p:sp>
      <p:sp>
        <p:nvSpPr>
          <p:cNvPr id="17" name="Freeform 16" descr="World wide web icon">
            <a:extLst>
              <a:ext uri="{FF2B5EF4-FFF2-40B4-BE49-F238E27FC236}">
                <a16:creationId xmlns:a16="http://schemas.microsoft.com/office/drawing/2014/main" id="{EEED13BE-4966-4646-607D-1F15919447F8}"/>
              </a:ext>
            </a:extLst>
          </p:cNvPr>
          <p:cNvSpPr/>
          <p:nvPr userDrawn="1"/>
        </p:nvSpPr>
        <p:spPr>
          <a:xfrm>
            <a:off x="11729165" y="6425952"/>
            <a:ext cx="318541" cy="317588"/>
          </a:xfrm>
          <a:custGeom>
            <a:avLst/>
            <a:gdLst>
              <a:gd name="connsiteX0" fmla="*/ 609692 w 632413"/>
              <a:gd name="connsiteY0" fmla="*/ 195026 h 630520"/>
              <a:gd name="connsiteX1" fmla="*/ 609692 w 632413"/>
              <a:gd name="connsiteY1" fmla="*/ 195026 h 630520"/>
              <a:gd name="connsiteX2" fmla="*/ 378691 w 632413"/>
              <a:gd name="connsiteY2" fmla="*/ 4734 h 630520"/>
              <a:gd name="connsiteX3" fmla="*/ 376797 w 632413"/>
              <a:gd name="connsiteY3" fmla="*/ 4734 h 630520"/>
              <a:gd name="connsiteX4" fmla="*/ 315260 w 632413"/>
              <a:gd name="connsiteY4" fmla="*/ 0 h 630520"/>
              <a:gd name="connsiteX5" fmla="*/ 248989 w 632413"/>
              <a:gd name="connsiteY5" fmla="*/ 6627 h 630520"/>
              <a:gd name="connsiteX6" fmla="*/ 238575 w 632413"/>
              <a:gd name="connsiteY6" fmla="*/ 9467 h 630520"/>
              <a:gd name="connsiteX7" fmla="*/ 239522 w 632413"/>
              <a:gd name="connsiteY7" fmla="*/ 8521 h 630520"/>
              <a:gd name="connsiteX8" fmla="*/ 238575 w 632413"/>
              <a:gd name="connsiteY8" fmla="*/ 9467 h 630520"/>
              <a:gd name="connsiteX9" fmla="*/ 21775 w 632413"/>
              <a:gd name="connsiteY9" fmla="*/ 198813 h 630520"/>
              <a:gd name="connsiteX10" fmla="*/ 0 w 632413"/>
              <a:gd name="connsiteY10" fmla="*/ 315260 h 630520"/>
              <a:gd name="connsiteX11" fmla="*/ 21775 w 632413"/>
              <a:gd name="connsiteY11" fmla="*/ 428867 h 630520"/>
              <a:gd name="connsiteX12" fmla="*/ 251829 w 632413"/>
              <a:gd name="connsiteY12" fmla="*/ 622947 h 630520"/>
              <a:gd name="connsiteX13" fmla="*/ 316207 w 632413"/>
              <a:gd name="connsiteY13" fmla="*/ 630520 h 630520"/>
              <a:gd name="connsiteX14" fmla="*/ 378691 w 632413"/>
              <a:gd name="connsiteY14" fmla="*/ 622947 h 630520"/>
              <a:gd name="connsiteX15" fmla="*/ 610639 w 632413"/>
              <a:gd name="connsiteY15" fmla="*/ 428867 h 630520"/>
              <a:gd name="connsiteX16" fmla="*/ 632414 w 632413"/>
              <a:gd name="connsiteY16" fmla="*/ 312420 h 630520"/>
              <a:gd name="connsiteX17" fmla="*/ 609692 w 632413"/>
              <a:gd name="connsiteY17" fmla="*/ 195026 h 630520"/>
              <a:gd name="connsiteX18" fmla="*/ 556676 w 632413"/>
              <a:gd name="connsiteY18" fmla="*/ 185559 h 630520"/>
              <a:gd name="connsiteX19" fmla="*/ 444962 w 632413"/>
              <a:gd name="connsiteY19" fmla="*/ 185559 h 630520"/>
              <a:gd name="connsiteX20" fmla="*/ 414667 w 632413"/>
              <a:gd name="connsiteY20" fmla="*/ 59644 h 630520"/>
              <a:gd name="connsiteX21" fmla="*/ 556676 w 632413"/>
              <a:gd name="connsiteY21" fmla="*/ 185559 h 630520"/>
              <a:gd name="connsiteX22" fmla="*/ 587918 w 632413"/>
              <a:gd name="connsiteY22" fmla="*/ 313367 h 630520"/>
              <a:gd name="connsiteX23" fmla="*/ 575610 w 632413"/>
              <a:gd name="connsiteY23" fmla="*/ 395732 h 630520"/>
              <a:gd name="connsiteX24" fmla="*/ 450642 w 632413"/>
              <a:gd name="connsiteY24" fmla="*/ 395732 h 630520"/>
              <a:gd name="connsiteX25" fmla="*/ 454429 w 632413"/>
              <a:gd name="connsiteY25" fmla="*/ 311473 h 630520"/>
              <a:gd name="connsiteX26" fmla="*/ 450642 w 632413"/>
              <a:gd name="connsiteY26" fmla="*/ 229108 h 630520"/>
              <a:gd name="connsiteX27" fmla="*/ 575610 w 632413"/>
              <a:gd name="connsiteY27" fmla="*/ 229108 h 630520"/>
              <a:gd name="connsiteX28" fmla="*/ 587918 w 632413"/>
              <a:gd name="connsiteY28" fmla="*/ 313367 h 630520"/>
              <a:gd name="connsiteX29" fmla="*/ 222481 w 632413"/>
              <a:gd name="connsiteY29" fmla="*/ 395732 h 630520"/>
              <a:gd name="connsiteX30" fmla="*/ 217747 w 632413"/>
              <a:gd name="connsiteY30" fmla="*/ 311473 h 630520"/>
              <a:gd name="connsiteX31" fmla="*/ 221534 w 632413"/>
              <a:gd name="connsiteY31" fmla="*/ 229108 h 630520"/>
              <a:gd name="connsiteX32" fmla="*/ 406146 w 632413"/>
              <a:gd name="connsiteY32" fmla="*/ 229108 h 630520"/>
              <a:gd name="connsiteX33" fmla="*/ 409933 w 632413"/>
              <a:gd name="connsiteY33" fmla="*/ 311473 h 630520"/>
              <a:gd name="connsiteX34" fmla="*/ 405199 w 632413"/>
              <a:gd name="connsiteY34" fmla="*/ 395732 h 630520"/>
              <a:gd name="connsiteX35" fmla="*/ 222481 w 632413"/>
              <a:gd name="connsiteY35" fmla="*/ 395732 h 630520"/>
              <a:gd name="connsiteX36" fmla="*/ 55857 w 632413"/>
              <a:gd name="connsiteY36" fmla="*/ 395732 h 630520"/>
              <a:gd name="connsiteX37" fmla="*/ 43549 w 632413"/>
              <a:gd name="connsiteY37" fmla="*/ 316207 h 630520"/>
              <a:gd name="connsiteX38" fmla="*/ 56804 w 632413"/>
              <a:gd name="connsiteY38" fmla="*/ 230055 h 630520"/>
              <a:gd name="connsiteX39" fmla="*/ 177985 w 632413"/>
              <a:gd name="connsiteY39" fmla="*/ 230055 h 630520"/>
              <a:gd name="connsiteX40" fmla="*/ 174198 w 632413"/>
              <a:gd name="connsiteY40" fmla="*/ 312420 h 630520"/>
              <a:gd name="connsiteX41" fmla="*/ 177985 w 632413"/>
              <a:gd name="connsiteY41" fmla="*/ 396679 h 630520"/>
              <a:gd name="connsiteX42" fmla="*/ 55857 w 632413"/>
              <a:gd name="connsiteY42" fmla="*/ 396679 h 630520"/>
              <a:gd name="connsiteX43" fmla="*/ 361650 w 632413"/>
              <a:gd name="connsiteY43" fmla="*/ 47336 h 630520"/>
              <a:gd name="connsiteX44" fmla="*/ 401412 w 632413"/>
              <a:gd name="connsiteY44" fmla="*/ 186505 h 630520"/>
              <a:gd name="connsiteX45" fmla="*/ 228161 w 632413"/>
              <a:gd name="connsiteY45" fmla="*/ 186505 h 630520"/>
              <a:gd name="connsiteX46" fmla="*/ 266977 w 632413"/>
              <a:gd name="connsiteY46" fmla="*/ 49230 h 630520"/>
              <a:gd name="connsiteX47" fmla="*/ 315260 w 632413"/>
              <a:gd name="connsiteY47" fmla="*/ 44496 h 630520"/>
              <a:gd name="connsiteX48" fmla="*/ 361650 w 632413"/>
              <a:gd name="connsiteY48" fmla="*/ 47336 h 630520"/>
              <a:gd name="connsiteX49" fmla="*/ 213014 w 632413"/>
              <a:gd name="connsiteY49" fmla="*/ 63431 h 630520"/>
              <a:gd name="connsiteX50" fmla="*/ 183665 w 632413"/>
              <a:gd name="connsiteY50" fmla="*/ 185559 h 630520"/>
              <a:gd name="connsiteX51" fmla="*/ 75738 w 632413"/>
              <a:gd name="connsiteY51" fmla="*/ 185559 h 630520"/>
              <a:gd name="connsiteX52" fmla="*/ 213014 w 632413"/>
              <a:gd name="connsiteY52" fmla="*/ 63431 h 630520"/>
              <a:gd name="connsiteX53" fmla="*/ 73845 w 632413"/>
              <a:gd name="connsiteY53" fmla="*/ 439282 h 630520"/>
              <a:gd name="connsiteX54" fmla="*/ 183665 w 632413"/>
              <a:gd name="connsiteY54" fmla="*/ 439282 h 630520"/>
              <a:gd name="connsiteX55" fmla="*/ 214907 w 632413"/>
              <a:gd name="connsiteY55" fmla="*/ 568036 h 630520"/>
              <a:gd name="connsiteX56" fmla="*/ 73845 w 632413"/>
              <a:gd name="connsiteY56" fmla="*/ 439282 h 630520"/>
              <a:gd name="connsiteX57" fmla="*/ 271711 w 632413"/>
              <a:gd name="connsiteY57" fmla="*/ 584131 h 630520"/>
              <a:gd name="connsiteX58" fmla="*/ 228161 w 632413"/>
              <a:gd name="connsiteY58" fmla="*/ 439282 h 630520"/>
              <a:gd name="connsiteX59" fmla="*/ 401412 w 632413"/>
              <a:gd name="connsiteY59" fmla="*/ 439282 h 630520"/>
              <a:gd name="connsiteX60" fmla="*/ 357863 w 632413"/>
              <a:gd name="connsiteY60" fmla="*/ 584131 h 630520"/>
              <a:gd name="connsiteX61" fmla="*/ 315260 w 632413"/>
              <a:gd name="connsiteY61" fmla="*/ 587918 h 630520"/>
              <a:gd name="connsiteX62" fmla="*/ 271711 w 632413"/>
              <a:gd name="connsiteY62" fmla="*/ 584131 h 630520"/>
              <a:gd name="connsiteX63" fmla="*/ 412773 w 632413"/>
              <a:gd name="connsiteY63" fmla="*/ 568983 h 630520"/>
              <a:gd name="connsiteX64" fmla="*/ 444962 w 632413"/>
              <a:gd name="connsiteY64" fmla="*/ 439282 h 630520"/>
              <a:gd name="connsiteX65" fmla="*/ 557622 w 632413"/>
              <a:gd name="connsiteY65" fmla="*/ 439282 h 630520"/>
              <a:gd name="connsiteX66" fmla="*/ 412773 w 632413"/>
              <a:gd name="connsiteY66" fmla="*/ 568983 h 630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</a:cxnLst>
            <a:rect l="l" t="t" r="r" b="b"/>
            <a:pathLst>
              <a:path w="632413" h="630520">
                <a:moveTo>
                  <a:pt x="609692" y="195026"/>
                </a:moveTo>
                <a:lnTo>
                  <a:pt x="609692" y="195026"/>
                </a:lnTo>
                <a:cubicBezTo>
                  <a:pt x="568036" y="94673"/>
                  <a:pt x="481884" y="23668"/>
                  <a:pt x="378691" y="4734"/>
                </a:cubicBezTo>
                <a:lnTo>
                  <a:pt x="376797" y="4734"/>
                </a:lnTo>
                <a:cubicBezTo>
                  <a:pt x="356916" y="2840"/>
                  <a:pt x="336088" y="0"/>
                  <a:pt x="315260" y="0"/>
                </a:cubicBezTo>
                <a:cubicBezTo>
                  <a:pt x="293485" y="0"/>
                  <a:pt x="269817" y="2840"/>
                  <a:pt x="248989" y="6627"/>
                </a:cubicBezTo>
                <a:cubicBezTo>
                  <a:pt x="245202" y="7574"/>
                  <a:pt x="241415" y="8521"/>
                  <a:pt x="238575" y="9467"/>
                </a:cubicBezTo>
                <a:cubicBezTo>
                  <a:pt x="238575" y="9467"/>
                  <a:pt x="239522" y="8521"/>
                  <a:pt x="239522" y="8521"/>
                </a:cubicBezTo>
                <a:cubicBezTo>
                  <a:pt x="239522" y="8521"/>
                  <a:pt x="238575" y="9467"/>
                  <a:pt x="238575" y="9467"/>
                </a:cubicBezTo>
                <a:cubicBezTo>
                  <a:pt x="139169" y="33135"/>
                  <a:pt x="58697" y="103193"/>
                  <a:pt x="21775" y="198813"/>
                </a:cubicBezTo>
                <a:cubicBezTo>
                  <a:pt x="7574" y="233842"/>
                  <a:pt x="0" y="274551"/>
                  <a:pt x="0" y="315260"/>
                </a:cubicBezTo>
                <a:cubicBezTo>
                  <a:pt x="0" y="355023"/>
                  <a:pt x="7574" y="393839"/>
                  <a:pt x="21775" y="428867"/>
                </a:cubicBezTo>
                <a:cubicBezTo>
                  <a:pt x="60591" y="528274"/>
                  <a:pt x="148636" y="603065"/>
                  <a:pt x="251829" y="622947"/>
                </a:cubicBezTo>
                <a:cubicBezTo>
                  <a:pt x="273604" y="627680"/>
                  <a:pt x="294432" y="630520"/>
                  <a:pt x="316207" y="630520"/>
                </a:cubicBezTo>
                <a:cubicBezTo>
                  <a:pt x="337982" y="630520"/>
                  <a:pt x="359756" y="627680"/>
                  <a:pt x="378691" y="622947"/>
                </a:cubicBezTo>
                <a:cubicBezTo>
                  <a:pt x="485671" y="601172"/>
                  <a:pt x="572770" y="528274"/>
                  <a:pt x="610639" y="428867"/>
                </a:cubicBezTo>
                <a:cubicBezTo>
                  <a:pt x="624840" y="393839"/>
                  <a:pt x="632414" y="353129"/>
                  <a:pt x="632414" y="312420"/>
                </a:cubicBezTo>
                <a:cubicBezTo>
                  <a:pt x="631467" y="270764"/>
                  <a:pt x="623893" y="231001"/>
                  <a:pt x="609692" y="195026"/>
                </a:cubicBezTo>
                <a:close/>
                <a:moveTo>
                  <a:pt x="556676" y="185559"/>
                </a:moveTo>
                <a:lnTo>
                  <a:pt x="444962" y="185559"/>
                </a:lnTo>
                <a:cubicBezTo>
                  <a:pt x="438335" y="137275"/>
                  <a:pt x="427921" y="94673"/>
                  <a:pt x="414667" y="59644"/>
                </a:cubicBezTo>
                <a:cubicBezTo>
                  <a:pt x="475257" y="82365"/>
                  <a:pt x="525434" y="126861"/>
                  <a:pt x="556676" y="185559"/>
                </a:cubicBezTo>
                <a:close/>
                <a:moveTo>
                  <a:pt x="587918" y="313367"/>
                </a:moveTo>
                <a:cubicBezTo>
                  <a:pt x="587918" y="341769"/>
                  <a:pt x="584131" y="370170"/>
                  <a:pt x="575610" y="395732"/>
                </a:cubicBezTo>
                <a:lnTo>
                  <a:pt x="450642" y="395732"/>
                </a:lnTo>
                <a:cubicBezTo>
                  <a:pt x="453482" y="369224"/>
                  <a:pt x="454429" y="340822"/>
                  <a:pt x="454429" y="311473"/>
                </a:cubicBezTo>
                <a:cubicBezTo>
                  <a:pt x="454429" y="283071"/>
                  <a:pt x="453482" y="255616"/>
                  <a:pt x="450642" y="229108"/>
                </a:cubicBezTo>
                <a:lnTo>
                  <a:pt x="575610" y="229108"/>
                </a:lnTo>
                <a:cubicBezTo>
                  <a:pt x="583184" y="255616"/>
                  <a:pt x="587918" y="283071"/>
                  <a:pt x="587918" y="313367"/>
                </a:cubicBezTo>
                <a:close/>
                <a:moveTo>
                  <a:pt x="222481" y="395732"/>
                </a:moveTo>
                <a:cubicBezTo>
                  <a:pt x="219641" y="369224"/>
                  <a:pt x="217747" y="340822"/>
                  <a:pt x="217747" y="311473"/>
                </a:cubicBezTo>
                <a:cubicBezTo>
                  <a:pt x="217747" y="282125"/>
                  <a:pt x="218694" y="255616"/>
                  <a:pt x="221534" y="229108"/>
                </a:cubicBezTo>
                <a:lnTo>
                  <a:pt x="406146" y="229108"/>
                </a:lnTo>
                <a:cubicBezTo>
                  <a:pt x="408986" y="255616"/>
                  <a:pt x="409933" y="283071"/>
                  <a:pt x="409933" y="311473"/>
                </a:cubicBezTo>
                <a:cubicBezTo>
                  <a:pt x="409933" y="340822"/>
                  <a:pt x="408039" y="369224"/>
                  <a:pt x="405199" y="395732"/>
                </a:cubicBezTo>
                <a:lnTo>
                  <a:pt x="222481" y="395732"/>
                </a:lnTo>
                <a:close/>
                <a:moveTo>
                  <a:pt x="55857" y="395732"/>
                </a:moveTo>
                <a:cubicBezTo>
                  <a:pt x="48283" y="370170"/>
                  <a:pt x="43549" y="343662"/>
                  <a:pt x="43549" y="316207"/>
                </a:cubicBezTo>
                <a:cubicBezTo>
                  <a:pt x="43549" y="285912"/>
                  <a:pt x="48283" y="256563"/>
                  <a:pt x="56804" y="230055"/>
                </a:cubicBezTo>
                <a:lnTo>
                  <a:pt x="177985" y="230055"/>
                </a:lnTo>
                <a:cubicBezTo>
                  <a:pt x="175145" y="256563"/>
                  <a:pt x="174198" y="283071"/>
                  <a:pt x="174198" y="312420"/>
                </a:cubicBezTo>
                <a:cubicBezTo>
                  <a:pt x="174198" y="341769"/>
                  <a:pt x="175145" y="370170"/>
                  <a:pt x="177985" y="396679"/>
                </a:cubicBezTo>
                <a:lnTo>
                  <a:pt x="55857" y="396679"/>
                </a:lnTo>
                <a:close/>
                <a:moveTo>
                  <a:pt x="361650" y="47336"/>
                </a:moveTo>
                <a:cubicBezTo>
                  <a:pt x="378691" y="79525"/>
                  <a:pt x="392892" y="128755"/>
                  <a:pt x="401412" y="186505"/>
                </a:cubicBezTo>
                <a:lnTo>
                  <a:pt x="228161" y="186505"/>
                </a:lnTo>
                <a:cubicBezTo>
                  <a:pt x="236682" y="130648"/>
                  <a:pt x="249936" y="83312"/>
                  <a:pt x="266977" y="49230"/>
                </a:cubicBezTo>
                <a:cubicBezTo>
                  <a:pt x="282125" y="46390"/>
                  <a:pt x="299166" y="44496"/>
                  <a:pt x="315260" y="44496"/>
                </a:cubicBezTo>
                <a:cubicBezTo>
                  <a:pt x="330408" y="43549"/>
                  <a:pt x="345555" y="45443"/>
                  <a:pt x="361650" y="47336"/>
                </a:cubicBezTo>
                <a:close/>
                <a:moveTo>
                  <a:pt x="213014" y="63431"/>
                </a:moveTo>
                <a:cubicBezTo>
                  <a:pt x="200706" y="97513"/>
                  <a:pt x="190292" y="139169"/>
                  <a:pt x="183665" y="185559"/>
                </a:cubicBezTo>
                <a:lnTo>
                  <a:pt x="75738" y="185559"/>
                </a:lnTo>
                <a:cubicBezTo>
                  <a:pt x="106033" y="129702"/>
                  <a:pt x="154317" y="87099"/>
                  <a:pt x="213014" y="63431"/>
                </a:cubicBezTo>
                <a:close/>
                <a:moveTo>
                  <a:pt x="73845" y="439282"/>
                </a:moveTo>
                <a:lnTo>
                  <a:pt x="183665" y="439282"/>
                </a:lnTo>
                <a:cubicBezTo>
                  <a:pt x="190292" y="490405"/>
                  <a:pt x="200706" y="533007"/>
                  <a:pt x="214907" y="568036"/>
                </a:cubicBezTo>
                <a:cubicBezTo>
                  <a:pt x="155263" y="544368"/>
                  <a:pt x="104140" y="497979"/>
                  <a:pt x="73845" y="439282"/>
                </a:cubicBezTo>
                <a:close/>
                <a:moveTo>
                  <a:pt x="271711" y="584131"/>
                </a:moveTo>
                <a:cubicBezTo>
                  <a:pt x="251829" y="550049"/>
                  <a:pt x="236682" y="500819"/>
                  <a:pt x="228161" y="439282"/>
                </a:cubicBezTo>
                <a:lnTo>
                  <a:pt x="401412" y="439282"/>
                </a:lnTo>
                <a:cubicBezTo>
                  <a:pt x="392892" y="497979"/>
                  <a:pt x="377744" y="549102"/>
                  <a:pt x="357863" y="584131"/>
                </a:cubicBezTo>
                <a:cubicBezTo>
                  <a:pt x="344609" y="586971"/>
                  <a:pt x="330408" y="587918"/>
                  <a:pt x="315260" y="587918"/>
                </a:cubicBezTo>
                <a:cubicBezTo>
                  <a:pt x="301059" y="587918"/>
                  <a:pt x="285912" y="586024"/>
                  <a:pt x="271711" y="584131"/>
                </a:cubicBezTo>
                <a:close/>
                <a:moveTo>
                  <a:pt x="412773" y="568983"/>
                </a:moveTo>
                <a:cubicBezTo>
                  <a:pt x="426974" y="533007"/>
                  <a:pt x="438335" y="488511"/>
                  <a:pt x="444962" y="439282"/>
                </a:cubicBezTo>
                <a:lnTo>
                  <a:pt x="557622" y="439282"/>
                </a:lnTo>
                <a:cubicBezTo>
                  <a:pt x="527327" y="498925"/>
                  <a:pt x="476204" y="545315"/>
                  <a:pt x="412773" y="568983"/>
                </a:cubicBezTo>
                <a:close/>
              </a:path>
            </a:pathLst>
          </a:custGeom>
          <a:solidFill>
            <a:srgbClr val="000000"/>
          </a:solidFill>
          <a:ln w="9438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9B614B7C-3F2A-0D94-E584-CEC322E6736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2157494" y="6423101"/>
            <a:ext cx="4937973" cy="320439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1800" b="1">
                <a:solidFill>
                  <a:schemeClr val="tx1"/>
                </a:solidFill>
              </a:defRPr>
            </a:lvl1pPr>
            <a:lvl2pPr>
              <a:defRPr sz="2800">
                <a:solidFill>
                  <a:schemeClr val="accent4"/>
                </a:solidFill>
              </a:defRPr>
            </a:lvl2pPr>
            <a:lvl3pPr>
              <a:defRPr sz="2600">
                <a:solidFill>
                  <a:schemeClr val="accent4"/>
                </a:solidFill>
              </a:defRPr>
            </a:lvl3pPr>
            <a:lvl4pPr>
              <a:defRPr sz="2400">
                <a:solidFill>
                  <a:schemeClr val="accent4"/>
                </a:solidFill>
              </a:defRPr>
            </a:lvl4pPr>
            <a:lvl5pPr>
              <a:defRPr sz="2200">
                <a:solidFill>
                  <a:schemeClr val="accent4"/>
                </a:solidFill>
              </a:defRPr>
            </a:lvl5pPr>
          </a:lstStyle>
          <a:p>
            <a:pPr lvl="0"/>
            <a:r>
              <a:rPr lang="en-US"/>
              <a:t>email</a:t>
            </a:r>
          </a:p>
        </p:txBody>
      </p:sp>
      <p:pic>
        <p:nvPicPr>
          <p:cNvPr id="7" name="Picture 23" descr="McMaster Brighter World Logo">
            <a:extLst>
              <a:ext uri="{FF2B5EF4-FFF2-40B4-BE49-F238E27FC236}">
                <a16:creationId xmlns:a16="http://schemas.microsoft.com/office/drawing/2014/main" id="{B886DC2B-3B2A-B4AF-7BE5-DAE93C15AC8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7682503" y="8319738"/>
            <a:ext cx="4951820" cy="1568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178633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3 - Ac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9EE1B7CD-0550-9778-6253-DE4A8D2ED0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851" t="15144" r="8891" b="1540"/>
          <a:stretch/>
        </p:blipFill>
        <p:spPr>
          <a:xfrm>
            <a:off x="-1" y="0"/>
            <a:ext cx="20318414" cy="9531350"/>
          </a:xfrm>
          <a:prstGeom prst="rect">
            <a:avLst/>
          </a:prstGeom>
        </p:spPr>
      </p:pic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FA7BB90D-A41D-6932-4520-14D86810EEFE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-1" y="2748271"/>
            <a:ext cx="6117336" cy="5376672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Rectangle highlight</a:t>
            </a:r>
            <a:endParaRPr lang="en-CA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8A23405D-EFFB-E3F3-AC3A-44BA6751003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38150" y="6037263"/>
            <a:ext cx="4810502" cy="171291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000"/>
            </a:lvl1pPr>
          </a:lstStyle>
          <a:p>
            <a:pPr lvl="0"/>
            <a:r>
              <a:rPr lang="en-US" dirty="0"/>
              <a:t>Subtitle here</a:t>
            </a:r>
            <a:endParaRPr lang="en-CA" dirty="0"/>
          </a:p>
        </p:txBody>
      </p:sp>
      <p:sp>
        <p:nvSpPr>
          <p:cNvPr id="21" name="Title 20">
            <a:extLst>
              <a:ext uri="{FF2B5EF4-FFF2-40B4-BE49-F238E27FC236}">
                <a16:creationId xmlns:a16="http://schemas.microsoft.com/office/drawing/2014/main" id="{26023E83-F8BF-D356-50B1-5B29104D63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151" y="3091543"/>
            <a:ext cx="4810501" cy="2570952"/>
          </a:xfrm>
          <a:prstGeom prst="rect">
            <a:avLst/>
          </a:prstGeom>
        </p:spPr>
        <p:txBody>
          <a:bodyPr anchor="b"/>
          <a:lstStyle>
            <a:lvl1pPr>
              <a:defRPr sz="4800" b="1"/>
            </a:lvl1pPr>
          </a:lstStyle>
          <a:p>
            <a:r>
              <a:rPr lang="en-US" dirty="0"/>
              <a:t>Click to edit Master title style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26034731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4 - Proud to B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B4B14DC-23EE-FBE4-6AE9-EC06E3E5F7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1881808"/>
            <a:ext cx="20318413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AA99F92D-9095-DA83-60F2-A43FB5C72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212574" y="2584175"/>
            <a:ext cx="8583613" cy="585504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  <a:defRPr sz="2800"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800"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600"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200">
                <a:solidFill>
                  <a:schemeClr val="tx1"/>
                </a:solidFill>
              </a:defRPr>
            </a:lvl5pPr>
          </a:lstStyle>
          <a:p>
            <a:r>
              <a:rPr lang="en-US" sz="3200"/>
              <a:t>Top 40 in the world for Global Impact</a:t>
            </a:r>
            <a:r>
              <a:rPr lang="en-US" sz="3200" baseline="30000"/>
              <a:t>*</a:t>
            </a:r>
            <a:endParaRPr lang="en-US" sz="3200"/>
          </a:p>
          <a:p>
            <a:r>
              <a:rPr lang="en-US" sz="3200"/>
              <a:t>Ranked among the top</a:t>
            </a:r>
            <a:r>
              <a:rPr lang="en-US" sz="3200" baseline="30000"/>
              <a:t>‡</a:t>
            </a:r>
            <a:r>
              <a:rPr lang="en-US" sz="3200"/>
              <a:t> 100 universities</a:t>
            </a:r>
          </a:p>
          <a:p>
            <a:r>
              <a:rPr lang="en-US" sz="3200"/>
              <a:t>1st in North America for SDG 3 Good Health and Well-Being</a:t>
            </a:r>
            <a:r>
              <a:rPr lang="en-US" sz="3200" baseline="30000"/>
              <a:t>*</a:t>
            </a:r>
            <a:endParaRPr lang="en-US" sz="3200"/>
          </a:p>
          <a:p>
            <a:r>
              <a:rPr lang="en-US" sz="3200"/>
              <a:t>Top 40 in the world for Clinical and Health</a:t>
            </a:r>
            <a:r>
              <a:rPr lang="en-US" sz="3200" baseline="30000"/>
              <a:t>*</a:t>
            </a:r>
            <a:endParaRPr lang="en-US" sz="3200"/>
          </a:p>
          <a:p>
            <a:r>
              <a:rPr lang="en-US" sz="3200"/>
              <a:t>One of Canada's most research-intensive universities</a:t>
            </a:r>
            <a:r>
              <a:rPr lang="en-US" sz="3200" baseline="30000"/>
              <a:t>†</a:t>
            </a:r>
            <a:endParaRPr lang="en-US" sz="3200"/>
          </a:p>
          <a:p>
            <a:r>
              <a:rPr lang="en-US" sz="3200"/>
              <a:t>1st in the world for industry impact</a:t>
            </a:r>
            <a:r>
              <a:rPr lang="en-US" sz="3200" baseline="30000"/>
              <a:t>*</a:t>
            </a:r>
            <a:endParaRPr lang="en-US" sz="3200"/>
          </a:p>
          <a:p>
            <a:r>
              <a:rPr lang="en-US" sz="3200"/>
              <a:t>1st in Canada and 75th in the world for Research Quality</a:t>
            </a:r>
            <a:r>
              <a:rPr lang="en-US" sz="3200" baseline="30000"/>
              <a:t>*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2154B38-5333-5F65-5C42-90405DD174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495731" y="2700077"/>
            <a:ext cx="302535" cy="380498"/>
            <a:chOff x="2798862" y="7372220"/>
            <a:chExt cx="800273" cy="1006504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E2AD7E24-1C23-EC62-E657-C4A09338A9E5}"/>
                </a:ext>
              </a:extLst>
            </p:cNvPr>
            <p:cNvGrpSpPr/>
            <p:nvPr/>
          </p:nvGrpSpPr>
          <p:grpSpPr>
            <a:xfrm>
              <a:off x="2935855" y="7385477"/>
              <a:ext cx="662406" cy="668507"/>
              <a:chOff x="2935855" y="7385477"/>
              <a:chExt cx="662406" cy="668507"/>
            </a:xfrm>
          </p:grpSpPr>
          <p:sp>
            <p:nvSpPr>
              <p:cNvPr id="10" name="Freeform 9">
                <a:extLst>
                  <a:ext uri="{FF2B5EF4-FFF2-40B4-BE49-F238E27FC236}">
                    <a16:creationId xmlns:a16="http://schemas.microsoft.com/office/drawing/2014/main" id="{23509ACE-1B6A-84E5-E179-D715B1E32F7E}"/>
                  </a:ext>
                </a:extLst>
              </p:cNvPr>
              <p:cNvSpPr/>
              <p:nvPr/>
            </p:nvSpPr>
            <p:spPr>
              <a:xfrm>
                <a:off x="2935855" y="7390715"/>
                <a:ext cx="259670" cy="260668"/>
              </a:xfrm>
              <a:custGeom>
                <a:avLst/>
                <a:gdLst>
                  <a:gd name="connsiteX0" fmla="*/ 97269 w 259670"/>
                  <a:gd name="connsiteY0" fmla="*/ 260668 h 260668"/>
                  <a:gd name="connsiteX1" fmla="*/ 10190 w 259670"/>
                  <a:gd name="connsiteY1" fmla="*/ 235031 h 260668"/>
                  <a:gd name="connsiteX2" fmla="*/ 3564 w 259670"/>
                  <a:gd name="connsiteY2" fmla="*/ 205595 h 260668"/>
                  <a:gd name="connsiteX3" fmla="*/ 32906 w 259670"/>
                  <a:gd name="connsiteY3" fmla="*/ 198948 h 260668"/>
                  <a:gd name="connsiteX4" fmla="*/ 181508 w 259670"/>
                  <a:gd name="connsiteY4" fmla="*/ 181857 h 260668"/>
                  <a:gd name="connsiteX5" fmla="*/ 198545 w 259670"/>
                  <a:gd name="connsiteY5" fmla="*/ 32780 h 260668"/>
                  <a:gd name="connsiteX6" fmla="*/ 205171 w 259670"/>
                  <a:gd name="connsiteY6" fmla="*/ 3345 h 260668"/>
                  <a:gd name="connsiteX7" fmla="*/ 234512 w 259670"/>
                  <a:gd name="connsiteY7" fmla="*/ 9991 h 260668"/>
                  <a:gd name="connsiteX8" fmla="*/ 211796 w 259670"/>
                  <a:gd name="connsiteY8" fmla="*/ 212242 h 260668"/>
                  <a:gd name="connsiteX9" fmla="*/ 97269 w 259670"/>
                  <a:gd name="connsiteY9" fmla="*/ 260668 h 2606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59670" h="260668">
                    <a:moveTo>
                      <a:pt x="97269" y="260668"/>
                    </a:moveTo>
                    <a:cubicBezTo>
                      <a:pt x="66980" y="260668"/>
                      <a:pt x="37639" y="252122"/>
                      <a:pt x="10190" y="235031"/>
                    </a:cubicBezTo>
                    <a:cubicBezTo>
                      <a:pt x="-222" y="228384"/>
                      <a:pt x="-3061" y="215091"/>
                      <a:pt x="3564" y="205595"/>
                    </a:cubicBezTo>
                    <a:cubicBezTo>
                      <a:pt x="10190" y="195150"/>
                      <a:pt x="23441" y="192302"/>
                      <a:pt x="32906" y="198948"/>
                    </a:cubicBezTo>
                    <a:cubicBezTo>
                      <a:pt x="80231" y="229334"/>
                      <a:pt x="141755" y="221737"/>
                      <a:pt x="181508" y="181857"/>
                    </a:cubicBezTo>
                    <a:cubicBezTo>
                      <a:pt x="221261" y="141977"/>
                      <a:pt x="227887" y="80257"/>
                      <a:pt x="198545" y="32780"/>
                    </a:cubicBezTo>
                    <a:cubicBezTo>
                      <a:pt x="191920" y="22335"/>
                      <a:pt x="195706" y="9042"/>
                      <a:pt x="205171" y="3345"/>
                    </a:cubicBezTo>
                    <a:cubicBezTo>
                      <a:pt x="215582" y="-3302"/>
                      <a:pt x="228833" y="496"/>
                      <a:pt x="234512" y="9991"/>
                    </a:cubicBezTo>
                    <a:cubicBezTo>
                      <a:pt x="275212" y="74560"/>
                      <a:pt x="265747" y="158119"/>
                      <a:pt x="211796" y="212242"/>
                    </a:cubicBezTo>
                    <a:cubicBezTo>
                      <a:pt x="180561" y="243577"/>
                      <a:pt x="139862" y="260668"/>
                      <a:pt x="97269" y="260668"/>
                    </a:cubicBezTo>
                    <a:close/>
                  </a:path>
                </a:pathLst>
              </a:custGeom>
              <a:solidFill>
                <a:srgbClr val="7A003C"/>
              </a:solidFill>
              <a:ln w="94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" name="Freeform 10">
                <a:extLst>
                  <a:ext uri="{FF2B5EF4-FFF2-40B4-BE49-F238E27FC236}">
                    <a16:creationId xmlns:a16="http://schemas.microsoft.com/office/drawing/2014/main" id="{2B80284B-C348-B1AF-7CEB-18AC4A756C78}"/>
                  </a:ext>
                </a:extLst>
              </p:cNvPr>
              <p:cNvSpPr/>
              <p:nvPr/>
            </p:nvSpPr>
            <p:spPr>
              <a:xfrm>
                <a:off x="2951960" y="7741588"/>
                <a:ext cx="331678" cy="312396"/>
              </a:xfrm>
              <a:custGeom>
                <a:avLst/>
                <a:gdLst>
                  <a:gd name="connsiteX0" fmla="*/ 296967 w 331678"/>
                  <a:gd name="connsiteY0" fmla="*/ 312396 h 312396"/>
                  <a:gd name="connsiteX1" fmla="*/ 291288 w 331678"/>
                  <a:gd name="connsiteY1" fmla="*/ 311447 h 312396"/>
                  <a:gd name="connsiteX2" fmla="*/ 277091 w 331678"/>
                  <a:gd name="connsiteY2" fmla="*/ 284860 h 312396"/>
                  <a:gd name="connsiteX3" fmla="*/ 285609 w 331678"/>
                  <a:gd name="connsiteY3" fmla="*/ 256374 h 312396"/>
                  <a:gd name="connsiteX4" fmla="*/ 278984 w 331678"/>
                  <a:gd name="connsiteY4" fmla="*/ 206998 h 312396"/>
                  <a:gd name="connsiteX5" fmla="*/ 237337 w 331678"/>
                  <a:gd name="connsiteY5" fmla="*/ 179462 h 312396"/>
                  <a:gd name="connsiteX6" fmla="*/ 170135 w 331678"/>
                  <a:gd name="connsiteY6" fmla="*/ 86407 h 312396"/>
                  <a:gd name="connsiteX7" fmla="*/ 159723 w 331678"/>
                  <a:gd name="connsiteY7" fmla="*/ 54123 h 312396"/>
                  <a:gd name="connsiteX8" fmla="*/ 106719 w 331678"/>
                  <a:gd name="connsiteY8" fmla="*/ 54123 h 312396"/>
                  <a:gd name="connsiteX9" fmla="*/ 36677 w 331678"/>
                  <a:gd name="connsiteY9" fmla="*/ 124389 h 312396"/>
                  <a:gd name="connsiteX10" fmla="*/ 6389 w 331678"/>
                  <a:gd name="connsiteY10" fmla="*/ 124389 h 312396"/>
                  <a:gd name="connsiteX11" fmla="*/ 6389 w 331678"/>
                  <a:gd name="connsiteY11" fmla="*/ 94004 h 312396"/>
                  <a:gd name="connsiteX12" fmla="*/ 76431 w 331678"/>
                  <a:gd name="connsiteY12" fmla="*/ 23738 h 312396"/>
                  <a:gd name="connsiteX13" fmla="*/ 133221 w 331678"/>
                  <a:gd name="connsiteY13" fmla="*/ 0 h 312396"/>
                  <a:gd name="connsiteX14" fmla="*/ 190012 w 331678"/>
                  <a:gd name="connsiteY14" fmla="*/ 23738 h 312396"/>
                  <a:gd name="connsiteX15" fmla="*/ 212728 w 331678"/>
                  <a:gd name="connsiteY15" fmla="*/ 92105 h 312396"/>
                  <a:gd name="connsiteX16" fmla="*/ 244909 w 331678"/>
                  <a:gd name="connsiteY16" fmla="*/ 135783 h 312396"/>
                  <a:gd name="connsiteX17" fmla="*/ 315898 w 331678"/>
                  <a:gd name="connsiteY17" fmla="*/ 183260 h 312396"/>
                  <a:gd name="connsiteX18" fmla="*/ 327256 w 331678"/>
                  <a:gd name="connsiteY18" fmla="*/ 268718 h 312396"/>
                  <a:gd name="connsiteX19" fmla="*/ 318737 w 331678"/>
                  <a:gd name="connsiteY19" fmla="*/ 297204 h 312396"/>
                  <a:gd name="connsiteX20" fmla="*/ 296967 w 331678"/>
                  <a:gd name="connsiteY20" fmla="*/ 312396 h 3123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31678" h="312396">
                    <a:moveTo>
                      <a:pt x="296967" y="312396"/>
                    </a:moveTo>
                    <a:cubicBezTo>
                      <a:pt x="295074" y="312396"/>
                      <a:pt x="293181" y="312396"/>
                      <a:pt x="291288" y="311447"/>
                    </a:cubicBezTo>
                    <a:cubicBezTo>
                      <a:pt x="279930" y="307649"/>
                      <a:pt x="273305" y="296254"/>
                      <a:pt x="277091" y="284860"/>
                    </a:cubicBezTo>
                    <a:lnTo>
                      <a:pt x="285609" y="256374"/>
                    </a:lnTo>
                    <a:cubicBezTo>
                      <a:pt x="290342" y="239282"/>
                      <a:pt x="288449" y="221241"/>
                      <a:pt x="278984" y="206998"/>
                    </a:cubicBezTo>
                    <a:cubicBezTo>
                      <a:pt x="269519" y="191806"/>
                      <a:pt x="254374" y="182310"/>
                      <a:pt x="237337" y="179462"/>
                    </a:cubicBezTo>
                    <a:cubicBezTo>
                      <a:pt x="193798" y="171865"/>
                      <a:pt x="163510" y="131036"/>
                      <a:pt x="170135" y="86407"/>
                    </a:cubicBezTo>
                    <a:cubicBezTo>
                      <a:pt x="172028" y="75013"/>
                      <a:pt x="168242" y="62669"/>
                      <a:pt x="159723" y="54123"/>
                    </a:cubicBezTo>
                    <a:cubicBezTo>
                      <a:pt x="145526" y="39880"/>
                      <a:pt x="120917" y="39880"/>
                      <a:pt x="106719" y="54123"/>
                    </a:cubicBezTo>
                    <a:lnTo>
                      <a:pt x="36677" y="124389"/>
                    </a:lnTo>
                    <a:cubicBezTo>
                      <a:pt x="28159" y="132935"/>
                      <a:pt x="14908" y="132935"/>
                      <a:pt x="6389" y="124389"/>
                    </a:cubicBezTo>
                    <a:cubicBezTo>
                      <a:pt x="-2130" y="115843"/>
                      <a:pt x="-2130" y="102550"/>
                      <a:pt x="6389" y="94004"/>
                    </a:cubicBezTo>
                    <a:lnTo>
                      <a:pt x="76431" y="23738"/>
                    </a:lnTo>
                    <a:cubicBezTo>
                      <a:pt x="91575" y="8546"/>
                      <a:pt x="111451" y="0"/>
                      <a:pt x="133221" y="0"/>
                    </a:cubicBezTo>
                    <a:cubicBezTo>
                      <a:pt x="154991" y="0"/>
                      <a:pt x="174868" y="8546"/>
                      <a:pt x="190012" y="23738"/>
                    </a:cubicBezTo>
                    <a:cubicBezTo>
                      <a:pt x="207995" y="41779"/>
                      <a:pt x="216514" y="67417"/>
                      <a:pt x="212728" y="92105"/>
                    </a:cubicBezTo>
                    <a:cubicBezTo>
                      <a:pt x="209888" y="112994"/>
                      <a:pt x="224086" y="132935"/>
                      <a:pt x="244909" y="135783"/>
                    </a:cubicBezTo>
                    <a:cubicBezTo>
                      <a:pt x="274251" y="140531"/>
                      <a:pt x="299807" y="157622"/>
                      <a:pt x="315898" y="183260"/>
                    </a:cubicBezTo>
                    <a:cubicBezTo>
                      <a:pt x="331988" y="208897"/>
                      <a:pt x="335774" y="239282"/>
                      <a:pt x="327256" y="268718"/>
                    </a:cubicBezTo>
                    <a:lnTo>
                      <a:pt x="318737" y="297204"/>
                    </a:lnTo>
                    <a:cubicBezTo>
                      <a:pt x="314951" y="306699"/>
                      <a:pt x="306432" y="312396"/>
                      <a:pt x="296967" y="312396"/>
                    </a:cubicBezTo>
                    <a:close/>
                  </a:path>
                </a:pathLst>
              </a:custGeom>
              <a:solidFill>
                <a:srgbClr val="7A003C"/>
              </a:solidFill>
              <a:ln w="94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A98AEB23-A0EB-BF31-802A-EFA27F7ADABF}"/>
                  </a:ext>
                </a:extLst>
              </p:cNvPr>
              <p:cNvSpPr/>
              <p:nvPr/>
            </p:nvSpPr>
            <p:spPr>
              <a:xfrm>
                <a:off x="3229524" y="7385477"/>
                <a:ext cx="368737" cy="458660"/>
              </a:xfrm>
              <a:custGeom>
                <a:avLst/>
                <a:gdLst>
                  <a:gd name="connsiteX0" fmla="*/ 93231 w 368737"/>
                  <a:gd name="connsiteY0" fmla="*/ 458661 h 458660"/>
                  <a:gd name="connsiteX1" fmla="*/ 26976 w 368737"/>
                  <a:gd name="connsiteY1" fmla="*/ 431124 h 458660"/>
                  <a:gd name="connsiteX2" fmla="*/ 26976 w 368737"/>
                  <a:gd name="connsiteY2" fmla="*/ 299139 h 458660"/>
                  <a:gd name="connsiteX3" fmla="*/ 44959 w 368737"/>
                  <a:gd name="connsiteY3" fmla="*/ 281098 h 458660"/>
                  <a:gd name="connsiteX4" fmla="*/ 62943 w 368737"/>
                  <a:gd name="connsiteY4" fmla="*/ 223176 h 458660"/>
                  <a:gd name="connsiteX5" fmla="*/ 103643 w 368737"/>
                  <a:gd name="connsiteY5" fmla="*/ 10481 h 458660"/>
                  <a:gd name="connsiteX6" fmla="*/ 132985 w 368737"/>
                  <a:gd name="connsiteY6" fmla="*/ 2885 h 458660"/>
                  <a:gd name="connsiteX7" fmla="*/ 140557 w 368737"/>
                  <a:gd name="connsiteY7" fmla="*/ 32320 h 458660"/>
                  <a:gd name="connsiteX8" fmla="*/ 105536 w 368737"/>
                  <a:gd name="connsiteY8" fmla="*/ 216530 h 458660"/>
                  <a:gd name="connsiteX9" fmla="*/ 75247 w 368737"/>
                  <a:gd name="connsiteY9" fmla="*/ 311483 h 458660"/>
                  <a:gd name="connsiteX10" fmla="*/ 57264 w 368737"/>
                  <a:gd name="connsiteY10" fmla="*/ 329524 h 458660"/>
                  <a:gd name="connsiteX11" fmla="*/ 57264 w 368737"/>
                  <a:gd name="connsiteY11" fmla="*/ 400739 h 458660"/>
                  <a:gd name="connsiteX12" fmla="*/ 97964 w 368737"/>
                  <a:gd name="connsiteY12" fmla="*/ 414982 h 458660"/>
                  <a:gd name="connsiteX13" fmla="*/ 134878 w 368737"/>
                  <a:gd name="connsiteY13" fmla="*/ 393143 h 458660"/>
                  <a:gd name="connsiteX14" fmla="*/ 299570 w 368737"/>
                  <a:gd name="connsiteY14" fmla="*/ 318130 h 458660"/>
                  <a:gd name="connsiteX15" fmla="*/ 349735 w 368737"/>
                  <a:gd name="connsiteY15" fmla="*/ 324776 h 458660"/>
                  <a:gd name="connsiteX16" fmla="*/ 368665 w 368737"/>
                  <a:gd name="connsiteY16" fmla="*/ 349464 h 458660"/>
                  <a:gd name="connsiteX17" fmla="*/ 344056 w 368737"/>
                  <a:gd name="connsiteY17" fmla="*/ 368455 h 458660"/>
                  <a:gd name="connsiteX18" fmla="*/ 293891 w 368737"/>
                  <a:gd name="connsiteY18" fmla="*/ 361808 h 458660"/>
                  <a:gd name="connsiteX19" fmla="*/ 170845 w 368737"/>
                  <a:gd name="connsiteY19" fmla="*/ 417831 h 458660"/>
                  <a:gd name="connsiteX20" fmla="*/ 102696 w 368737"/>
                  <a:gd name="connsiteY20" fmla="*/ 458661 h 458660"/>
                  <a:gd name="connsiteX21" fmla="*/ 93231 w 368737"/>
                  <a:gd name="connsiteY21" fmla="*/ 458661 h 4586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368737" h="458660">
                    <a:moveTo>
                      <a:pt x="93231" y="458661"/>
                    </a:moveTo>
                    <a:cubicBezTo>
                      <a:pt x="68622" y="458661"/>
                      <a:pt x="44959" y="449165"/>
                      <a:pt x="26976" y="431124"/>
                    </a:cubicBezTo>
                    <a:cubicBezTo>
                      <a:pt x="-8992" y="395042"/>
                      <a:pt x="-8992" y="335221"/>
                      <a:pt x="26976" y="299139"/>
                    </a:cubicBezTo>
                    <a:lnTo>
                      <a:pt x="44959" y="281098"/>
                    </a:lnTo>
                    <a:cubicBezTo>
                      <a:pt x="60103" y="265905"/>
                      <a:pt x="66729" y="244066"/>
                      <a:pt x="62943" y="223176"/>
                    </a:cubicBezTo>
                    <a:cubicBezTo>
                      <a:pt x="50638" y="150062"/>
                      <a:pt x="64836" y="75049"/>
                      <a:pt x="103643" y="10481"/>
                    </a:cubicBezTo>
                    <a:cubicBezTo>
                      <a:pt x="109322" y="36"/>
                      <a:pt x="122573" y="-2812"/>
                      <a:pt x="132985" y="2885"/>
                    </a:cubicBezTo>
                    <a:cubicBezTo>
                      <a:pt x="143396" y="8582"/>
                      <a:pt x="146236" y="21875"/>
                      <a:pt x="140557" y="32320"/>
                    </a:cubicBezTo>
                    <a:cubicBezTo>
                      <a:pt x="107429" y="87393"/>
                      <a:pt x="95124" y="152911"/>
                      <a:pt x="105536" y="216530"/>
                    </a:cubicBezTo>
                    <a:cubicBezTo>
                      <a:pt x="111215" y="251662"/>
                      <a:pt x="99857" y="286795"/>
                      <a:pt x="75247" y="311483"/>
                    </a:cubicBezTo>
                    <a:lnTo>
                      <a:pt x="57264" y="329524"/>
                    </a:lnTo>
                    <a:cubicBezTo>
                      <a:pt x="37387" y="349464"/>
                      <a:pt x="37387" y="380799"/>
                      <a:pt x="57264" y="400739"/>
                    </a:cubicBezTo>
                    <a:cubicBezTo>
                      <a:pt x="67675" y="411184"/>
                      <a:pt x="82820" y="416881"/>
                      <a:pt x="97964" y="414982"/>
                    </a:cubicBezTo>
                    <a:cubicBezTo>
                      <a:pt x="113108" y="413083"/>
                      <a:pt x="126359" y="405487"/>
                      <a:pt x="134878" y="393143"/>
                    </a:cubicBezTo>
                    <a:cubicBezTo>
                      <a:pt x="170845" y="338070"/>
                      <a:pt x="234261" y="309584"/>
                      <a:pt x="299570" y="318130"/>
                    </a:cubicBezTo>
                    <a:lnTo>
                      <a:pt x="349735" y="324776"/>
                    </a:lnTo>
                    <a:cubicBezTo>
                      <a:pt x="361093" y="326675"/>
                      <a:pt x="369612" y="337120"/>
                      <a:pt x="368665" y="349464"/>
                    </a:cubicBezTo>
                    <a:cubicBezTo>
                      <a:pt x="366772" y="360859"/>
                      <a:pt x="356361" y="369404"/>
                      <a:pt x="344056" y="368455"/>
                    </a:cubicBezTo>
                    <a:lnTo>
                      <a:pt x="293891" y="361808"/>
                    </a:lnTo>
                    <a:cubicBezTo>
                      <a:pt x="245619" y="355161"/>
                      <a:pt x="198294" y="377001"/>
                      <a:pt x="170845" y="417831"/>
                    </a:cubicBezTo>
                    <a:cubicBezTo>
                      <a:pt x="155701" y="441569"/>
                      <a:pt x="130145" y="456761"/>
                      <a:pt x="102696" y="458661"/>
                    </a:cubicBezTo>
                    <a:cubicBezTo>
                      <a:pt x="98910" y="458661"/>
                      <a:pt x="96071" y="458661"/>
                      <a:pt x="93231" y="458661"/>
                    </a:cubicBezTo>
                    <a:close/>
                  </a:path>
                </a:pathLst>
              </a:custGeom>
              <a:solidFill>
                <a:srgbClr val="7A003C"/>
              </a:solidFill>
              <a:ln w="94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E1727213-1099-A5FC-8973-3D071DA99C2F}"/>
                </a:ext>
              </a:extLst>
            </p:cNvPr>
            <p:cNvSpPr/>
            <p:nvPr/>
          </p:nvSpPr>
          <p:spPr>
            <a:xfrm>
              <a:off x="2798862" y="7372220"/>
              <a:ext cx="800273" cy="1006504"/>
            </a:xfrm>
            <a:custGeom>
              <a:avLst/>
              <a:gdLst>
                <a:gd name="connsiteX0" fmla="*/ 715088 w 800273"/>
                <a:gd name="connsiteY0" fmla="*/ 566871 h 1006504"/>
                <a:gd name="connsiteX1" fmla="*/ 800274 w 800273"/>
                <a:gd name="connsiteY1" fmla="*/ 341832 h 1006504"/>
                <a:gd name="connsiteX2" fmla="*/ 459530 w 800273"/>
                <a:gd name="connsiteY2" fmla="*/ 0 h 1006504"/>
                <a:gd name="connsiteX3" fmla="*/ 235208 w 800273"/>
                <a:gd name="connsiteY3" fmla="*/ 85458 h 1006504"/>
                <a:gd name="connsiteX4" fmla="*/ 165166 w 800273"/>
                <a:gd name="connsiteY4" fmla="*/ 15193 h 1006504"/>
                <a:gd name="connsiteX5" fmla="*/ 134878 w 800273"/>
                <a:gd name="connsiteY5" fmla="*/ 15193 h 1006504"/>
                <a:gd name="connsiteX6" fmla="*/ 134878 w 800273"/>
                <a:gd name="connsiteY6" fmla="*/ 667522 h 1006504"/>
                <a:gd name="connsiteX7" fmla="*/ 278747 w 800273"/>
                <a:gd name="connsiteY7" fmla="*/ 765323 h 1006504"/>
                <a:gd name="connsiteX8" fmla="*/ 278747 w 800273"/>
                <a:gd name="connsiteY8" fmla="*/ 791910 h 1006504"/>
                <a:gd name="connsiteX9" fmla="*/ 211545 w 800273"/>
                <a:gd name="connsiteY9" fmla="*/ 962826 h 1006504"/>
                <a:gd name="connsiteX10" fmla="*/ 100803 w 800273"/>
                <a:gd name="connsiteY10" fmla="*/ 962826 h 1006504"/>
                <a:gd name="connsiteX11" fmla="*/ 79034 w 800273"/>
                <a:gd name="connsiteY11" fmla="*/ 984665 h 1006504"/>
                <a:gd name="connsiteX12" fmla="*/ 100803 w 800273"/>
                <a:gd name="connsiteY12" fmla="*/ 1006505 h 1006504"/>
                <a:gd name="connsiteX13" fmla="*/ 220063 w 800273"/>
                <a:gd name="connsiteY13" fmla="*/ 1006505 h 1006504"/>
                <a:gd name="connsiteX14" fmla="*/ 578791 w 800273"/>
                <a:gd name="connsiteY14" fmla="*/ 1006505 h 1006504"/>
                <a:gd name="connsiteX15" fmla="*/ 698051 w 800273"/>
                <a:gd name="connsiteY15" fmla="*/ 1006505 h 1006504"/>
                <a:gd name="connsiteX16" fmla="*/ 719820 w 800273"/>
                <a:gd name="connsiteY16" fmla="*/ 984665 h 1006504"/>
                <a:gd name="connsiteX17" fmla="*/ 698051 w 800273"/>
                <a:gd name="connsiteY17" fmla="*/ 962826 h 1006504"/>
                <a:gd name="connsiteX18" fmla="*/ 588256 w 800273"/>
                <a:gd name="connsiteY18" fmla="*/ 962826 h 1006504"/>
                <a:gd name="connsiteX19" fmla="*/ 521053 w 800273"/>
                <a:gd name="connsiteY19" fmla="*/ 797608 h 1006504"/>
                <a:gd name="connsiteX20" fmla="*/ 784183 w 800273"/>
                <a:gd name="connsiteY20" fmla="*/ 666572 h 1006504"/>
                <a:gd name="connsiteX21" fmla="*/ 784183 w 800273"/>
                <a:gd name="connsiteY21" fmla="*/ 636187 h 1006504"/>
                <a:gd name="connsiteX22" fmla="*/ 715088 w 800273"/>
                <a:gd name="connsiteY22" fmla="*/ 566871 h 1006504"/>
                <a:gd name="connsiteX23" fmla="*/ 756734 w 800273"/>
                <a:gd name="connsiteY23" fmla="*/ 340882 h 1006504"/>
                <a:gd name="connsiteX24" fmla="*/ 459530 w 800273"/>
                <a:gd name="connsiteY24" fmla="*/ 639036 h 1006504"/>
                <a:gd name="connsiteX25" fmla="*/ 162326 w 800273"/>
                <a:gd name="connsiteY25" fmla="*/ 340882 h 1006504"/>
                <a:gd name="connsiteX26" fmla="*/ 459530 w 800273"/>
                <a:gd name="connsiteY26" fmla="*/ 42729 h 1006504"/>
                <a:gd name="connsiteX27" fmla="*/ 756734 w 800273"/>
                <a:gd name="connsiteY27" fmla="*/ 340882 h 1006504"/>
                <a:gd name="connsiteX28" fmla="*/ 532412 w 800273"/>
                <a:gd name="connsiteY28" fmla="*/ 962826 h 1006504"/>
                <a:gd name="connsiteX29" fmla="*/ 267389 w 800273"/>
                <a:gd name="connsiteY29" fmla="*/ 962826 h 1006504"/>
                <a:gd name="connsiteX30" fmla="*/ 322286 w 800273"/>
                <a:gd name="connsiteY30" fmla="*/ 791910 h 1006504"/>
                <a:gd name="connsiteX31" fmla="*/ 322286 w 800273"/>
                <a:gd name="connsiteY31" fmla="*/ 781465 h 1006504"/>
                <a:gd name="connsiteX32" fmla="*/ 459530 w 800273"/>
                <a:gd name="connsiteY32" fmla="*/ 802355 h 1006504"/>
                <a:gd name="connsiteX33" fmla="*/ 478461 w 800273"/>
                <a:gd name="connsiteY33" fmla="*/ 802355 h 1006504"/>
                <a:gd name="connsiteX34" fmla="*/ 532412 w 800273"/>
                <a:gd name="connsiteY34" fmla="*/ 962826 h 1006504"/>
                <a:gd name="connsiteX35" fmla="*/ 309982 w 800273"/>
                <a:gd name="connsiteY35" fmla="*/ 731140 h 1006504"/>
                <a:gd name="connsiteX36" fmla="*/ 307142 w 800273"/>
                <a:gd name="connsiteY36" fmla="*/ 730191 h 1006504"/>
                <a:gd name="connsiteX37" fmla="*/ 165166 w 800273"/>
                <a:gd name="connsiteY37" fmla="*/ 637136 h 1006504"/>
                <a:gd name="connsiteX38" fmla="*/ 150022 w 800273"/>
                <a:gd name="connsiteY38" fmla="*/ 60770 h 1006504"/>
                <a:gd name="connsiteX39" fmla="*/ 203973 w 800273"/>
                <a:gd name="connsiteY39" fmla="*/ 114893 h 1006504"/>
                <a:gd name="connsiteX40" fmla="*/ 118787 w 800273"/>
                <a:gd name="connsiteY40" fmla="*/ 339933 h 1006504"/>
                <a:gd name="connsiteX41" fmla="*/ 459530 w 800273"/>
                <a:gd name="connsiteY41" fmla="*/ 681765 h 1006504"/>
                <a:gd name="connsiteX42" fmla="*/ 683853 w 800273"/>
                <a:gd name="connsiteY42" fmla="*/ 596307 h 1006504"/>
                <a:gd name="connsiteX43" fmla="*/ 737804 w 800273"/>
                <a:gd name="connsiteY43" fmla="*/ 650430 h 1006504"/>
                <a:gd name="connsiteX44" fmla="*/ 309982 w 800273"/>
                <a:gd name="connsiteY44" fmla="*/ 731140 h 10065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</a:cxnLst>
              <a:rect l="l" t="t" r="r" b="b"/>
              <a:pathLst>
                <a:path w="800273" h="1006504">
                  <a:moveTo>
                    <a:pt x="715088" y="566871"/>
                  </a:moveTo>
                  <a:cubicBezTo>
                    <a:pt x="768092" y="507050"/>
                    <a:pt x="800274" y="428239"/>
                    <a:pt x="800274" y="341832"/>
                  </a:cubicBezTo>
                  <a:cubicBezTo>
                    <a:pt x="800274" y="153824"/>
                    <a:pt x="647886" y="0"/>
                    <a:pt x="459530" y="0"/>
                  </a:cubicBezTo>
                  <a:cubicBezTo>
                    <a:pt x="373398" y="0"/>
                    <a:pt x="294838" y="32284"/>
                    <a:pt x="235208" y="85458"/>
                  </a:cubicBezTo>
                  <a:lnTo>
                    <a:pt x="165166" y="15193"/>
                  </a:lnTo>
                  <a:cubicBezTo>
                    <a:pt x="156647" y="6647"/>
                    <a:pt x="143396" y="6647"/>
                    <a:pt x="134878" y="15193"/>
                  </a:cubicBezTo>
                  <a:cubicBezTo>
                    <a:pt x="-44959" y="194654"/>
                    <a:pt x="-44959" y="487110"/>
                    <a:pt x="134878" y="667522"/>
                  </a:cubicBezTo>
                  <a:cubicBezTo>
                    <a:pt x="177471" y="710251"/>
                    <a:pt x="226689" y="742535"/>
                    <a:pt x="278747" y="765323"/>
                  </a:cubicBezTo>
                  <a:lnTo>
                    <a:pt x="278747" y="791910"/>
                  </a:lnTo>
                  <a:cubicBezTo>
                    <a:pt x="278747" y="856479"/>
                    <a:pt x="255084" y="916299"/>
                    <a:pt x="211545" y="962826"/>
                  </a:cubicBezTo>
                  <a:lnTo>
                    <a:pt x="100803" y="962826"/>
                  </a:lnTo>
                  <a:cubicBezTo>
                    <a:pt x="88499" y="962826"/>
                    <a:pt x="79034" y="972322"/>
                    <a:pt x="79034" y="984665"/>
                  </a:cubicBezTo>
                  <a:cubicBezTo>
                    <a:pt x="79034" y="997009"/>
                    <a:pt x="88499" y="1006505"/>
                    <a:pt x="100803" y="1006505"/>
                  </a:cubicBezTo>
                  <a:lnTo>
                    <a:pt x="220063" y="1006505"/>
                  </a:lnTo>
                  <a:lnTo>
                    <a:pt x="578791" y="1006505"/>
                  </a:lnTo>
                  <a:lnTo>
                    <a:pt x="698051" y="1006505"/>
                  </a:lnTo>
                  <a:cubicBezTo>
                    <a:pt x="710355" y="1006505"/>
                    <a:pt x="719820" y="997009"/>
                    <a:pt x="719820" y="984665"/>
                  </a:cubicBezTo>
                  <a:cubicBezTo>
                    <a:pt x="719820" y="972322"/>
                    <a:pt x="710355" y="962826"/>
                    <a:pt x="698051" y="962826"/>
                  </a:cubicBezTo>
                  <a:lnTo>
                    <a:pt x="588256" y="962826"/>
                  </a:lnTo>
                  <a:cubicBezTo>
                    <a:pt x="546609" y="918198"/>
                    <a:pt x="522946" y="859327"/>
                    <a:pt x="521053" y="797608"/>
                  </a:cubicBezTo>
                  <a:cubicBezTo>
                    <a:pt x="617597" y="784314"/>
                    <a:pt x="710355" y="741585"/>
                    <a:pt x="784183" y="666572"/>
                  </a:cubicBezTo>
                  <a:cubicBezTo>
                    <a:pt x="792702" y="658026"/>
                    <a:pt x="792702" y="644733"/>
                    <a:pt x="784183" y="636187"/>
                  </a:cubicBezTo>
                  <a:lnTo>
                    <a:pt x="715088" y="566871"/>
                  </a:lnTo>
                  <a:close/>
                  <a:moveTo>
                    <a:pt x="756734" y="340882"/>
                  </a:moveTo>
                  <a:cubicBezTo>
                    <a:pt x="756734" y="505151"/>
                    <a:pt x="623276" y="639036"/>
                    <a:pt x="459530" y="639036"/>
                  </a:cubicBezTo>
                  <a:cubicBezTo>
                    <a:pt x="295784" y="639036"/>
                    <a:pt x="162326" y="505151"/>
                    <a:pt x="162326" y="340882"/>
                  </a:cubicBezTo>
                  <a:cubicBezTo>
                    <a:pt x="162326" y="176613"/>
                    <a:pt x="295784" y="42729"/>
                    <a:pt x="459530" y="42729"/>
                  </a:cubicBezTo>
                  <a:cubicBezTo>
                    <a:pt x="623276" y="42729"/>
                    <a:pt x="756734" y="176613"/>
                    <a:pt x="756734" y="340882"/>
                  </a:cubicBezTo>
                  <a:close/>
                  <a:moveTo>
                    <a:pt x="532412" y="962826"/>
                  </a:moveTo>
                  <a:lnTo>
                    <a:pt x="267389" y="962826"/>
                  </a:lnTo>
                  <a:cubicBezTo>
                    <a:pt x="303356" y="913450"/>
                    <a:pt x="322286" y="853630"/>
                    <a:pt x="322286" y="791910"/>
                  </a:cubicBezTo>
                  <a:lnTo>
                    <a:pt x="322286" y="781465"/>
                  </a:lnTo>
                  <a:cubicBezTo>
                    <a:pt x="366772" y="795708"/>
                    <a:pt x="413151" y="802355"/>
                    <a:pt x="459530" y="802355"/>
                  </a:cubicBezTo>
                  <a:cubicBezTo>
                    <a:pt x="466156" y="802355"/>
                    <a:pt x="471835" y="802355"/>
                    <a:pt x="478461" y="802355"/>
                  </a:cubicBezTo>
                  <a:cubicBezTo>
                    <a:pt x="480354" y="860277"/>
                    <a:pt x="499284" y="916299"/>
                    <a:pt x="532412" y="962826"/>
                  </a:cubicBezTo>
                  <a:close/>
                  <a:moveTo>
                    <a:pt x="309982" y="731140"/>
                  </a:moveTo>
                  <a:cubicBezTo>
                    <a:pt x="309035" y="731140"/>
                    <a:pt x="308089" y="730191"/>
                    <a:pt x="307142" y="730191"/>
                  </a:cubicBezTo>
                  <a:cubicBezTo>
                    <a:pt x="255084" y="710251"/>
                    <a:pt x="206812" y="678916"/>
                    <a:pt x="165166" y="637136"/>
                  </a:cubicBezTo>
                  <a:cubicBezTo>
                    <a:pt x="7099" y="478565"/>
                    <a:pt x="2366" y="225039"/>
                    <a:pt x="150022" y="60770"/>
                  </a:cubicBezTo>
                  <a:lnTo>
                    <a:pt x="203973" y="114893"/>
                  </a:lnTo>
                  <a:cubicBezTo>
                    <a:pt x="150968" y="174714"/>
                    <a:pt x="118787" y="253525"/>
                    <a:pt x="118787" y="339933"/>
                  </a:cubicBezTo>
                  <a:cubicBezTo>
                    <a:pt x="118787" y="527940"/>
                    <a:pt x="271175" y="681765"/>
                    <a:pt x="459530" y="681765"/>
                  </a:cubicBezTo>
                  <a:cubicBezTo>
                    <a:pt x="545663" y="681765"/>
                    <a:pt x="624223" y="649480"/>
                    <a:pt x="683853" y="596307"/>
                  </a:cubicBezTo>
                  <a:lnTo>
                    <a:pt x="737804" y="650430"/>
                  </a:lnTo>
                  <a:cubicBezTo>
                    <a:pt x="619490" y="759626"/>
                    <a:pt x="451958" y="786213"/>
                    <a:pt x="309982" y="731140"/>
                  </a:cubicBezTo>
                  <a:close/>
                </a:path>
              </a:pathLst>
            </a:custGeom>
            <a:solidFill>
              <a:srgbClr val="000000"/>
            </a:solidFill>
            <a:ln w="943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B0AC7672-58C7-4284-0B21-E4367E7AA0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455912" y="3315673"/>
            <a:ext cx="382172" cy="361425"/>
            <a:chOff x="13919831" y="3606509"/>
            <a:chExt cx="1010931" cy="956049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F93BA6D1-D4FF-4705-7BB7-7DD93704F725}"/>
                </a:ext>
              </a:extLst>
            </p:cNvPr>
            <p:cNvGrpSpPr/>
            <p:nvPr/>
          </p:nvGrpSpPr>
          <p:grpSpPr>
            <a:xfrm>
              <a:off x="14092045" y="3792506"/>
              <a:ext cx="666504" cy="459075"/>
              <a:chOff x="14092045" y="3792506"/>
              <a:chExt cx="666504" cy="459075"/>
            </a:xfrm>
          </p:grpSpPr>
          <p:sp>
            <p:nvSpPr>
              <p:cNvPr id="19" name="Freeform 18">
                <a:extLst>
                  <a:ext uri="{FF2B5EF4-FFF2-40B4-BE49-F238E27FC236}">
                    <a16:creationId xmlns:a16="http://schemas.microsoft.com/office/drawing/2014/main" id="{34F99B45-4438-0D84-42E8-4F7E69898E28}"/>
                  </a:ext>
                </a:extLst>
              </p:cNvPr>
              <p:cNvSpPr/>
              <p:nvPr/>
            </p:nvSpPr>
            <p:spPr>
              <a:xfrm>
                <a:off x="14092045" y="3953085"/>
                <a:ext cx="164699" cy="298496"/>
              </a:xfrm>
              <a:custGeom>
                <a:avLst/>
                <a:gdLst>
                  <a:gd name="connsiteX0" fmla="*/ 142981 w 164699"/>
                  <a:gd name="connsiteY0" fmla="*/ 298497 h 298496"/>
                  <a:gd name="connsiteX1" fmla="*/ 21720 w 164699"/>
                  <a:gd name="connsiteY1" fmla="*/ 298497 h 298496"/>
                  <a:gd name="connsiteX2" fmla="*/ 0 w 164699"/>
                  <a:gd name="connsiteY2" fmla="*/ 276777 h 298496"/>
                  <a:gd name="connsiteX3" fmla="*/ 0 w 164699"/>
                  <a:gd name="connsiteY3" fmla="*/ 21719 h 298496"/>
                  <a:gd name="connsiteX4" fmla="*/ 21720 w 164699"/>
                  <a:gd name="connsiteY4" fmla="*/ 0 h 298496"/>
                  <a:gd name="connsiteX5" fmla="*/ 142981 w 164699"/>
                  <a:gd name="connsiteY5" fmla="*/ 0 h 298496"/>
                  <a:gd name="connsiteX6" fmla="*/ 164699 w 164699"/>
                  <a:gd name="connsiteY6" fmla="*/ 21719 h 298496"/>
                  <a:gd name="connsiteX7" fmla="*/ 164699 w 164699"/>
                  <a:gd name="connsiteY7" fmla="*/ 276777 h 298496"/>
                  <a:gd name="connsiteX8" fmla="*/ 142981 w 164699"/>
                  <a:gd name="connsiteY8" fmla="*/ 298497 h 298496"/>
                  <a:gd name="connsiteX9" fmla="*/ 43438 w 164699"/>
                  <a:gd name="connsiteY9" fmla="*/ 255059 h 298496"/>
                  <a:gd name="connsiteX10" fmla="*/ 121261 w 164699"/>
                  <a:gd name="connsiteY10" fmla="*/ 255059 h 298496"/>
                  <a:gd name="connsiteX11" fmla="*/ 121261 w 164699"/>
                  <a:gd name="connsiteY11" fmla="*/ 43437 h 298496"/>
                  <a:gd name="connsiteX12" fmla="*/ 43438 w 164699"/>
                  <a:gd name="connsiteY12" fmla="*/ 43437 h 298496"/>
                  <a:gd name="connsiteX13" fmla="*/ 43438 w 164699"/>
                  <a:gd name="connsiteY13" fmla="*/ 255059 h 2984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64699" h="298496">
                    <a:moveTo>
                      <a:pt x="142981" y="298497"/>
                    </a:moveTo>
                    <a:lnTo>
                      <a:pt x="21720" y="298497"/>
                    </a:lnTo>
                    <a:cubicBezTo>
                      <a:pt x="9724" y="298497"/>
                      <a:pt x="0" y="288773"/>
                      <a:pt x="0" y="276777"/>
                    </a:cubicBezTo>
                    <a:lnTo>
                      <a:pt x="0" y="21719"/>
                    </a:lnTo>
                    <a:cubicBezTo>
                      <a:pt x="0" y="9724"/>
                      <a:pt x="9724" y="0"/>
                      <a:pt x="21720" y="0"/>
                    </a:cubicBezTo>
                    <a:lnTo>
                      <a:pt x="142981" y="0"/>
                    </a:lnTo>
                    <a:cubicBezTo>
                      <a:pt x="154975" y="0"/>
                      <a:pt x="164699" y="9724"/>
                      <a:pt x="164699" y="21719"/>
                    </a:cubicBezTo>
                    <a:lnTo>
                      <a:pt x="164699" y="276777"/>
                    </a:lnTo>
                    <a:cubicBezTo>
                      <a:pt x="164699" y="288773"/>
                      <a:pt x="154975" y="298497"/>
                      <a:pt x="142981" y="298497"/>
                    </a:cubicBezTo>
                    <a:close/>
                    <a:moveTo>
                      <a:pt x="43438" y="255059"/>
                    </a:moveTo>
                    <a:lnTo>
                      <a:pt x="121261" y="255059"/>
                    </a:lnTo>
                    <a:lnTo>
                      <a:pt x="121261" y="43437"/>
                    </a:lnTo>
                    <a:lnTo>
                      <a:pt x="43438" y="43437"/>
                    </a:lnTo>
                    <a:lnTo>
                      <a:pt x="43438" y="255059"/>
                    </a:lnTo>
                    <a:close/>
                  </a:path>
                </a:pathLst>
              </a:custGeom>
              <a:solidFill>
                <a:srgbClr val="7A003C"/>
              </a:solidFill>
              <a:ln w="943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" name="Freeform 19">
                <a:extLst>
                  <a:ext uri="{FF2B5EF4-FFF2-40B4-BE49-F238E27FC236}">
                    <a16:creationId xmlns:a16="http://schemas.microsoft.com/office/drawing/2014/main" id="{84CD40EA-F2E3-6A16-DEF6-A4935FFBE6D4}"/>
                  </a:ext>
                </a:extLst>
              </p:cNvPr>
              <p:cNvSpPr/>
              <p:nvPr/>
            </p:nvSpPr>
            <p:spPr>
              <a:xfrm>
                <a:off x="14342949" y="3872795"/>
                <a:ext cx="164696" cy="378786"/>
              </a:xfrm>
              <a:custGeom>
                <a:avLst/>
                <a:gdLst>
                  <a:gd name="connsiteX0" fmla="*/ 142978 w 164696"/>
                  <a:gd name="connsiteY0" fmla="*/ 378787 h 378786"/>
                  <a:gd name="connsiteX1" fmla="*/ 21719 w 164696"/>
                  <a:gd name="connsiteY1" fmla="*/ 378787 h 378786"/>
                  <a:gd name="connsiteX2" fmla="*/ 0 w 164696"/>
                  <a:gd name="connsiteY2" fmla="*/ 357067 h 378786"/>
                  <a:gd name="connsiteX3" fmla="*/ 0 w 164696"/>
                  <a:gd name="connsiteY3" fmla="*/ 21719 h 378786"/>
                  <a:gd name="connsiteX4" fmla="*/ 21719 w 164696"/>
                  <a:gd name="connsiteY4" fmla="*/ 0 h 378786"/>
                  <a:gd name="connsiteX5" fmla="*/ 142978 w 164696"/>
                  <a:gd name="connsiteY5" fmla="*/ 0 h 378786"/>
                  <a:gd name="connsiteX6" fmla="*/ 164696 w 164696"/>
                  <a:gd name="connsiteY6" fmla="*/ 21719 h 378786"/>
                  <a:gd name="connsiteX7" fmla="*/ 164696 w 164696"/>
                  <a:gd name="connsiteY7" fmla="*/ 357067 h 378786"/>
                  <a:gd name="connsiteX8" fmla="*/ 142978 w 164696"/>
                  <a:gd name="connsiteY8" fmla="*/ 378787 h 378786"/>
                  <a:gd name="connsiteX9" fmla="*/ 43438 w 164696"/>
                  <a:gd name="connsiteY9" fmla="*/ 335348 h 378786"/>
                  <a:gd name="connsiteX10" fmla="*/ 121259 w 164696"/>
                  <a:gd name="connsiteY10" fmla="*/ 335348 h 378786"/>
                  <a:gd name="connsiteX11" fmla="*/ 121259 w 164696"/>
                  <a:gd name="connsiteY11" fmla="*/ 43438 h 378786"/>
                  <a:gd name="connsiteX12" fmla="*/ 43438 w 164696"/>
                  <a:gd name="connsiteY12" fmla="*/ 43438 h 378786"/>
                  <a:gd name="connsiteX13" fmla="*/ 43438 w 164696"/>
                  <a:gd name="connsiteY13" fmla="*/ 335348 h 3787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64696" h="378786">
                    <a:moveTo>
                      <a:pt x="142978" y="378787"/>
                    </a:moveTo>
                    <a:lnTo>
                      <a:pt x="21719" y="378787"/>
                    </a:lnTo>
                    <a:cubicBezTo>
                      <a:pt x="9724" y="378787"/>
                      <a:pt x="0" y="369062"/>
                      <a:pt x="0" y="357067"/>
                    </a:cubicBezTo>
                    <a:lnTo>
                      <a:pt x="0" y="21719"/>
                    </a:lnTo>
                    <a:cubicBezTo>
                      <a:pt x="0" y="9724"/>
                      <a:pt x="9724" y="0"/>
                      <a:pt x="21719" y="0"/>
                    </a:cubicBezTo>
                    <a:lnTo>
                      <a:pt x="142978" y="0"/>
                    </a:lnTo>
                    <a:cubicBezTo>
                      <a:pt x="154972" y="0"/>
                      <a:pt x="164696" y="9724"/>
                      <a:pt x="164696" y="21719"/>
                    </a:cubicBezTo>
                    <a:lnTo>
                      <a:pt x="164696" y="357067"/>
                    </a:lnTo>
                    <a:cubicBezTo>
                      <a:pt x="164696" y="369062"/>
                      <a:pt x="154972" y="378787"/>
                      <a:pt x="142978" y="378787"/>
                    </a:cubicBezTo>
                    <a:close/>
                    <a:moveTo>
                      <a:pt x="43438" y="335348"/>
                    </a:moveTo>
                    <a:lnTo>
                      <a:pt x="121259" y="335348"/>
                    </a:lnTo>
                    <a:lnTo>
                      <a:pt x="121259" y="43438"/>
                    </a:lnTo>
                    <a:lnTo>
                      <a:pt x="43438" y="43438"/>
                    </a:lnTo>
                    <a:lnTo>
                      <a:pt x="43438" y="335348"/>
                    </a:lnTo>
                    <a:close/>
                  </a:path>
                </a:pathLst>
              </a:custGeom>
              <a:solidFill>
                <a:srgbClr val="7A003C"/>
              </a:solidFill>
              <a:ln w="943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1" name="Freeform 20">
                <a:extLst>
                  <a:ext uri="{FF2B5EF4-FFF2-40B4-BE49-F238E27FC236}">
                    <a16:creationId xmlns:a16="http://schemas.microsoft.com/office/drawing/2014/main" id="{AC730DFE-0D4A-5A5D-A102-7595399238EF}"/>
                  </a:ext>
                </a:extLst>
              </p:cNvPr>
              <p:cNvSpPr/>
              <p:nvPr/>
            </p:nvSpPr>
            <p:spPr>
              <a:xfrm>
                <a:off x="14593850" y="3792506"/>
                <a:ext cx="164699" cy="459075"/>
              </a:xfrm>
              <a:custGeom>
                <a:avLst/>
                <a:gdLst>
                  <a:gd name="connsiteX0" fmla="*/ 142981 w 164699"/>
                  <a:gd name="connsiteY0" fmla="*/ 459075 h 459075"/>
                  <a:gd name="connsiteX1" fmla="*/ 21720 w 164699"/>
                  <a:gd name="connsiteY1" fmla="*/ 459075 h 459075"/>
                  <a:gd name="connsiteX2" fmla="*/ 0 w 164699"/>
                  <a:gd name="connsiteY2" fmla="*/ 437357 h 459075"/>
                  <a:gd name="connsiteX3" fmla="*/ 0 w 164699"/>
                  <a:gd name="connsiteY3" fmla="*/ 21719 h 459075"/>
                  <a:gd name="connsiteX4" fmla="*/ 21720 w 164699"/>
                  <a:gd name="connsiteY4" fmla="*/ 0 h 459075"/>
                  <a:gd name="connsiteX5" fmla="*/ 142981 w 164699"/>
                  <a:gd name="connsiteY5" fmla="*/ 0 h 459075"/>
                  <a:gd name="connsiteX6" fmla="*/ 164699 w 164699"/>
                  <a:gd name="connsiteY6" fmla="*/ 21719 h 459075"/>
                  <a:gd name="connsiteX7" fmla="*/ 164699 w 164699"/>
                  <a:gd name="connsiteY7" fmla="*/ 437357 h 459075"/>
                  <a:gd name="connsiteX8" fmla="*/ 142981 w 164699"/>
                  <a:gd name="connsiteY8" fmla="*/ 459075 h 459075"/>
                  <a:gd name="connsiteX9" fmla="*/ 43438 w 164699"/>
                  <a:gd name="connsiteY9" fmla="*/ 415637 h 459075"/>
                  <a:gd name="connsiteX10" fmla="*/ 121261 w 164699"/>
                  <a:gd name="connsiteY10" fmla="*/ 415637 h 459075"/>
                  <a:gd name="connsiteX11" fmla="*/ 121261 w 164699"/>
                  <a:gd name="connsiteY11" fmla="*/ 43438 h 459075"/>
                  <a:gd name="connsiteX12" fmla="*/ 43438 w 164699"/>
                  <a:gd name="connsiteY12" fmla="*/ 43438 h 459075"/>
                  <a:gd name="connsiteX13" fmla="*/ 43438 w 164699"/>
                  <a:gd name="connsiteY13" fmla="*/ 415637 h 4590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64699" h="459075">
                    <a:moveTo>
                      <a:pt x="142981" y="459075"/>
                    </a:moveTo>
                    <a:lnTo>
                      <a:pt x="21720" y="459075"/>
                    </a:lnTo>
                    <a:cubicBezTo>
                      <a:pt x="9724" y="459075"/>
                      <a:pt x="0" y="449351"/>
                      <a:pt x="0" y="437357"/>
                    </a:cubicBezTo>
                    <a:lnTo>
                      <a:pt x="0" y="21719"/>
                    </a:lnTo>
                    <a:cubicBezTo>
                      <a:pt x="0" y="9724"/>
                      <a:pt x="9724" y="0"/>
                      <a:pt x="21720" y="0"/>
                    </a:cubicBezTo>
                    <a:lnTo>
                      <a:pt x="142981" y="0"/>
                    </a:lnTo>
                    <a:cubicBezTo>
                      <a:pt x="154975" y="0"/>
                      <a:pt x="164699" y="9724"/>
                      <a:pt x="164699" y="21719"/>
                    </a:cubicBezTo>
                    <a:lnTo>
                      <a:pt x="164699" y="437357"/>
                    </a:lnTo>
                    <a:cubicBezTo>
                      <a:pt x="164699" y="449351"/>
                      <a:pt x="154975" y="459075"/>
                      <a:pt x="142981" y="459075"/>
                    </a:cubicBezTo>
                    <a:close/>
                    <a:moveTo>
                      <a:pt x="43438" y="415637"/>
                    </a:moveTo>
                    <a:lnTo>
                      <a:pt x="121261" y="415637"/>
                    </a:lnTo>
                    <a:lnTo>
                      <a:pt x="121261" y="43438"/>
                    </a:lnTo>
                    <a:lnTo>
                      <a:pt x="43438" y="43438"/>
                    </a:lnTo>
                    <a:lnTo>
                      <a:pt x="43438" y="415637"/>
                    </a:lnTo>
                    <a:close/>
                  </a:path>
                </a:pathLst>
              </a:custGeom>
              <a:solidFill>
                <a:srgbClr val="7A003C"/>
              </a:solidFill>
              <a:ln w="943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6FEB136E-27BC-F6A9-AF99-58D141F63BD7}"/>
                </a:ext>
              </a:extLst>
            </p:cNvPr>
            <p:cNvSpPr/>
            <p:nvPr/>
          </p:nvSpPr>
          <p:spPr>
            <a:xfrm>
              <a:off x="13919831" y="3606509"/>
              <a:ext cx="1010931" cy="956049"/>
            </a:xfrm>
            <a:custGeom>
              <a:avLst/>
              <a:gdLst>
                <a:gd name="connsiteX0" fmla="*/ 989204 w 1010931"/>
                <a:gd name="connsiteY0" fmla="*/ 0 h 956049"/>
                <a:gd name="connsiteX1" fmla="*/ 21726 w 1010931"/>
                <a:gd name="connsiteY1" fmla="*/ 0 h 956049"/>
                <a:gd name="connsiteX2" fmla="*/ 8 w 1010931"/>
                <a:gd name="connsiteY2" fmla="*/ 21719 h 956049"/>
                <a:gd name="connsiteX3" fmla="*/ 8 w 1010931"/>
                <a:gd name="connsiteY3" fmla="*/ 780038 h 956049"/>
                <a:gd name="connsiteX4" fmla="*/ 21726 w 1010931"/>
                <a:gd name="connsiteY4" fmla="*/ 801757 h 956049"/>
                <a:gd name="connsiteX5" fmla="*/ 396656 w 1010931"/>
                <a:gd name="connsiteY5" fmla="*/ 801757 h 956049"/>
                <a:gd name="connsiteX6" fmla="*/ 396656 w 1010931"/>
                <a:gd name="connsiteY6" fmla="*/ 912610 h 956049"/>
                <a:gd name="connsiteX7" fmla="*/ 379591 w 1010931"/>
                <a:gd name="connsiteY7" fmla="*/ 912610 h 956049"/>
                <a:gd name="connsiteX8" fmla="*/ 379591 w 1010931"/>
                <a:gd name="connsiteY8" fmla="*/ 956049 h 956049"/>
                <a:gd name="connsiteX9" fmla="*/ 631342 w 1010931"/>
                <a:gd name="connsiteY9" fmla="*/ 956049 h 956049"/>
                <a:gd name="connsiteX10" fmla="*/ 631342 w 1010931"/>
                <a:gd name="connsiteY10" fmla="*/ 912610 h 956049"/>
                <a:gd name="connsiteX11" fmla="*/ 614278 w 1010931"/>
                <a:gd name="connsiteY11" fmla="*/ 912610 h 956049"/>
                <a:gd name="connsiteX12" fmla="*/ 614278 w 1010931"/>
                <a:gd name="connsiteY12" fmla="*/ 801757 h 956049"/>
                <a:gd name="connsiteX13" fmla="*/ 989204 w 1010931"/>
                <a:gd name="connsiteY13" fmla="*/ 801757 h 956049"/>
                <a:gd name="connsiteX14" fmla="*/ 1010929 w 1010931"/>
                <a:gd name="connsiteY14" fmla="*/ 780038 h 956049"/>
                <a:gd name="connsiteX15" fmla="*/ 1010929 w 1010931"/>
                <a:gd name="connsiteY15" fmla="*/ 21719 h 956049"/>
                <a:gd name="connsiteX16" fmla="*/ 989204 w 1010931"/>
                <a:gd name="connsiteY16" fmla="*/ 0 h 956049"/>
                <a:gd name="connsiteX17" fmla="*/ 43445 w 1010931"/>
                <a:gd name="connsiteY17" fmla="*/ 43438 h 956049"/>
                <a:gd name="connsiteX18" fmla="*/ 967488 w 1010931"/>
                <a:gd name="connsiteY18" fmla="*/ 43438 h 956049"/>
                <a:gd name="connsiteX19" fmla="*/ 967488 w 1010931"/>
                <a:gd name="connsiteY19" fmla="*/ 601634 h 956049"/>
                <a:gd name="connsiteX20" fmla="*/ 43445 w 1010931"/>
                <a:gd name="connsiteY20" fmla="*/ 601634 h 956049"/>
                <a:gd name="connsiteX21" fmla="*/ 43445 w 1010931"/>
                <a:gd name="connsiteY21" fmla="*/ 43438 h 956049"/>
                <a:gd name="connsiteX22" fmla="*/ 570839 w 1010931"/>
                <a:gd name="connsiteY22" fmla="*/ 912610 h 956049"/>
                <a:gd name="connsiteX23" fmla="*/ 440093 w 1010931"/>
                <a:gd name="connsiteY23" fmla="*/ 912610 h 956049"/>
                <a:gd name="connsiteX24" fmla="*/ 440093 w 1010931"/>
                <a:gd name="connsiteY24" fmla="*/ 801757 h 956049"/>
                <a:gd name="connsiteX25" fmla="*/ 570839 w 1010931"/>
                <a:gd name="connsiteY25" fmla="*/ 801757 h 956049"/>
                <a:gd name="connsiteX26" fmla="*/ 570839 w 1010931"/>
                <a:gd name="connsiteY26" fmla="*/ 912610 h 956049"/>
                <a:gd name="connsiteX27" fmla="*/ 967488 w 1010931"/>
                <a:gd name="connsiteY27" fmla="*/ 758319 h 956049"/>
                <a:gd name="connsiteX28" fmla="*/ 43445 w 1010931"/>
                <a:gd name="connsiteY28" fmla="*/ 758319 h 956049"/>
                <a:gd name="connsiteX29" fmla="*/ 43445 w 1010931"/>
                <a:gd name="connsiteY29" fmla="*/ 645073 h 956049"/>
                <a:gd name="connsiteX30" fmla="*/ 967488 w 1010931"/>
                <a:gd name="connsiteY30" fmla="*/ 645073 h 956049"/>
                <a:gd name="connsiteX31" fmla="*/ 967488 w 1010931"/>
                <a:gd name="connsiteY31" fmla="*/ 758319 h 9560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010931" h="956049">
                  <a:moveTo>
                    <a:pt x="989204" y="0"/>
                  </a:moveTo>
                  <a:lnTo>
                    <a:pt x="21726" y="0"/>
                  </a:lnTo>
                  <a:cubicBezTo>
                    <a:pt x="9732" y="0"/>
                    <a:pt x="8" y="9724"/>
                    <a:pt x="8" y="21719"/>
                  </a:cubicBezTo>
                  <a:cubicBezTo>
                    <a:pt x="-16" y="137887"/>
                    <a:pt x="25" y="675742"/>
                    <a:pt x="8" y="780038"/>
                  </a:cubicBezTo>
                  <a:cubicBezTo>
                    <a:pt x="8" y="792033"/>
                    <a:pt x="9732" y="801757"/>
                    <a:pt x="21726" y="801757"/>
                  </a:cubicBezTo>
                  <a:lnTo>
                    <a:pt x="396656" y="801757"/>
                  </a:lnTo>
                  <a:lnTo>
                    <a:pt x="396656" y="912610"/>
                  </a:lnTo>
                  <a:lnTo>
                    <a:pt x="379591" y="912610"/>
                  </a:lnTo>
                  <a:cubicBezTo>
                    <a:pt x="350849" y="913722"/>
                    <a:pt x="350725" y="954881"/>
                    <a:pt x="379591" y="956049"/>
                  </a:cubicBezTo>
                  <a:cubicBezTo>
                    <a:pt x="432498" y="956049"/>
                    <a:pt x="578425" y="956049"/>
                    <a:pt x="631342" y="956049"/>
                  </a:cubicBezTo>
                  <a:cubicBezTo>
                    <a:pt x="660082" y="954938"/>
                    <a:pt x="660208" y="913777"/>
                    <a:pt x="631342" y="912610"/>
                  </a:cubicBezTo>
                  <a:lnTo>
                    <a:pt x="614278" y="912610"/>
                  </a:lnTo>
                  <a:lnTo>
                    <a:pt x="614278" y="801757"/>
                  </a:lnTo>
                  <a:lnTo>
                    <a:pt x="989204" y="801757"/>
                  </a:lnTo>
                  <a:cubicBezTo>
                    <a:pt x="1001206" y="801757"/>
                    <a:pt x="1010929" y="792033"/>
                    <a:pt x="1010929" y="780038"/>
                  </a:cubicBezTo>
                  <a:cubicBezTo>
                    <a:pt x="1010920" y="678434"/>
                    <a:pt x="1010939" y="134989"/>
                    <a:pt x="1010929" y="21719"/>
                  </a:cubicBezTo>
                  <a:cubicBezTo>
                    <a:pt x="1010929" y="9724"/>
                    <a:pt x="1001206" y="0"/>
                    <a:pt x="989204" y="0"/>
                  </a:cubicBezTo>
                  <a:close/>
                  <a:moveTo>
                    <a:pt x="43445" y="43438"/>
                  </a:moveTo>
                  <a:lnTo>
                    <a:pt x="967488" y="43438"/>
                  </a:lnTo>
                  <a:lnTo>
                    <a:pt x="967488" y="601634"/>
                  </a:lnTo>
                  <a:lnTo>
                    <a:pt x="43445" y="601634"/>
                  </a:lnTo>
                  <a:lnTo>
                    <a:pt x="43445" y="43438"/>
                  </a:lnTo>
                  <a:close/>
                  <a:moveTo>
                    <a:pt x="570839" y="912610"/>
                  </a:moveTo>
                  <a:lnTo>
                    <a:pt x="440093" y="912610"/>
                  </a:lnTo>
                  <a:lnTo>
                    <a:pt x="440093" y="801757"/>
                  </a:lnTo>
                  <a:lnTo>
                    <a:pt x="570839" y="801757"/>
                  </a:lnTo>
                  <a:lnTo>
                    <a:pt x="570839" y="912610"/>
                  </a:lnTo>
                  <a:close/>
                  <a:moveTo>
                    <a:pt x="967488" y="758319"/>
                  </a:moveTo>
                  <a:cubicBezTo>
                    <a:pt x="701645" y="758319"/>
                    <a:pt x="309245" y="758319"/>
                    <a:pt x="43445" y="758319"/>
                  </a:cubicBezTo>
                  <a:lnTo>
                    <a:pt x="43445" y="645073"/>
                  </a:lnTo>
                  <a:lnTo>
                    <a:pt x="967488" y="645073"/>
                  </a:lnTo>
                  <a:lnTo>
                    <a:pt x="967488" y="758319"/>
                  </a:lnTo>
                  <a:close/>
                </a:path>
              </a:pathLst>
            </a:custGeom>
            <a:solidFill>
              <a:srgbClr val="000000"/>
            </a:solidFill>
            <a:ln w="94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CF91880-33D0-3714-7AF7-098FF1A14A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442831" y="3908606"/>
            <a:ext cx="408334" cy="290227"/>
            <a:chOff x="8853857" y="7502938"/>
            <a:chExt cx="1080135" cy="767714"/>
          </a:xfrm>
        </p:grpSpPr>
        <p:grpSp>
          <p:nvGrpSpPr>
            <p:cNvPr id="26" name="Graphic 6">
              <a:extLst>
                <a:ext uri="{FF2B5EF4-FFF2-40B4-BE49-F238E27FC236}">
                  <a16:creationId xmlns:a16="http://schemas.microsoft.com/office/drawing/2014/main" id="{C16B7293-C591-7CCA-9FB6-DBA4D33C5346}"/>
                </a:ext>
              </a:extLst>
            </p:cNvPr>
            <p:cNvGrpSpPr/>
            <p:nvPr/>
          </p:nvGrpSpPr>
          <p:grpSpPr>
            <a:xfrm>
              <a:off x="8853857" y="7620095"/>
              <a:ext cx="351483" cy="595312"/>
              <a:chOff x="8853857" y="7620095"/>
              <a:chExt cx="351483" cy="595312"/>
            </a:xfrm>
            <a:solidFill>
              <a:srgbClr val="000000"/>
            </a:solidFill>
          </p:grpSpPr>
          <p:sp>
            <p:nvSpPr>
              <p:cNvPr id="33" name="Freeform 32">
                <a:extLst>
                  <a:ext uri="{FF2B5EF4-FFF2-40B4-BE49-F238E27FC236}">
                    <a16:creationId xmlns:a16="http://schemas.microsoft.com/office/drawing/2014/main" id="{F5A5F3EB-AA31-A7D1-F3B7-3F9A58586ACB}"/>
                  </a:ext>
                </a:extLst>
              </p:cNvPr>
              <p:cNvSpPr/>
              <p:nvPr/>
            </p:nvSpPr>
            <p:spPr>
              <a:xfrm>
                <a:off x="8941487" y="7620095"/>
                <a:ext cx="254317" cy="251460"/>
              </a:xfrm>
              <a:custGeom>
                <a:avLst/>
                <a:gdLst>
                  <a:gd name="connsiteX0" fmla="*/ 127635 w 254317"/>
                  <a:gd name="connsiteY0" fmla="*/ 251460 h 251460"/>
                  <a:gd name="connsiteX1" fmla="*/ 254318 w 254317"/>
                  <a:gd name="connsiteY1" fmla="*/ 125730 h 251460"/>
                  <a:gd name="connsiteX2" fmla="*/ 127635 w 254317"/>
                  <a:gd name="connsiteY2" fmla="*/ 0 h 251460"/>
                  <a:gd name="connsiteX3" fmla="*/ 0 w 254317"/>
                  <a:gd name="connsiteY3" fmla="*/ 125730 h 251460"/>
                  <a:gd name="connsiteX4" fmla="*/ 127635 w 254317"/>
                  <a:gd name="connsiteY4" fmla="*/ 251460 h 251460"/>
                  <a:gd name="connsiteX5" fmla="*/ 40005 w 254317"/>
                  <a:gd name="connsiteY5" fmla="*/ 125730 h 251460"/>
                  <a:gd name="connsiteX6" fmla="*/ 127635 w 254317"/>
                  <a:gd name="connsiteY6" fmla="*/ 39053 h 251460"/>
                  <a:gd name="connsiteX7" fmla="*/ 215265 w 254317"/>
                  <a:gd name="connsiteY7" fmla="*/ 125730 h 251460"/>
                  <a:gd name="connsiteX8" fmla="*/ 127635 w 254317"/>
                  <a:gd name="connsiteY8" fmla="*/ 212408 h 251460"/>
                  <a:gd name="connsiteX9" fmla="*/ 40005 w 254317"/>
                  <a:gd name="connsiteY9" fmla="*/ 125730 h 2514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54317" h="251460">
                    <a:moveTo>
                      <a:pt x="127635" y="251460"/>
                    </a:moveTo>
                    <a:cubicBezTo>
                      <a:pt x="198120" y="251460"/>
                      <a:pt x="254318" y="195263"/>
                      <a:pt x="254318" y="125730"/>
                    </a:cubicBezTo>
                    <a:cubicBezTo>
                      <a:pt x="254318" y="56198"/>
                      <a:pt x="197168" y="0"/>
                      <a:pt x="127635" y="0"/>
                    </a:cubicBezTo>
                    <a:cubicBezTo>
                      <a:pt x="57150" y="0"/>
                      <a:pt x="0" y="56198"/>
                      <a:pt x="0" y="125730"/>
                    </a:cubicBezTo>
                    <a:cubicBezTo>
                      <a:pt x="0" y="195263"/>
                      <a:pt x="57150" y="251460"/>
                      <a:pt x="127635" y="251460"/>
                    </a:cubicBezTo>
                    <a:close/>
                    <a:moveTo>
                      <a:pt x="40005" y="125730"/>
                    </a:moveTo>
                    <a:cubicBezTo>
                      <a:pt x="40005" y="78105"/>
                      <a:pt x="79057" y="39053"/>
                      <a:pt x="127635" y="39053"/>
                    </a:cubicBezTo>
                    <a:cubicBezTo>
                      <a:pt x="176213" y="39053"/>
                      <a:pt x="215265" y="78105"/>
                      <a:pt x="215265" y="125730"/>
                    </a:cubicBezTo>
                    <a:cubicBezTo>
                      <a:pt x="215265" y="173355"/>
                      <a:pt x="176213" y="212408"/>
                      <a:pt x="127635" y="212408"/>
                    </a:cubicBezTo>
                    <a:cubicBezTo>
                      <a:pt x="79057" y="212408"/>
                      <a:pt x="40005" y="173355"/>
                      <a:pt x="40005" y="125730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" name="Freeform 33">
                <a:extLst>
                  <a:ext uri="{FF2B5EF4-FFF2-40B4-BE49-F238E27FC236}">
                    <a16:creationId xmlns:a16="http://schemas.microsoft.com/office/drawing/2014/main" id="{61975726-7EFC-EF83-9C54-5DED71FF1D31}"/>
                  </a:ext>
                </a:extLst>
              </p:cNvPr>
              <p:cNvSpPr/>
              <p:nvPr/>
            </p:nvSpPr>
            <p:spPr>
              <a:xfrm>
                <a:off x="8853857" y="7897273"/>
                <a:ext cx="351483" cy="318135"/>
              </a:xfrm>
              <a:custGeom>
                <a:avLst/>
                <a:gdLst>
                  <a:gd name="connsiteX0" fmla="*/ 343853 w 351483"/>
                  <a:gd name="connsiteY0" fmla="*/ 41910 h 318135"/>
                  <a:gd name="connsiteX1" fmla="*/ 215265 w 351483"/>
                  <a:gd name="connsiteY1" fmla="*/ 0 h 318135"/>
                  <a:gd name="connsiteX2" fmla="*/ 0 w 351483"/>
                  <a:gd name="connsiteY2" fmla="*/ 213360 h 318135"/>
                  <a:gd name="connsiteX3" fmla="*/ 0 w 351483"/>
                  <a:gd name="connsiteY3" fmla="*/ 270510 h 318135"/>
                  <a:gd name="connsiteX4" fmla="*/ 47625 w 351483"/>
                  <a:gd name="connsiteY4" fmla="*/ 318135 h 318135"/>
                  <a:gd name="connsiteX5" fmla="*/ 264795 w 351483"/>
                  <a:gd name="connsiteY5" fmla="*/ 318135 h 318135"/>
                  <a:gd name="connsiteX6" fmla="*/ 284798 w 351483"/>
                  <a:gd name="connsiteY6" fmla="*/ 298132 h 318135"/>
                  <a:gd name="connsiteX7" fmla="*/ 264795 w 351483"/>
                  <a:gd name="connsiteY7" fmla="*/ 277178 h 318135"/>
                  <a:gd name="connsiteX8" fmla="*/ 47625 w 351483"/>
                  <a:gd name="connsiteY8" fmla="*/ 277178 h 318135"/>
                  <a:gd name="connsiteX9" fmla="*/ 39053 w 351483"/>
                  <a:gd name="connsiteY9" fmla="*/ 269557 h 318135"/>
                  <a:gd name="connsiteX10" fmla="*/ 39053 w 351483"/>
                  <a:gd name="connsiteY10" fmla="*/ 212407 h 318135"/>
                  <a:gd name="connsiteX11" fmla="*/ 214313 w 351483"/>
                  <a:gd name="connsiteY11" fmla="*/ 39052 h 318135"/>
                  <a:gd name="connsiteX12" fmla="*/ 319088 w 351483"/>
                  <a:gd name="connsiteY12" fmla="*/ 73342 h 318135"/>
                  <a:gd name="connsiteX13" fmla="*/ 346710 w 351483"/>
                  <a:gd name="connsiteY13" fmla="*/ 69532 h 318135"/>
                  <a:gd name="connsiteX14" fmla="*/ 343853 w 351483"/>
                  <a:gd name="connsiteY14" fmla="*/ 41910 h 3181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51483" h="318135">
                    <a:moveTo>
                      <a:pt x="343853" y="41910"/>
                    </a:moveTo>
                    <a:cubicBezTo>
                      <a:pt x="306705" y="14288"/>
                      <a:pt x="261938" y="0"/>
                      <a:pt x="215265" y="0"/>
                    </a:cubicBezTo>
                    <a:cubicBezTo>
                      <a:pt x="96203" y="0"/>
                      <a:pt x="0" y="95250"/>
                      <a:pt x="0" y="213360"/>
                    </a:cubicBezTo>
                    <a:lnTo>
                      <a:pt x="0" y="270510"/>
                    </a:lnTo>
                    <a:cubicBezTo>
                      <a:pt x="0" y="296228"/>
                      <a:pt x="20955" y="318135"/>
                      <a:pt x="47625" y="318135"/>
                    </a:cubicBezTo>
                    <a:lnTo>
                      <a:pt x="264795" y="318135"/>
                    </a:lnTo>
                    <a:cubicBezTo>
                      <a:pt x="275273" y="318135"/>
                      <a:pt x="284798" y="309563"/>
                      <a:pt x="284798" y="298132"/>
                    </a:cubicBezTo>
                    <a:cubicBezTo>
                      <a:pt x="284798" y="286703"/>
                      <a:pt x="276225" y="277178"/>
                      <a:pt x="264795" y="277178"/>
                    </a:cubicBezTo>
                    <a:lnTo>
                      <a:pt x="47625" y="277178"/>
                    </a:lnTo>
                    <a:cubicBezTo>
                      <a:pt x="42863" y="277178"/>
                      <a:pt x="39053" y="273367"/>
                      <a:pt x="39053" y="269557"/>
                    </a:cubicBezTo>
                    <a:lnTo>
                      <a:pt x="39053" y="212407"/>
                    </a:lnTo>
                    <a:cubicBezTo>
                      <a:pt x="39053" y="117157"/>
                      <a:pt x="118110" y="39052"/>
                      <a:pt x="214313" y="39052"/>
                    </a:cubicBezTo>
                    <a:cubicBezTo>
                      <a:pt x="252413" y="39052"/>
                      <a:pt x="288608" y="50482"/>
                      <a:pt x="319088" y="73342"/>
                    </a:cubicBezTo>
                    <a:cubicBezTo>
                      <a:pt x="327660" y="80010"/>
                      <a:pt x="340043" y="78105"/>
                      <a:pt x="346710" y="69532"/>
                    </a:cubicBezTo>
                    <a:cubicBezTo>
                      <a:pt x="354330" y="60007"/>
                      <a:pt x="352425" y="47625"/>
                      <a:pt x="343853" y="41910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7" name="Graphic 6">
              <a:extLst>
                <a:ext uri="{FF2B5EF4-FFF2-40B4-BE49-F238E27FC236}">
                  <a16:creationId xmlns:a16="http://schemas.microsoft.com/office/drawing/2014/main" id="{6E66478E-B5F0-CAC2-ACE8-1466FE4D6825}"/>
                </a:ext>
              </a:extLst>
            </p:cNvPr>
            <p:cNvGrpSpPr/>
            <p:nvPr/>
          </p:nvGrpSpPr>
          <p:grpSpPr>
            <a:xfrm>
              <a:off x="9574657" y="7611523"/>
              <a:ext cx="359335" cy="589597"/>
              <a:chOff x="9574657" y="7611523"/>
              <a:chExt cx="359335" cy="589597"/>
            </a:xfrm>
            <a:solidFill>
              <a:srgbClr val="000000"/>
            </a:solidFill>
          </p:grpSpPr>
          <p:sp>
            <p:nvSpPr>
              <p:cNvPr id="31" name="Freeform 30">
                <a:extLst>
                  <a:ext uri="{FF2B5EF4-FFF2-40B4-BE49-F238E27FC236}">
                    <a16:creationId xmlns:a16="http://schemas.microsoft.com/office/drawing/2014/main" id="{209F2AF9-E16E-2069-0BD0-14DBB3263BD3}"/>
                  </a:ext>
                </a:extLst>
              </p:cNvPr>
              <p:cNvSpPr/>
              <p:nvPr/>
            </p:nvSpPr>
            <p:spPr>
              <a:xfrm>
                <a:off x="9574657" y="7883938"/>
                <a:ext cx="359335" cy="317182"/>
              </a:xfrm>
              <a:custGeom>
                <a:avLst/>
                <a:gdLst>
                  <a:gd name="connsiteX0" fmla="*/ 144070 w 359335"/>
                  <a:gd name="connsiteY0" fmla="*/ 0 h 317182"/>
                  <a:gd name="connsiteX1" fmla="*/ 7863 w 359335"/>
                  <a:gd name="connsiteY1" fmla="*/ 47625 h 317182"/>
                  <a:gd name="connsiteX2" fmla="*/ 243 w 359335"/>
                  <a:gd name="connsiteY2" fmla="*/ 60960 h 317182"/>
                  <a:gd name="connsiteX3" fmla="*/ 5005 w 359335"/>
                  <a:gd name="connsiteY3" fmla="*/ 75248 h 317182"/>
                  <a:gd name="connsiteX4" fmla="*/ 32628 w 359335"/>
                  <a:gd name="connsiteY4" fmla="*/ 78105 h 317182"/>
                  <a:gd name="connsiteX5" fmla="*/ 144070 w 359335"/>
                  <a:gd name="connsiteY5" fmla="*/ 39052 h 317182"/>
                  <a:gd name="connsiteX6" fmla="*/ 319330 w 359335"/>
                  <a:gd name="connsiteY6" fmla="*/ 212408 h 317182"/>
                  <a:gd name="connsiteX7" fmla="*/ 319330 w 359335"/>
                  <a:gd name="connsiteY7" fmla="*/ 269558 h 317182"/>
                  <a:gd name="connsiteX8" fmla="*/ 310758 w 359335"/>
                  <a:gd name="connsiteY8" fmla="*/ 277178 h 317182"/>
                  <a:gd name="connsiteX9" fmla="*/ 94540 w 359335"/>
                  <a:gd name="connsiteY9" fmla="*/ 277178 h 317182"/>
                  <a:gd name="connsiteX10" fmla="*/ 74538 w 359335"/>
                  <a:gd name="connsiteY10" fmla="*/ 297180 h 317182"/>
                  <a:gd name="connsiteX11" fmla="*/ 94540 w 359335"/>
                  <a:gd name="connsiteY11" fmla="*/ 317183 h 317182"/>
                  <a:gd name="connsiteX12" fmla="*/ 311710 w 359335"/>
                  <a:gd name="connsiteY12" fmla="*/ 317183 h 317182"/>
                  <a:gd name="connsiteX13" fmla="*/ 359335 w 359335"/>
                  <a:gd name="connsiteY13" fmla="*/ 269558 h 317182"/>
                  <a:gd name="connsiteX14" fmla="*/ 359335 w 359335"/>
                  <a:gd name="connsiteY14" fmla="*/ 212408 h 317182"/>
                  <a:gd name="connsiteX15" fmla="*/ 144070 w 359335"/>
                  <a:gd name="connsiteY15" fmla="*/ 0 h 3171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59335" h="317182">
                    <a:moveTo>
                      <a:pt x="144070" y="0"/>
                    </a:moveTo>
                    <a:cubicBezTo>
                      <a:pt x="94540" y="0"/>
                      <a:pt x="45963" y="17145"/>
                      <a:pt x="7863" y="47625"/>
                    </a:cubicBezTo>
                    <a:cubicBezTo>
                      <a:pt x="4053" y="50482"/>
                      <a:pt x="1195" y="55245"/>
                      <a:pt x="243" y="60960"/>
                    </a:cubicBezTo>
                    <a:cubicBezTo>
                      <a:pt x="-710" y="65723"/>
                      <a:pt x="1195" y="71438"/>
                      <a:pt x="5005" y="75248"/>
                    </a:cubicBezTo>
                    <a:cubicBezTo>
                      <a:pt x="11673" y="83820"/>
                      <a:pt x="24055" y="84773"/>
                      <a:pt x="32628" y="78105"/>
                    </a:cubicBezTo>
                    <a:cubicBezTo>
                      <a:pt x="64060" y="52388"/>
                      <a:pt x="103113" y="39052"/>
                      <a:pt x="144070" y="39052"/>
                    </a:cubicBezTo>
                    <a:cubicBezTo>
                      <a:pt x="241225" y="39052"/>
                      <a:pt x="319330" y="117158"/>
                      <a:pt x="319330" y="212408"/>
                    </a:cubicBezTo>
                    <a:lnTo>
                      <a:pt x="319330" y="269558"/>
                    </a:lnTo>
                    <a:cubicBezTo>
                      <a:pt x="319330" y="274320"/>
                      <a:pt x="315520" y="277178"/>
                      <a:pt x="310758" y="277178"/>
                    </a:cubicBezTo>
                    <a:lnTo>
                      <a:pt x="94540" y="277178"/>
                    </a:lnTo>
                    <a:cubicBezTo>
                      <a:pt x="84063" y="277178"/>
                      <a:pt x="74538" y="285750"/>
                      <a:pt x="74538" y="297180"/>
                    </a:cubicBezTo>
                    <a:cubicBezTo>
                      <a:pt x="74538" y="308610"/>
                      <a:pt x="83110" y="317183"/>
                      <a:pt x="94540" y="317183"/>
                    </a:cubicBezTo>
                    <a:lnTo>
                      <a:pt x="311710" y="317183"/>
                    </a:lnTo>
                    <a:cubicBezTo>
                      <a:pt x="338380" y="317183"/>
                      <a:pt x="359335" y="296228"/>
                      <a:pt x="359335" y="269558"/>
                    </a:cubicBezTo>
                    <a:lnTo>
                      <a:pt x="359335" y="212408"/>
                    </a:lnTo>
                    <a:cubicBezTo>
                      <a:pt x="359335" y="95250"/>
                      <a:pt x="263133" y="0"/>
                      <a:pt x="144070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" name="Freeform 31">
                <a:extLst>
                  <a:ext uri="{FF2B5EF4-FFF2-40B4-BE49-F238E27FC236}">
                    <a16:creationId xmlns:a16="http://schemas.microsoft.com/office/drawing/2014/main" id="{FCC10A30-8E05-C977-5E71-BE8D40BCC761}"/>
                  </a:ext>
                </a:extLst>
              </p:cNvPr>
              <p:cNvSpPr/>
              <p:nvPr/>
            </p:nvSpPr>
            <p:spPr>
              <a:xfrm>
                <a:off x="9592045" y="7611523"/>
                <a:ext cx="254317" cy="251459"/>
              </a:xfrm>
              <a:custGeom>
                <a:avLst/>
                <a:gdLst>
                  <a:gd name="connsiteX0" fmla="*/ 126682 w 254317"/>
                  <a:gd name="connsiteY0" fmla="*/ 251460 h 251459"/>
                  <a:gd name="connsiteX1" fmla="*/ 254317 w 254317"/>
                  <a:gd name="connsiteY1" fmla="*/ 125730 h 251459"/>
                  <a:gd name="connsiteX2" fmla="*/ 126682 w 254317"/>
                  <a:gd name="connsiteY2" fmla="*/ 0 h 251459"/>
                  <a:gd name="connsiteX3" fmla="*/ 0 w 254317"/>
                  <a:gd name="connsiteY3" fmla="*/ 125730 h 251459"/>
                  <a:gd name="connsiteX4" fmla="*/ 126682 w 254317"/>
                  <a:gd name="connsiteY4" fmla="*/ 251460 h 251459"/>
                  <a:gd name="connsiteX5" fmla="*/ 39052 w 254317"/>
                  <a:gd name="connsiteY5" fmla="*/ 125730 h 251459"/>
                  <a:gd name="connsiteX6" fmla="*/ 126682 w 254317"/>
                  <a:gd name="connsiteY6" fmla="*/ 39053 h 251459"/>
                  <a:gd name="connsiteX7" fmla="*/ 214313 w 254317"/>
                  <a:gd name="connsiteY7" fmla="*/ 125730 h 251459"/>
                  <a:gd name="connsiteX8" fmla="*/ 126682 w 254317"/>
                  <a:gd name="connsiteY8" fmla="*/ 212408 h 251459"/>
                  <a:gd name="connsiteX9" fmla="*/ 39052 w 254317"/>
                  <a:gd name="connsiteY9" fmla="*/ 125730 h 251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54317" h="251459">
                    <a:moveTo>
                      <a:pt x="126682" y="251460"/>
                    </a:moveTo>
                    <a:cubicBezTo>
                      <a:pt x="197167" y="251460"/>
                      <a:pt x="254317" y="195263"/>
                      <a:pt x="254317" y="125730"/>
                    </a:cubicBezTo>
                    <a:cubicBezTo>
                      <a:pt x="254317" y="56197"/>
                      <a:pt x="197167" y="0"/>
                      <a:pt x="126682" y="0"/>
                    </a:cubicBezTo>
                    <a:cubicBezTo>
                      <a:pt x="56197" y="0"/>
                      <a:pt x="0" y="56197"/>
                      <a:pt x="0" y="125730"/>
                    </a:cubicBezTo>
                    <a:cubicBezTo>
                      <a:pt x="0" y="195263"/>
                      <a:pt x="57150" y="251460"/>
                      <a:pt x="126682" y="251460"/>
                    </a:cubicBezTo>
                    <a:close/>
                    <a:moveTo>
                      <a:pt x="39052" y="125730"/>
                    </a:moveTo>
                    <a:cubicBezTo>
                      <a:pt x="39052" y="78105"/>
                      <a:pt x="78105" y="39053"/>
                      <a:pt x="126682" y="39053"/>
                    </a:cubicBezTo>
                    <a:cubicBezTo>
                      <a:pt x="175260" y="39053"/>
                      <a:pt x="214313" y="78105"/>
                      <a:pt x="214313" y="125730"/>
                    </a:cubicBezTo>
                    <a:cubicBezTo>
                      <a:pt x="214313" y="173355"/>
                      <a:pt x="175260" y="212408"/>
                      <a:pt x="126682" y="212408"/>
                    </a:cubicBezTo>
                    <a:cubicBezTo>
                      <a:pt x="78105" y="212408"/>
                      <a:pt x="39052" y="173355"/>
                      <a:pt x="39052" y="125730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8" name="Graphic 6">
              <a:extLst>
                <a:ext uri="{FF2B5EF4-FFF2-40B4-BE49-F238E27FC236}">
                  <a16:creationId xmlns:a16="http://schemas.microsoft.com/office/drawing/2014/main" id="{F7BB8A40-C118-4F17-8034-85609C56FBDC}"/>
                </a:ext>
              </a:extLst>
            </p:cNvPr>
            <p:cNvGrpSpPr/>
            <p:nvPr/>
          </p:nvGrpSpPr>
          <p:grpSpPr>
            <a:xfrm>
              <a:off x="9099602" y="7502938"/>
              <a:ext cx="588645" cy="767714"/>
              <a:chOff x="9099602" y="7502938"/>
              <a:chExt cx="588645" cy="767714"/>
            </a:xfrm>
            <a:solidFill>
              <a:srgbClr val="7A003C"/>
            </a:solidFill>
          </p:grpSpPr>
          <p:sp>
            <p:nvSpPr>
              <p:cNvPr id="29" name="Freeform 28">
                <a:extLst>
                  <a:ext uri="{FF2B5EF4-FFF2-40B4-BE49-F238E27FC236}">
                    <a16:creationId xmlns:a16="http://schemas.microsoft.com/office/drawing/2014/main" id="{04F238B4-AF73-1E5C-AE39-FF4730FD9E1B}"/>
                  </a:ext>
                </a:extLst>
              </p:cNvPr>
              <p:cNvSpPr/>
              <p:nvPr/>
            </p:nvSpPr>
            <p:spPr>
              <a:xfrm>
                <a:off x="9099602" y="7840123"/>
                <a:ext cx="588645" cy="430529"/>
              </a:xfrm>
              <a:custGeom>
                <a:avLst/>
                <a:gdLst>
                  <a:gd name="connsiteX0" fmla="*/ 294323 w 588645"/>
                  <a:gd name="connsiteY0" fmla="*/ 0 h 430529"/>
                  <a:gd name="connsiteX1" fmla="*/ 0 w 588645"/>
                  <a:gd name="connsiteY1" fmla="*/ 291465 h 430529"/>
                  <a:gd name="connsiteX2" fmla="*/ 0 w 588645"/>
                  <a:gd name="connsiteY2" fmla="*/ 371475 h 430529"/>
                  <a:gd name="connsiteX3" fmla="*/ 59055 w 588645"/>
                  <a:gd name="connsiteY3" fmla="*/ 430530 h 430529"/>
                  <a:gd name="connsiteX4" fmla="*/ 529590 w 588645"/>
                  <a:gd name="connsiteY4" fmla="*/ 430530 h 430529"/>
                  <a:gd name="connsiteX5" fmla="*/ 588645 w 588645"/>
                  <a:gd name="connsiteY5" fmla="*/ 371475 h 430529"/>
                  <a:gd name="connsiteX6" fmla="*/ 588645 w 588645"/>
                  <a:gd name="connsiteY6" fmla="*/ 291465 h 430529"/>
                  <a:gd name="connsiteX7" fmla="*/ 294323 w 588645"/>
                  <a:gd name="connsiteY7" fmla="*/ 0 h 430529"/>
                  <a:gd name="connsiteX8" fmla="*/ 549593 w 588645"/>
                  <a:gd name="connsiteY8" fmla="*/ 291465 h 430529"/>
                  <a:gd name="connsiteX9" fmla="*/ 549593 w 588645"/>
                  <a:gd name="connsiteY9" fmla="*/ 371475 h 430529"/>
                  <a:gd name="connsiteX10" fmla="*/ 529590 w 588645"/>
                  <a:gd name="connsiteY10" fmla="*/ 390525 h 430529"/>
                  <a:gd name="connsiteX11" fmla="*/ 59055 w 588645"/>
                  <a:gd name="connsiteY11" fmla="*/ 390525 h 430529"/>
                  <a:gd name="connsiteX12" fmla="*/ 39053 w 588645"/>
                  <a:gd name="connsiteY12" fmla="*/ 371475 h 430529"/>
                  <a:gd name="connsiteX13" fmla="*/ 39053 w 588645"/>
                  <a:gd name="connsiteY13" fmla="*/ 291465 h 430529"/>
                  <a:gd name="connsiteX14" fmla="*/ 294323 w 588645"/>
                  <a:gd name="connsiteY14" fmla="*/ 39052 h 430529"/>
                  <a:gd name="connsiteX15" fmla="*/ 474345 w 588645"/>
                  <a:gd name="connsiteY15" fmla="*/ 113348 h 430529"/>
                  <a:gd name="connsiteX16" fmla="*/ 549593 w 588645"/>
                  <a:gd name="connsiteY16" fmla="*/ 291465 h 4305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588645" h="430529">
                    <a:moveTo>
                      <a:pt x="294323" y="0"/>
                    </a:moveTo>
                    <a:cubicBezTo>
                      <a:pt x="131445" y="0"/>
                      <a:pt x="0" y="130492"/>
                      <a:pt x="0" y="291465"/>
                    </a:cubicBezTo>
                    <a:lnTo>
                      <a:pt x="0" y="371475"/>
                    </a:lnTo>
                    <a:cubicBezTo>
                      <a:pt x="0" y="403860"/>
                      <a:pt x="26670" y="430530"/>
                      <a:pt x="59055" y="430530"/>
                    </a:cubicBezTo>
                    <a:lnTo>
                      <a:pt x="529590" y="430530"/>
                    </a:lnTo>
                    <a:cubicBezTo>
                      <a:pt x="561975" y="430530"/>
                      <a:pt x="588645" y="403860"/>
                      <a:pt x="588645" y="371475"/>
                    </a:cubicBezTo>
                    <a:lnTo>
                      <a:pt x="588645" y="291465"/>
                    </a:lnTo>
                    <a:cubicBezTo>
                      <a:pt x="588645" y="130492"/>
                      <a:pt x="457200" y="0"/>
                      <a:pt x="294323" y="0"/>
                    </a:cubicBezTo>
                    <a:close/>
                    <a:moveTo>
                      <a:pt x="549593" y="291465"/>
                    </a:moveTo>
                    <a:lnTo>
                      <a:pt x="549593" y="371475"/>
                    </a:lnTo>
                    <a:cubicBezTo>
                      <a:pt x="549593" y="381953"/>
                      <a:pt x="541020" y="390525"/>
                      <a:pt x="529590" y="390525"/>
                    </a:cubicBezTo>
                    <a:lnTo>
                      <a:pt x="59055" y="390525"/>
                    </a:lnTo>
                    <a:cubicBezTo>
                      <a:pt x="48578" y="390525"/>
                      <a:pt x="39053" y="381953"/>
                      <a:pt x="39053" y="371475"/>
                    </a:cubicBezTo>
                    <a:lnTo>
                      <a:pt x="39053" y="291465"/>
                    </a:lnTo>
                    <a:cubicBezTo>
                      <a:pt x="39053" y="152400"/>
                      <a:pt x="153353" y="39052"/>
                      <a:pt x="294323" y="39052"/>
                    </a:cubicBezTo>
                    <a:cubicBezTo>
                      <a:pt x="361950" y="39052"/>
                      <a:pt x="426720" y="65722"/>
                      <a:pt x="474345" y="113348"/>
                    </a:cubicBezTo>
                    <a:cubicBezTo>
                      <a:pt x="522923" y="160973"/>
                      <a:pt x="549593" y="224790"/>
                      <a:pt x="549593" y="291465"/>
                    </a:cubicBezTo>
                    <a:close/>
                  </a:path>
                </a:pathLst>
              </a:custGeom>
              <a:solidFill>
                <a:srgbClr val="7A003C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" name="Freeform 29">
                <a:extLst>
                  <a:ext uri="{FF2B5EF4-FFF2-40B4-BE49-F238E27FC236}">
                    <a16:creationId xmlns:a16="http://schemas.microsoft.com/office/drawing/2014/main" id="{F2CCE94F-F1A6-C988-FBCE-9C3D27F34B9A}"/>
                  </a:ext>
                </a:extLst>
              </p:cNvPr>
              <p:cNvSpPr/>
              <p:nvPr/>
            </p:nvSpPr>
            <p:spPr>
              <a:xfrm>
                <a:off x="9225332" y="7502938"/>
                <a:ext cx="325755" cy="321944"/>
              </a:xfrm>
              <a:custGeom>
                <a:avLst/>
                <a:gdLst>
                  <a:gd name="connsiteX0" fmla="*/ 162878 w 325755"/>
                  <a:gd name="connsiteY0" fmla="*/ 321945 h 321944"/>
                  <a:gd name="connsiteX1" fmla="*/ 325755 w 325755"/>
                  <a:gd name="connsiteY1" fmla="*/ 160973 h 321944"/>
                  <a:gd name="connsiteX2" fmla="*/ 162878 w 325755"/>
                  <a:gd name="connsiteY2" fmla="*/ 0 h 321944"/>
                  <a:gd name="connsiteX3" fmla="*/ 0 w 325755"/>
                  <a:gd name="connsiteY3" fmla="*/ 160973 h 321944"/>
                  <a:gd name="connsiteX4" fmla="*/ 162878 w 325755"/>
                  <a:gd name="connsiteY4" fmla="*/ 321945 h 321944"/>
                  <a:gd name="connsiteX5" fmla="*/ 39053 w 325755"/>
                  <a:gd name="connsiteY5" fmla="*/ 160973 h 321944"/>
                  <a:gd name="connsiteX6" fmla="*/ 161925 w 325755"/>
                  <a:gd name="connsiteY6" fmla="*/ 39053 h 321944"/>
                  <a:gd name="connsiteX7" fmla="*/ 284797 w 325755"/>
                  <a:gd name="connsiteY7" fmla="*/ 160973 h 321944"/>
                  <a:gd name="connsiteX8" fmla="*/ 161925 w 325755"/>
                  <a:gd name="connsiteY8" fmla="*/ 282893 h 321944"/>
                  <a:gd name="connsiteX9" fmla="*/ 39053 w 325755"/>
                  <a:gd name="connsiteY9" fmla="*/ 160973 h 3219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25755" h="321944">
                    <a:moveTo>
                      <a:pt x="162878" y="321945"/>
                    </a:moveTo>
                    <a:cubicBezTo>
                      <a:pt x="252413" y="321945"/>
                      <a:pt x="325755" y="249555"/>
                      <a:pt x="325755" y="160973"/>
                    </a:cubicBezTo>
                    <a:cubicBezTo>
                      <a:pt x="325755" y="72390"/>
                      <a:pt x="252413" y="0"/>
                      <a:pt x="162878" y="0"/>
                    </a:cubicBezTo>
                    <a:cubicBezTo>
                      <a:pt x="73343" y="0"/>
                      <a:pt x="0" y="71438"/>
                      <a:pt x="0" y="160973"/>
                    </a:cubicBezTo>
                    <a:cubicBezTo>
                      <a:pt x="0" y="249555"/>
                      <a:pt x="72390" y="321945"/>
                      <a:pt x="162878" y="321945"/>
                    </a:cubicBezTo>
                    <a:close/>
                    <a:moveTo>
                      <a:pt x="39053" y="160973"/>
                    </a:moveTo>
                    <a:cubicBezTo>
                      <a:pt x="39053" y="94298"/>
                      <a:pt x="94298" y="39053"/>
                      <a:pt x="161925" y="39053"/>
                    </a:cubicBezTo>
                    <a:cubicBezTo>
                      <a:pt x="229553" y="39053"/>
                      <a:pt x="284797" y="93345"/>
                      <a:pt x="284797" y="160973"/>
                    </a:cubicBezTo>
                    <a:cubicBezTo>
                      <a:pt x="284797" y="227648"/>
                      <a:pt x="229553" y="282893"/>
                      <a:pt x="161925" y="282893"/>
                    </a:cubicBezTo>
                    <a:cubicBezTo>
                      <a:pt x="94298" y="282893"/>
                      <a:pt x="39053" y="227648"/>
                      <a:pt x="39053" y="160973"/>
                    </a:cubicBezTo>
                    <a:close/>
                  </a:path>
                </a:pathLst>
              </a:custGeom>
              <a:solidFill>
                <a:srgbClr val="7A003C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87B8675-2F57-5A36-48F7-A2E031E0C7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462150" y="4976718"/>
            <a:ext cx="369696" cy="329868"/>
            <a:chOff x="7508988" y="7469512"/>
            <a:chExt cx="977928" cy="872576"/>
          </a:xfrm>
        </p:grpSpPr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B1E22B78-E447-FED9-C623-5A0F5BE3518D}"/>
                </a:ext>
              </a:extLst>
            </p:cNvPr>
            <p:cNvSpPr/>
            <p:nvPr/>
          </p:nvSpPr>
          <p:spPr>
            <a:xfrm>
              <a:off x="7872822" y="7754396"/>
              <a:ext cx="251459" cy="251460"/>
            </a:xfrm>
            <a:custGeom>
              <a:avLst/>
              <a:gdLst>
                <a:gd name="connsiteX0" fmla="*/ 217170 w 251459"/>
                <a:gd name="connsiteY0" fmla="*/ 91440 h 251460"/>
                <a:gd name="connsiteX1" fmla="*/ 160020 w 251459"/>
                <a:gd name="connsiteY1" fmla="*/ 91440 h 251460"/>
                <a:gd name="connsiteX2" fmla="*/ 160020 w 251459"/>
                <a:gd name="connsiteY2" fmla="*/ 34290 h 251460"/>
                <a:gd name="connsiteX3" fmla="*/ 125730 w 251459"/>
                <a:gd name="connsiteY3" fmla="*/ 0 h 251460"/>
                <a:gd name="connsiteX4" fmla="*/ 91440 w 251459"/>
                <a:gd name="connsiteY4" fmla="*/ 34290 h 251460"/>
                <a:gd name="connsiteX5" fmla="*/ 91440 w 251459"/>
                <a:gd name="connsiteY5" fmla="*/ 91440 h 251460"/>
                <a:gd name="connsiteX6" fmla="*/ 34290 w 251459"/>
                <a:gd name="connsiteY6" fmla="*/ 91440 h 251460"/>
                <a:gd name="connsiteX7" fmla="*/ 0 w 251459"/>
                <a:gd name="connsiteY7" fmla="*/ 125730 h 251460"/>
                <a:gd name="connsiteX8" fmla="*/ 34290 w 251459"/>
                <a:gd name="connsiteY8" fmla="*/ 160020 h 251460"/>
                <a:gd name="connsiteX9" fmla="*/ 91440 w 251459"/>
                <a:gd name="connsiteY9" fmla="*/ 160020 h 251460"/>
                <a:gd name="connsiteX10" fmla="*/ 91440 w 251459"/>
                <a:gd name="connsiteY10" fmla="*/ 217170 h 251460"/>
                <a:gd name="connsiteX11" fmla="*/ 125730 w 251459"/>
                <a:gd name="connsiteY11" fmla="*/ 251460 h 251460"/>
                <a:gd name="connsiteX12" fmla="*/ 160020 w 251459"/>
                <a:gd name="connsiteY12" fmla="*/ 217170 h 251460"/>
                <a:gd name="connsiteX13" fmla="*/ 160020 w 251459"/>
                <a:gd name="connsiteY13" fmla="*/ 160020 h 251460"/>
                <a:gd name="connsiteX14" fmla="*/ 217170 w 251459"/>
                <a:gd name="connsiteY14" fmla="*/ 160020 h 251460"/>
                <a:gd name="connsiteX15" fmla="*/ 251460 w 251459"/>
                <a:gd name="connsiteY15" fmla="*/ 125730 h 251460"/>
                <a:gd name="connsiteX16" fmla="*/ 217170 w 251459"/>
                <a:gd name="connsiteY16" fmla="*/ 91440 h 251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1459" h="251460">
                  <a:moveTo>
                    <a:pt x="217170" y="91440"/>
                  </a:moveTo>
                  <a:lnTo>
                    <a:pt x="160020" y="91440"/>
                  </a:lnTo>
                  <a:lnTo>
                    <a:pt x="160020" y="34290"/>
                  </a:lnTo>
                  <a:cubicBezTo>
                    <a:pt x="160020" y="15240"/>
                    <a:pt x="144780" y="0"/>
                    <a:pt x="125730" y="0"/>
                  </a:cubicBezTo>
                  <a:cubicBezTo>
                    <a:pt x="106680" y="0"/>
                    <a:pt x="91440" y="15240"/>
                    <a:pt x="91440" y="34290"/>
                  </a:cubicBezTo>
                  <a:lnTo>
                    <a:pt x="91440" y="91440"/>
                  </a:lnTo>
                  <a:lnTo>
                    <a:pt x="34290" y="91440"/>
                  </a:lnTo>
                  <a:cubicBezTo>
                    <a:pt x="15240" y="91440"/>
                    <a:pt x="0" y="106680"/>
                    <a:pt x="0" y="125730"/>
                  </a:cubicBezTo>
                  <a:cubicBezTo>
                    <a:pt x="0" y="144780"/>
                    <a:pt x="15240" y="160020"/>
                    <a:pt x="34290" y="160020"/>
                  </a:cubicBezTo>
                  <a:lnTo>
                    <a:pt x="91440" y="160020"/>
                  </a:lnTo>
                  <a:lnTo>
                    <a:pt x="91440" y="217170"/>
                  </a:lnTo>
                  <a:cubicBezTo>
                    <a:pt x="91440" y="236220"/>
                    <a:pt x="106680" y="251460"/>
                    <a:pt x="125730" y="251460"/>
                  </a:cubicBezTo>
                  <a:cubicBezTo>
                    <a:pt x="144780" y="251460"/>
                    <a:pt x="160020" y="236220"/>
                    <a:pt x="160020" y="217170"/>
                  </a:cubicBezTo>
                  <a:lnTo>
                    <a:pt x="160020" y="160020"/>
                  </a:lnTo>
                  <a:lnTo>
                    <a:pt x="217170" y="160020"/>
                  </a:lnTo>
                  <a:cubicBezTo>
                    <a:pt x="236220" y="160020"/>
                    <a:pt x="251460" y="144780"/>
                    <a:pt x="251460" y="125730"/>
                  </a:cubicBezTo>
                  <a:cubicBezTo>
                    <a:pt x="251460" y="106680"/>
                    <a:pt x="236220" y="91440"/>
                    <a:pt x="217170" y="91440"/>
                  </a:cubicBezTo>
                  <a:close/>
                </a:path>
              </a:pathLst>
            </a:custGeom>
            <a:solidFill>
              <a:srgbClr val="7A003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83B33A4A-3E07-33B6-1AB6-081EDDA22781}"/>
                </a:ext>
              </a:extLst>
            </p:cNvPr>
            <p:cNvSpPr/>
            <p:nvPr/>
          </p:nvSpPr>
          <p:spPr>
            <a:xfrm>
              <a:off x="7508988" y="7469512"/>
              <a:ext cx="977928" cy="872576"/>
            </a:xfrm>
            <a:custGeom>
              <a:avLst/>
              <a:gdLst>
                <a:gd name="connsiteX0" fmla="*/ 489564 w 977928"/>
                <a:gd name="connsiteY0" fmla="*/ 872577 h 872576"/>
                <a:gd name="connsiteX1" fmla="*/ 467656 w 977928"/>
                <a:gd name="connsiteY1" fmla="*/ 863052 h 872576"/>
                <a:gd name="connsiteX2" fmla="*/ 87609 w 977928"/>
                <a:gd name="connsiteY2" fmla="*/ 483957 h 872576"/>
                <a:gd name="connsiteX3" fmla="*/ 59034 w 977928"/>
                <a:gd name="connsiteY3" fmla="*/ 102004 h 872576"/>
                <a:gd name="connsiteX4" fmla="*/ 260964 w 977928"/>
                <a:gd name="connsiteY4" fmla="*/ 87 h 872576"/>
                <a:gd name="connsiteX5" fmla="*/ 273346 w 977928"/>
                <a:gd name="connsiteY5" fmla="*/ 87 h 872576"/>
                <a:gd name="connsiteX6" fmla="*/ 470514 w 977928"/>
                <a:gd name="connsiteY6" fmla="*/ 82002 h 872576"/>
                <a:gd name="connsiteX7" fmla="*/ 506709 w 977928"/>
                <a:gd name="connsiteY7" fmla="*/ 82002 h 872576"/>
                <a:gd name="connsiteX8" fmla="*/ 716259 w 977928"/>
                <a:gd name="connsiteY8" fmla="*/ 87 h 872576"/>
                <a:gd name="connsiteX9" fmla="*/ 918189 w 977928"/>
                <a:gd name="connsiteY9" fmla="*/ 102004 h 872576"/>
                <a:gd name="connsiteX10" fmla="*/ 889614 w 977928"/>
                <a:gd name="connsiteY10" fmla="*/ 483957 h 872576"/>
                <a:gd name="connsiteX11" fmla="*/ 509566 w 977928"/>
                <a:gd name="connsiteY11" fmla="*/ 864004 h 872576"/>
                <a:gd name="connsiteX12" fmla="*/ 489564 w 977928"/>
                <a:gd name="connsiteY12" fmla="*/ 872577 h 872576"/>
                <a:gd name="connsiteX13" fmla="*/ 261916 w 977928"/>
                <a:gd name="connsiteY13" fmla="*/ 33424 h 872576"/>
                <a:gd name="connsiteX14" fmla="*/ 84751 w 977928"/>
                <a:gd name="connsiteY14" fmla="*/ 122959 h 872576"/>
                <a:gd name="connsiteX15" fmla="*/ 111421 w 977928"/>
                <a:gd name="connsiteY15" fmla="*/ 460144 h 872576"/>
                <a:gd name="connsiteX16" fmla="*/ 489564 w 977928"/>
                <a:gd name="connsiteY16" fmla="*/ 838287 h 872576"/>
                <a:gd name="connsiteX17" fmla="*/ 867706 w 977928"/>
                <a:gd name="connsiteY17" fmla="*/ 460144 h 872576"/>
                <a:gd name="connsiteX18" fmla="*/ 893424 w 977928"/>
                <a:gd name="connsiteY18" fmla="*/ 122959 h 872576"/>
                <a:gd name="connsiteX19" fmla="*/ 715306 w 977928"/>
                <a:gd name="connsiteY19" fmla="*/ 33424 h 872576"/>
                <a:gd name="connsiteX20" fmla="*/ 530521 w 977928"/>
                <a:gd name="connsiteY20" fmla="*/ 104862 h 872576"/>
                <a:gd name="connsiteX21" fmla="*/ 446701 w 977928"/>
                <a:gd name="connsiteY21" fmla="*/ 104862 h 872576"/>
                <a:gd name="connsiteX22" fmla="*/ 273346 w 977928"/>
                <a:gd name="connsiteY22" fmla="*/ 33424 h 872576"/>
                <a:gd name="connsiteX23" fmla="*/ 261916 w 977928"/>
                <a:gd name="connsiteY23" fmla="*/ 33424 h 872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977928" h="872576">
                  <a:moveTo>
                    <a:pt x="489564" y="872577"/>
                  </a:moveTo>
                  <a:cubicBezTo>
                    <a:pt x="481944" y="872577"/>
                    <a:pt x="474324" y="869719"/>
                    <a:pt x="467656" y="863052"/>
                  </a:cubicBezTo>
                  <a:lnTo>
                    <a:pt x="87609" y="483957"/>
                  </a:lnTo>
                  <a:cubicBezTo>
                    <a:pt x="-17166" y="379182"/>
                    <a:pt x="-29549" y="210589"/>
                    <a:pt x="59034" y="102004"/>
                  </a:cubicBezTo>
                  <a:cubicBezTo>
                    <a:pt x="110469" y="40092"/>
                    <a:pt x="182859" y="3897"/>
                    <a:pt x="260964" y="87"/>
                  </a:cubicBezTo>
                  <a:lnTo>
                    <a:pt x="273346" y="87"/>
                  </a:lnTo>
                  <a:cubicBezTo>
                    <a:pt x="346689" y="87"/>
                    <a:pt x="418126" y="29614"/>
                    <a:pt x="470514" y="82002"/>
                  </a:cubicBezTo>
                  <a:cubicBezTo>
                    <a:pt x="480991" y="92479"/>
                    <a:pt x="497184" y="92479"/>
                    <a:pt x="506709" y="82002"/>
                  </a:cubicBezTo>
                  <a:cubicBezTo>
                    <a:pt x="561001" y="27709"/>
                    <a:pt x="637201" y="-1818"/>
                    <a:pt x="716259" y="87"/>
                  </a:cubicBezTo>
                  <a:cubicBezTo>
                    <a:pt x="795316" y="3897"/>
                    <a:pt x="866754" y="40092"/>
                    <a:pt x="918189" y="102004"/>
                  </a:cubicBezTo>
                  <a:cubicBezTo>
                    <a:pt x="1007724" y="211542"/>
                    <a:pt x="995341" y="379182"/>
                    <a:pt x="889614" y="483957"/>
                  </a:cubicBezTo>
                  <a:lnTo>
                    <a:pt x="509566" y="864004"/>
                  </a:lnTo>
                  <a:cubicBezTo>
                    <a:pt x="504804" y="869719"/>
                    <a:pt x="497184" y="872577"/>
                    <a:pt x="489564" y="872577"/>
                  </a:cubicBezTo>
                  <a:close/>
                  <a:moveTo>
                    <a:pt x="261916" y="33424"/>
                  </a:moveTo>
                  <a:cubicBezTo>
                    <a:pt x="193336" y="36282"/>
                    <a:pt x="130471" y="68667"/>
                    <a:pt x="84751" y="122959"/>
                  </a:cubicBezTo>
                  <a:cubicBezTo>
                    <a:pt x="6646" y="219162"/>
                    <a:pt x="18076" y="366799"/>
                    <a:pt x="111421" y="460144"/>
                  </a:cubicBezTo>
                  <a:lnTo>
                    <a:pt x="489564" y="838287"/>
                  </a:lnTo>
                  <a:lnTo>
                    <a:pt x="867706" y="460144"/>
                  </a:lnTo>
                  <a:cubicBezTo>
                    <a:pt x="961051" y="366799"/>
                    <a:pt x="972481" y="219162"/>
                    <a:pt x="893424" y="122959"/>
                  </a:cubicBezTo>
                  <a:cubicBezTo>
                    <a:pt x="847704" y="68667"/>
                    <a:pt x="784839" y="37234"/>
                    <a:pt x="715306" y="33424"/>
                  </a:cubicBezTo>
                  <a:cubicBezTo>
                    <a:pt x="645774" y="31519"/>
                    <a:pt x="579099" y="57237"/>
                    <a:pt x="530521" y="104862"/>
                  </a:cubicBezTo>
                  <a:cubicBezTo>
                    <a:pt x="507661" y="127722"/>
                    <a:pt x="469561" y="127722"/>
                    <a:pt x="446701" y="104862"/>
                  </a:cubicBezTo>
                  <a:cubicBezTo>
                    <a:pt x="400981" y="59142"/>
                    <a:pt x="338116" y="33424"/>
                    <a:pt x="273346" y="33424"/>
                  </a:cubicBezTo>
                  <a:lnTo>
                    <a:pt x="261916" y="33424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ED99DB0E-AD7D-0E2F-7FC8-D7DF0F926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460934" y="5481877"/>
            <a:ext cx="372129" cy="406285"/>
            <a:chOff x="9446584" y="5459814"/>
            <a:chExt cx="984365" cy="1074715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C5EFC542-1B63-21B3-C6FA-FE13A0BE624F}"/>
                </a:ext>
              </a:extLst>
            </p:cNvPr>
            <p:cNvGrpSpPr/>
            <p:nvPr/>
          </p:nvGrpSpPr>
          <p:grpSpPr>
            <a:xfrm>
              <a:off x="9596465" y="5459814"/>
              <a:ext cx="707252" cy="706415"/>
              <a:chOff x="9596465" y="5459814"/>
              <a:chExt cx="707252" cy="706415"/>
            </a:xfrm>
          </p:grpSpPr>
          <p:sp>
            <p:nvSpPr>
              <p:cNvPr id="40" name="Freeform 39">
                <a:extLst>
                  <a:ext uri="{FF2B5EF4-FFF2-40B4-BE49-F238E27FC236}">
                    <a16:creationId xmlns:a16="http://schemas.microsoft.com/office/drawing/2014/main" id="{6CB27E12-5684-511C-C261-C771642C1EC6}"/>
                  </a:ext>
                </a:extLst>
              </p:cNvPr>
              <p:cNvSpPr/>
              <p:nvPr/>
            </p:nvSpPr>
            <p:spPr>
              <a:xfrm>
                <a:off x="9596465" y="5459814"/>
                <a:ext cx="234484" cy="233485"/>
              </a:xfrm>
              <a:custGeom>
                <a:avLst/>
                <a:gdLst>
                  <a:gd name="connsiteX0" fmla="*/ 94536 w 234484"/>
                  <a:gd name="connsiteY0" fmla="*/ 233485 h 233485"/>
                  <a:gd name="connsiteX1" fmla="*/ 92862 w 234484"/>
                  <a:gd name="connsiteY1" fmla="*/ 233485 h 233485"/>
                  <a:gd name="connsiteX2" fmla="*/ 79469 w 234484"/>
                  <a:gd name="connsiteY2" fmla="*/ 225952 h 233485"/>
                  <a:gd name="connsiteX3" fmla="*/ 3298 w 234484"/>
                  <a:gd name="connsiteY3" fmla="*/ 118810 h 233485"/>
                  <a:gd name="connsiteX4" fmla="*/ 4972 w 234484"/>
                  <a:gd name="connsiteY4" fmla="*/ 96210 h 233485"/>
                  <a:gd name="connsiteX5" fmla="*/ 97047 w 234484"/>
                  <a:gd name="connsiteY5" fmla="*/ 4972 h 233485"/>
                  <a:gd name="connsiteX6" fmla="*/ 119647 w 234484"/>
                  <a:gd name="connsiteY6" fmla="*/ 3298 h 233485"/>
                  <a:gd name="connsiteX7" fmla="*/ 226789 w 234484"/>
                  <a:gd name="connsiteY7" fmla="*/ 79469 h 233485"/>
                  <a:gd name="connsiteX8" fmla="*/ 234322 w 234484"/>
                  <a:gd name="connsiteY8" fmla="*/ 92862 h 233485"/>
                  <a:gd name="connsiteX9" fmla="*/ 229300 w 234484"/>
                  <a:gd name="connsiteY9" fmla="*/ 107091 h 233485"/>
                  <a:gd name="connsiteX10" fmla="*/ 107091 w 234484"/>
                  <a:gd name="connsiteY10" fmla="*/ 228463 h 233485"/>
                  <a:gd name="connsiteX11" fmla="*/ 94536 w 234484"/>
                  <a:gd name="connsiteY11" fmla="*/ 233485 h 233485"/>
                  <a:gd name="connsiteX12" fmla="*/ 40965 w 234484"/>
                  <a:gd name="connsiteY12" fmla="*/ 110440 h 233485"/>
                  <a:gd name="connsiteX13" fmla="*/ 96210 w 234484"/>
                  <a:gd name="connsiteY13" fmla="*/ 187448 h 233485"/>
                  <a:gd name="connsiteX14" fmla="*/ 188285 w 234484"/>
                  <a:gd name="connsiteY14" fmla="*/ 95373 h 233485"/>
                  <a:gd name="connsiteX15" fmla="*/ 111277 w 234484"/>
                  <a:gd name="connsiteY15" fmla="*/ 40128 h 233485"/>
                  <a:gd name="connsiteX16" fmla="*/ 40965 w 234484"/>
                  <a:gd name="connsiteY16" fmla="*/ 110440 h 233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34484" h="233485">
                    <a:moveTo>
                      <a:pt x="94536" y="233485"/>
                    </a:moveTo>
                    <a:cubicBezTo>
                      <a:pt x="93699" y="233485"/>
                      <a:pt x="93699" y="233485"/>
                      <a:pt x="92862" y="233485"/>
                    </a:cubicBezTo>
                    <a:cubicBezTo>
                      <a:pt x="87839" y="232648"/>
                      <a:pt x="82817" y="230137"/>
                      <a:pt x="79469" y="225952"/>
                    </a:cubicBezTo>
                    <a:lnTo>
                      <a:pt x="3298" y="118810"/>
                    </a:lnTo>
                    <a:cubicBezTo>
                      <a:pt x="-1725" y="112114"/>
                      <a:pt x="-888" y="102069"/>
                      <a:pt x="4972" y="96210"/>
                    </a:cubicBezTo>
                    <a:lnTo>
                      <a:pt x="97047" y="4972"/>
                    </a:lnTo>
                    <a:cubicBezTo>
                      <a:pt x="102906" y="-888"/>
                      <a:pt x="112951" y="-1725"/>
                      <a:pt x="119647" y="3298"/>
                    </a:cubicBezTo>
                    <a:lnTo>
                      <a:pt x="226789" y="79469"/>
                    </a:lnTo>
                    <a:cubicBezTo>
                      <a:pt x="230974" y="82817"/>
                      <a:pt x="233485" y="87002"/>
                      <a:pt x="234322" y="92862"/>
                    </a:cubicBezTo>
                    <a:cubicBezTo>
                      <a:pt x="235159" y="97884"/>
                      <a:pt x="232648" y="102906"/>
                      <a:pt x="229300" y="107091"/>
                    </a:cubicBezTo>
                    <a:lnTo>
                      <a:pt x="107091" y="228463"/>
                    </a:lnTo>
                    <a:cubicBezTo>
                      <a:pt x="103743" y="231811"/>
                      <a:pt x="98721" y="233485"/>
                      <a:pt x="94536" y="233485"/>
                    </a:cubicBezTo>
                    <a:close/>
                    <a:moveTo>
                      <a:pt x="40965" y="110440"/>
                    </a:moveTo>
                    <a:lnTo>
                      <a:pt x="96210" y="187448"/>
                    </a:lnTo>
                    <a:lnTo>
                      <a:pt x="188285" y="95373"/>
                    </a:lnTo>
                    <a:lnTo>
                      <a:pt x="111277" y="40128"/>
                    </a:lnTo>
                    <a:lnTo>
                      <a:pt x="40965" y="110440"/>
                    </a:lnTo>
                    <a:close/>
                  </a:path>
                </a:pathLst>
              </a:custGeom>
              <a:solidFill>
                <a:srgbClr val="7A003C"/>
              </a:solidFill>
              <a:ln w="837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1" name="Freeform 40">
                <a:extLst>
                  <a:ext uri="{FF2B5EF4-FFF2-40B4-BE49-F238E27FC236}">
                    <a16:creationId xmlns:a16="http://schemas.microsoft.com/office/drawing/2014/main" id="{5A9954E3-61AC-1DBA-18FD-24745B406B74}"/>
                  </a:ext>
                </a:extLst>
              </p:cNvPr>
              <p:cNvSpPr/>
              <p:nvPr/>
            </p:nvSpPr>
            <p:spPr>
              <a:xfrm>
                <a:off x="10085249" y="5947761"/>
                <a:ext cx="218468" cy="218468"/>
              </a:xfrm>
              <a:custGeom>
                <a:avLst/>
                <a:gdLst>
                  <a:gd name="connsiteX0" fmla="*/ 108816 w 218468"/>
                  <a:gd name="connsiteY0" fmla="*/ 218469 h 218468"/>
                  <a:gd name="connsiteX1" fmla="*/ 96260 w 218468"/>
                  <a:gd name="connsiteY1" fmla="*/ 213447 h 218468"/>
                  <a:gd name="connsiteX2" fmla="*/ 5022 w 218468"/>
                  <a:gd name="connsiteY2" fmla="*/ 121372 h 218468"/>
                  <a:gd name="connsiteX3" fmla="*/ 0 w 218468"/>
                  <a:gd name="connsiteY3" fmla="*/ 108816 h 218468"/>
                  <a:gd name="connsiteX4" fmla="*/ 5022 w 218468"/>
                  <a:gd name="connsiteY4" fmla="*/ 96260 h 218468"/>
                  <a:gd name="connsiteX5" fmla="*/ 96260 w 218468"/>
                  <a:gd name="connsiteY5" fmla="*/ 5022 h 218468"/>
                  <a:gd name="connsiteX6" fmla="*/ 121372 w 218468"/>
                  <a:gd name="connsiteY6" fmla="*/ 5022 h 218468"/>
                  <a:gd name="connsiteX7" fmla="*/ 213447 w 218468"/>
                  <a:gd name="connsiteY7" fmla="*/ 96260 h 218468"/>
                  <a:gd name="connsiteX8" fmla="*/ 218469 w 218468"/>
                  <a:gd name="connsiteY8" fmla="*/ 108816 h 218468"/>
                  <a:gd name="connsiteX9" fmla="*/ 213447 w 218468"/>
                  <a:gd name="connsiteY9" fmla="*/ 121372 h 218468"/>
                  <a:gd name="connsiteX10" fmla="*/ 121372 w 218468"/>
                  <a:gd name="connsiteY10" fmla="*/ 213447 h 218468"/>
                  <a:gd name="connsiteX11" fmla="*/ 108816 w 218468"/>
                  <a:gd name="connsiteY11" fmla="*/ 218469 h 218468"/>
                  <a:gd name="connsiteX12" fmla="*/ 42689 w 218468"/>
                  <a:gd name="connsiteY12" fmla="*/ 108816 h 218468"/>
                  <a:gd name="connsiteX13" fmla="*/ 108816 w 218468"/>
                  <a:gd name="connsiteY13" fmla="*/ 174942 h 218468"/>
                  <a:gd name="connsiteX14" fmla="*/ 174943 w 218468"/>
                  <a:gd name="connsiteY14" fmla="*/ 108816 h 218468"/>
                  <a:gd name="connsiteX15" fmla="*/ 108816 w 218468"/>
                  <a:gd name="connsiteY15" fmla="*/ 42689 h 218468"/>
                  <a:gd name="connsiteX16" fmla="*/ 42689 w 218468"/>
                  <a:gd name="connsiteY16" fmla="*/ 108816 h 2184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18468" h="218468">
                    <a:moveTo>
                      <a:pt x="108816" y="218469"/>
                    </a:moveTo>
                    <a:cubicBezTo>
                      <a:pt x="104631" y="218469"/>
                      <a:pt x="99608" y="216795"/>
                      <a:pt x="96260" y="213447"/>
                    </a:cubicBezTo>
                    <a:lnTo>
                      <a:pt x="5022" y="121372"/>
                    </a:lnTo>
                    <a:cubicBezTo>
                      <a:pt x="1674" y="118023"/>
                      <a:pt x="0" y="113838"/>
                      <a:pt x="0" y="108816"/>
                    </a:cubicBezTo>
                    <a:cubicBezTo>
                      <a:pt x="0" y="103794"/>
                      <a:pt x="1674" y="99608"/>
                      <a:pt x="5022" y="96260"/>
                    </a:cubicBezTo>
                    <a:lnTo>
                      <a:pt x="96260" y="5022"/>
                    </a:lnTo>
                    <a:cubicBezTo>
                      <a:pt x="102957" y="-1674"/>
                      <a:pt x="114675" y="-1674"/>
                      <a:pt x="121372" y="5022"/>
                    </a:cubicBezTo>
                    <a:lnTo>
                      <a:pt x="213447" y="96260"/>
                    </a:lnTo>
                    <a:cubicBezTo>
                      <a:pt x="216795" y="99608"/>
                      <a:pt x="218469" y="103794"/>
                      <a:pt x="218469" y="108816"/>
                    </a:cubicBezTo>
                    <a:cubicBezTo>
                      <a:pt x="218469" y="113838"/>
                      <a:pt x="216795" y="118023"/>
                      <a:pt x="213447" y="121372"/>
                    </a:cubicBezTo>
                    <a:lnTo>
                      <a:pt x="121372" y="213447"/>
                    </a:lnTo>
                    <a:cubicBezTo>
                      <a:pt x="118023" y="216795"/>
                      <a:pt x="113838" y="218469"/>
                      <a:pt x="108816" y="218469"/>
                    </a:cubicBezTo>
                    <a:close/>
                    <a:moveTo>
                      <a:pt x="42689" y="108816"/>
                    </a:moveTo>
                    <a:lnTo>
                      <a:pt x="108816" y="174942"/>
                    </a:lnTo>
                    <a:lnTo>
                      <a:pt x="174943" y="108816"/>
                    </a:lnTo>
                    <a:lnTo>
                      <a:pt x="108816" y="42689"/>
                    </a:lnTo>
                    <a:lnTo>
                      <a:pt x="42689" y="108816"/>
                    </a:lnTo>
                    <a:close/>
                  </a:path>
                </a:pathLst>
              </a:custGeom>
              <a:solidFill>
                <a:srgbClr val="7A003C"/>
              </a:solidFill>
              <a:ln w="837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37" name="Graphic 102">
              <a:extLst>
                <a:ext uri="{FF2B5EF4-FFF2-40B4-BE49-F238E27FC236}">
                  <a16:creationId xmlns:a16="http://schemas.microsoft.com/office/drawing/2014/main" id="{25195CC2-F02F-955C-6361-89FADB668229}"/>
                </a:ext>
              </a:extLst>
            </p:cNvPr>
            <p:cNvGrpSpPr/>
            <p:nvPr/>
          </p:nvGrpSpPr>
          <p:grpSpPr>
            <a:xfrm>
              <a:off x="9446584" y="5523379"/>
              <a:ext cx="984365" cy="1011150"/>
              <a:chOff x="9446584" y="5523379"/>
              <a:chExt cx="984365" cy="1011150"/>
            </a:xfrm>
            <a:solidFill>
              <a:srgbClr val="000000"/>
            </a:solidFill>
          </p:grpSpPr>
          <p:sp>
            <p:nvSpPr>
              <p:cNvPr id="38" name="Freeform 37">
                <a:extLst>
                  <a:ext uri="{FF2B5EF4-FFF2-40B4-BE49-F238E27FC236}">
                    <a16:creationId xmlns:a16="http://schemas.microsoft.com/office/drawing/2014/main" id="{F9AB1C3C-0175-6841-D6B6-D00FB04B6ABF}"/>
                  </a:ext>
                </a:extLst>
              </p:cNvPr>
              <p:cNvSpPr/>
              <p:nvPr/>
            </p:nvSpPr>
            <p:spPr>
              <a:xfrm>
                <a:off x="9861758" y="6350380"/>
                <a:ext cx="65289" cy="65289"/>
              </a:xfrm>
              <a:custGeom>
                <a:avLst/>
                <a:gdLst>
                  <a:gd name="connsiteX0" fmla="*/ 65290 w 65289"/>
                  <a:gd name="connsiteY0" fmla="*/ 32645 h 65289"/>
                  <a:gd name="connsiteX1" fmla="*/ 32645 w 65289"/>
                  <a:gd name="connsiteY1" fmla="*/ 65290 h 65289"/>
                  <a:gd name="connsiteX2" fmla="*/ 0 w 65289"/>
                  <a:gd name="connsiteY2" fmla="*/ 32645 h 65289"/>
                  <a:gd name="connsiteX3" fmla="*/ 32645 w 65289"/>
                  <a:gd name="connsiteY3" fmla="*/ 0 h 65289"/>
                  <a:gd name="connsiteX4" fmla="*/ 65290 w 65289"/>
                  <a:gd name="connsiteY4" fmla="*/ 32645 h 652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5289" h="65289">
                    <a:moveTo>
                      <a:pt x="65290" y="32645"/>
                    </a:moveTo>
                    <a:cubicBezTo>
                      <a:pt x="65290" y="50223"/>
                      <a:pt x="51060" y="65290"/>
                      <a:pt x="32645" y="65290"/>
                    </a:cubicBezTo>
                    <a:cubicBezTo>
                      <a:pt x="15067" y="65290"/>
                      <a:pt x="0" y="51060"/>
                      <a:pt x="0" y="32645"/>
                    </a:cubicBezTo>
                    <a:cubicBezTo>
                      <a:pt x="0" y="15067"/>
                      <a:pt x="14230" y="0"/>
                      <a:pt x="32645" y="0"/>
                    </a:cubicBezTo>
                    <a:cubicBezTo>
                      <a:pt x="51060" y="0"/>
                      <a:pt x="65290" y="15067"/>
                      <a:pt x="65290" y="32645"/>
                    </a:cubicBezTo>
                    <a:close/>
                  </a:path>
                </a:pathLst>
              </a:custGeom>
              <a:solidFill>
                <a:srgbClr val="000000"/>
              </a:solidFill>
              <a:ln w="837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9" name="Freeform 38">
                <a:extLst>
                  <a:ext uri="{FF2B5EF4-FFF2-40B4-BE49-F238E27FC236}">
                    <a16:creationId xmlns:a16="http://schemas.microsoft.com/office/drawing/2014/main" id="{088AFCFA-F290-98F5-E99C-08FA3BA9D58B}"/>
                  </a:ext>
                </a:extLst>
              </p:cNvPr>
              <p:cNvSpPr/>
              <p:nvPr/>
            </p:nvSpPr>
            <p:spPr>
              <a:xfrm>
                <a:off x="9446584" y="5523379"/>
                <a:ext cx="984365" cy="1011150"/>
              </a:xfrm>
              <a:custGeom>
                <a:avLst/>
                <a:gdLst>
                  <a:gd name="connsiteX0" fmla="*/ 965950 w 984365"/>
                  <a:gd name="connsiteY0" fmla="*/ 712326 h 1011150"/>
                  <a:gd name="connsiteX1" fmla="*/ 836208 w 984365"/>
                  <a:gd name="connsiteY1" fmla="*/ 712326 h 1011150"/>
                  <a:gd name="connsiteX2" fmla="*/ 750830 w 984365"/>
                  <a:gd name="connsiteY2" fmla="*/ 712326 h 1011150"/>
                  <a:gd name="connsiteX3" fmla="*/ 534872 w 984365"/>
                  <a:gd name="connsiteY3" fmla="*/ 712326 h 1011150"/>
                  <a:gd name="connsiteX4" fmla="*/ 363278 w 984365"/>
                  <a:gd name="connsiteY4" fmla="*/ 712326 h 1011150"/>
                  <a:gd name="connsiteX5" fmla="*/ 362441 w 984365"/>
                  <a:gd name="connsiteY5" fmla="*/ 712326 h 1011150"/>
                  <a:gd name="connsiteX6" fmla="*/ 298825 w 984365"/>
                  <a:gd name="connsiteY6" fmla="*/ 712326 h 1011150"/>
                  <a:gd name="connsiteX7" fmla="*/ 165735 w 984365"/>
                  <a:gd name="connsiteY7" fmla="*/ 579235 h 1011150"/>
                  <a:gd name="connsiteX8" fmla="*/ 298825 w 984365"/>
                  <a:gd name="connsiteY8" fmla="*/ 446145 h 1011150"/>
                  <a:gd name="connsiteX9" fmla="*/ 333144 w 984365"/>
                  <a:gd name="connsiteY9" fmla="*/ 446145 h 1011150"/>
                  <a:gd name="connsiteX10" fmla="*/ 427730 w 984365"/>
                  <a:gd name="connsiteY10" fmla="*/ 489672 h 1011150"/>
                  <a:gd name="connsiteX11" fmla="*/ 482975 w 984365"/>
                  <a:gd name="connsiteY11" fmla="*/ 476279 h 1011150"/>
                  <a:gd name="connsiteX12" fmla="*/ 567517 w 984365"/>
                  <a:gd name="connsiteY12" fmla="*/ 560820 h 1011150"/>
                  <a:gd name="connsiteX13" fmla="*/ 610206 w 984365"/>
                  <a:gd name="connsiteY13" fmla="*/ 578398 h 1011150"/>
                  <a:gd name="connsiteX14" fmla="*/ 652895 w 984365"/>
                  <a:gd name="connsiteY14" fmla="*/ 560820 h 1011150"/>
                  <a:gd name="connsiteX15" fmla="*/ 775104 w 984365"/>
                  <a:gd name="connsiteY15" fmla="*/ 438612 h 1011150"/>
                  <a:gd name="connsiteX16" fmla="*/ 792682 w 984365"/>
                  <a:gd name="connsiteY16" fmla="*/ 395923 h 1011150"/>
                  <a:gd name="connsiteX17" fmla="*/ 775104 w 984365"/>
                  <a:gd name="connsiteY17" fmla="*/ 353233 h 1011150"/>
                  <a:gd name="connsiteX18" fmla="*/ 440286 w 984365"/>
                  <a:gd name="connsiteY18" fmla="*/ 17578 h 1011150"/>
                  <a:gd name="connsiteX19" fmla="*/ 354070 w 984365"/>
                  <a:gd name="connsiteY19" fmla="*/ 17578 h 1011150"/>
                  <a:gd name="connsiteX20" fmla="*/ 231862 w 984365"/>
                  <a:gd name="connsiteY20" fmla="*/ 139787 h 1011150"/>
                  <a:gd name="connsiteX21" fmla="*/ 231862 w 984365"/>
                  <a:gd name="connsiteY21" fmla="*/ 226002 h 1011150"/>
                  <a:gd name="connsiteX22" fmla="*/ 287944 w 984365"/>
                  <a:gd name="connsiteY22" fmla="*/ 282084 h 1011150"/>
                  <a:gd name="connsiteX23" fmla="*/ 0 w 984365"/>
                  <a:gd name="connsiteY23" fmla="*/ 579235 h 1011150"/>
                  <a:gd name="connsiteX24" fmla="*/ 295477 w 984365"/>
                  <a:gd name="connsiteY24" fmla="*/ 877224 h 1011150"/>
                  <a:gd name="connsiteX25" fmla="*/ 262832 w 984365"/>
                  <a:gd name="connsiteY25" fmla="*/ 975995 h 1011150"/>
                  <a:gd name="connsiteX26" fmla="*/ 232699 w 984365"/>
                  <a:gd name="connsiteY26" fmla="*/ 975995 h 1011150"/>
                  <a:gd name="connsiteX27" fmla="*/ 215121 w 984365"/>
                  <a:gd name="connsiteY27" fmla="*/ 993573 h 1011150"/>
                  <a:gd name="connsiteX28" fmla="*/ 232699 w 984365"/>
                  <a:gd name="connsiteY28" fmla="*/ 1011151 h 1011150"/>
                  <a:gd name="connsiteX29" fmla="*/ 276225 w 984365"/>
                  <a:gd name="connsiteY29" fmla="*/ 1011151 h 1011150"/>
                  <a:gd name="connsiteX30" fmla="*/ 621088 w 984365"/>
                  <a:gd name="connsiteY30" fmla="*/ 1011151 h 1011150"/>
                  <a:gd name="connsiteX31" fmla="*/ 664614 w 984365"/>
                  <a:gd name="connsiteY31" fmla="*/ 1011151 h 1011150"/>
                  <a:gd name="connsiteX32" fmla="*/ 682192 w 984365"/>
                  <a:gd name="connsiteY32" fmla="*/ 993573 h 1011150"/>
                  <a:gd name="connsiteX33" fmla="*/ 664614 w 984365"/>
                  <a:gd name="connsiteY33" fmla="*/ 975995 h 1011150"/>
                  <a:gd name="connsiteX34" fmla="*/ 634480 w 984365"/>
                  <a:gd name="connsiteY34" fmla="*/ 975995 h 1011150"/>
                  <a:gd name="connsiteX35" fmla="*/ 602673 w 984365"/>
                  <a:gd name="connsiteY35" fmla="*/ 878061 h 1011150"/>
                  <a:gd name="connsiteX36" fmla="*/ 708141 w 984365"/>
                  <a:gd name="connsiteY36" fmla="*/ 878061 h 1011150"/>
                  <a:gd name="connsiteX37" fmla="*/ 853786 w 984365"/>
                  <a:gd name="connsiteY37" fmla="*/ 748319 h 1011150"/>
                  <a:gd name="connsiteX38" fmla="*/ 966788 w 984365"/>
                  <a:gd name="connsiteY38" fmla="*/ 748319 h 1011150"/>
                  <a:gd name="connsiteX39" fmla="*/ 984366 w 984365"/>
                  <a:gd name="connsiteY39" fmla="*/ 730741 h 1011150"/>
                  <a:gd name="connsiteX40" fmla="*/ 965950 w 984365"/>
                  <a:gd name="connsiteY40" fmla="*/ 712326 h 1011150"/>
                  <a:gd name="connsiteX41" fmla="*/ 358255 w 984365"/>
                  <a:gd name="connsiteY41" fmla="*/ 421871 h 1011150"/>
                  <a:gd name="connsiteX42" fmla="*/ 352396 w 984365"/>
                  <a:gd name="connsiteY42" fmla="*/ 413500 h 1011150"/>
                  <a:gd name="connsiteX43" fmla="*/ 337329 w 984365"/>
                  <a:gd name="connsiteY43" fmla="*/ 363278 h 1011150"/>
                  <a:gd name="connsiteX44" fmla="*/ 352396 w 984365"/>
                  <a:gd name="connsiteY44" fmla="*/ 313055 h 1011150"/>
                  <a:gd name="connsiteX45" fmla="*/ 358255 w 984365"/>
                  <a:gd name="connsiteY45" fmla="*/ 304685 h 1011150"/>
                  <a:gd name="connsiteX46" fmla="*/ 426893 w 984365"/>
                  <a:gd name="connsiteY46" fmla="*/ 272877 h 1011150"/>
                  <a:gd name="connsiteX47" fmla="*/ 517294 w 984365"/>
                  <a:gd name="connsiteY47" fmla="*/ 363278 h 1011150"/>
                  <a:gd name="connsiteX48" fmla="*/ 477116 w 984365"/>
                  <a:gd name="connsiteY48" fmla="*/ 438612 h 1011150"/>
                  <a:gd name="connsiteX49" fmla="*/ 475442 w 984365"/>
                  <a:gd name="connsiteY49" fmla="*/ 439449 h 1011150"/>
                  <a:gd name="connsiteX50" fmla="*/ 426893 w 984365"/>
                  <a:gd name="connsiteY50" fmla="*/ 453679 h 1011150"/>
                  <a:gd name="connsiteX51" fmla="*/ 358255 w 984365"/>
                  <a:gd name="connsiteY51" fmla="*/ 421871 h 1011150"/>
                  <a:gd name="connsiteX52" fmla="*/ 256973 w 984365"/>
                  <a:gd name="connsiteY52" fmla="*/ 164898 h 1011150"/>
                  <a:gd name="connsiteX53" fmla="*/ 379182 w 984365"/>
                  <a:gd name="connsiteY53" fmla="*/ 42689 h 1011150"/>
                  <a:gd name="connsiteX54" fmla="*/ 415175 w 984365"/>
                  <a:gd name="connsiteY54" fmla="*/ 42689 h 1011150"/>
                  <a:gd name="connsiteX55" fmla="*/ 750830 w 984365"/>
                  <a:gd name="connsiteY55" fmla="*/ 378345 h 1011150"/>
                  <a:gd name="connsiteX56" fmla="*/ 758363 w 984365"/>
                  <a:gd name="connsiteY56" fmla="*/ 395923 h 1011150"/>
                  <a:gd name="connsiteX57" fmla="*/ 750830 w 984365"/>
                  <a:gd name="connsiteY57" fmla="*/ 413500 h 1011150"/>
                  <a:gd name="connsiteX58" fmla="*/ 628621 w 984365"/>
                  <a:gd name="connsiteY58" fmla="*/ 535709 h 1011150"/>
                  <a:gd name="connsiteX59" fmla="*/ 592628 w 984365"/>
                  <a:gd name="connsiteY59" fmla="*/ 535709 h 1011150"/>
                  <a:gd name="connsiteX60" fmla="*/ 512272 w 984365"/>
                  <a:gd name="connsiteY60" fmla="*/ 455353 h 1011150"/>
                  <a:gd name="connsiteX61" fmla="*/ 552450 w 984365"/>
                  <a:gd name="connsiteY61" fmla="*/ 363278 h 1011150"/>
                  <a:gd name="connsiteX62" fmla="*/ 426893 w 984365"/>
                  <a:gd name="connsiteY62" fmla="*/ 237721 h 1011150"/>
                  <a:gd name="connsiteX63" fmla="*/ 334818 w 984365"/>
                  <a:gd name="connsiteY63" fmla="*/ 277899 h 1011150"/>
                  <a:gd name="connsiteX64" fmla="*/ 256973 w 984365"/>
                  <a:gd name="connsiteY64" fmla="*/ 200054 h 1011150"/>
                  <a:gd name="connsiteX65" fmla="*/ 256973 w 984365"/>
                  <a:gd name="connsiteY65" fmla="*/ 164898 h 1011150"/>
                  <a:gd name="connsiteX66" fmla="*/ 297988 w 984365"/>
                  <a:gd name="connsiteY66" fmla="*/ 842068 h 1011150"/>
                  <a:gd name="connsiteX67" fmla="*/ 35156 w 984365"/>
                  <a:gd name="connsiteY67" fmla="*/ 579235 h 1011150"/>
                  <a:gd name="connsiteX68" fmla="*/ 297988 w 984365"/>
                  <a:gd name="connsiteY68" fmla="*/ 316403 h 1011150"/>
                  <a:gd name="connsiteX69" fmla="*/ 310544 w 984365"/>
                  <a:gd name="connsiteY69" fmla="*/ 316403 h 1011150"/>
                  <a:gd name="connsiteX70" fmla="*/ 301336 w 984365"/>
                  <a:gd name="connsiteY70" fmla="*/ 363278 h 1011150"/>
                  <a:gd name="connsiteX71" fmla="*/ 310544 w 984365"/>
                  <a:gd name="connsiteY71" fmla="*/ 410152 h 1011150"/>
                  <a:gd name="connsiteX72" fmla="*/ 297988 w 984365"/>
                  <a:gd name="connsiteY72" fmla="*/ 410152 h 1011150"/>
                  <a:gd name="connsiteX73" fmla="*/ 128905 w 984365"/>
                  <a:gd name="connsiteY73" fmla="*/ 579235 h 1011150"/>
                  <a:gd name="connsiteX74" fmla="*/ 297988 w 984365"/>
                  <a:gd name="connsiteY74" fmla="*/ 748319 h 1011150"/>
                  <a:gd name="connsiteX75" fmla="*/ 337329 w 984365"/>
                  <a:gd name="connsiteY75" fmla="*/ 748319 h 1011150"/>
                  <a:gd name="connsiteX76" fmla="*/ 307196 w 984365"/>
                  <a:gd name="connsiteY76" fmla="*/ 842068 h 1011150"/>
                  <a:gd name="connsiteX77" fmla="*/ 297988 w 984365"/>
                  <a:gd name="connsiteY77" fmla="*/ 842068 h 1011150"/>
                  <a:gd name="connsiteX78" fmla="*/ 300499 w 984365"/>
                  <a:gd name="connsiteY78" fmla="*/ 975995 h 1011150"/>
                  <a:gd name="connsiteX79" fmla="*/ 374996 w 984365"/>
                  <a:gd name="connsiteY79" fmla="*/ 748319 h 1011150"/>
                  <a:gd name="connsiteX80" fmla="*/ 521479 w 984365"/>
                  <a:gd name="connsiteY80" fmla="*/ 748319 h 1011150"/>
                  <a:gd name="connsiteX81" fmla="*/ 595976 w 984365"/>
                  <a:gd name="connsiteY81" fmla="*/ 975995 h 1011150"/>
                  <a:gd name="connsiteX82" fmla="*/ 300499 w 984365"/>
                  <a:gd name="connsiteY82" fmla="*/ 975995 h 1011150"/>
                  <a:gd name="connsiteX83" fmla="*/ 707303 w 984365"/>
                  <a:gd name="connsiteY83" fmla="*/ 842068 h 1011150"/>
                  <a:gd name="connsiteX84" fmla="*/ 590117 w 984365"/>
                  <a:gd name="connsiteY84" fmla="*/ 842068 h 1011150"/>
                  <a:gd name="connsiteX85" fmla="*/ 559146 w 984365"/>
                  <a:gd name="connsiteY85" fmla="*/ 748319 h 1011150"/>
                  <a:gd name="connsiteX86" fmla="*/ 749993 w 984365"/>
                  <a:gd name="connsiteY86" fmla="*/ 748319 h 1011150"/>
                  <a:gd name="connsiteX87" fmla="*/ 816956 w 984365"/>
                  <a:gd name="connsiteY87" fmla="*/ 748319 h 1011150"/>
                  <a:gd name="connsiteX88" fmla="*/ 707303 w 984365"/>
                  <a:gd name="connsiteY88" fmla="*/ 842068 h 1011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</a:cxnLst>
                <a:rect l="l" t="t" r="r" b="b"/>
                <a:pathLst>
                  <a:path w="984365" h="1011150">
                    <a:moveTo>
                      <a:pt x="965950" y="712326"/>
                    </a:moveTo>
                    <a:lnTo>
                      <a:pt x="836208" y="712326"/>
                    </a:lnTo>
                    <a:lnTo>
                      <a:pt x="750830" y="712326"/>
                    </a:lnTo>
                    <a:lnTo>
                      <a:pt x="534872" y="712326"/>
                    </a:lnTo>
                    <a:lnTo>
                      <a:pt x="363278" y="712326"/>
                    </a:lnTo>
                    <a:lnTo>
                      <a:pt x="362441" y="712326"/>
                    </a:lnTo>
                    <a:lnTo>
                      <a:pt x="298825" y="712326"/>
                    </a:lnTo>
                    <a:cubicBezTo>
                      <a:pt x="225165" y="712326"/>
                      <a:pt x="165735" y="652895"/>
                      <a:pt x="165735" y="579235"/>
                    </a:cubicBezTo>
                    <a:cubicBezTo>
                      <a:pt x="165735" y="505575"/>
                      <a:pt x="225165" y="446145"/>
                      <a:pt x="298825" y="446145"/>
                    </a:cubicBezTo>
                    <a:lnTo>
                      <a:pt x="333144" y="446145"/>
                    </a:lnTo>
                    <a:cubicBezTo>
                      <a:pt x="356581" y="472931"/>
                      <a:pt x="390063" y="489672"/>
                      <a:pt x="427730" y="489672"/>
                    </a:cubicBezTo>
                    <a:cubicBezTo>
                      <a:pt x="447819" y="489672"/>
                      <a:pt x="466234" y="484649"/>
                      <a:pt x="482975" y="476279"/>
                    </a:cubicBezTo>
                    <a:lnTo>
                      <a:pt x="567517" y="560820"/>
                    </a:lnTo>
                    <a:cubicBezTo>
                      <a:pt x="579236" y="572539"/>
                      <a:pt x="594302" y="578398"/>
                      <a:pt x="610206" y="578398"/>
                    </a:cubicBezTo>
                    <a:cubicBezTo>
                      <a:pt x="626110" y="578398"/>
                      <a:pt x="642014" y="571702"/>
                      <a:pt x="652895" y="560820"/>
                    </a:cubicBezTo>
                    <a:lnTo>
                      <a:pt x="775104" y="438612"/>
                    </a:lnTo>
                    <a:cubicBezTo>
                      <a:pt x="786823" y="426893"/>
                      <a:pt x="792682" y="411826"/>
                      <a:pt x="792682" y="395923"/>
                    </a:cubicBezTo>
                    <a:cubicBezTo>
                      <a:pt x="792682" y="380019"/>
                      <a:pt x="785986" y="364115"/>
                      <a:pt x="775104" y="353233"/>
                    </a:cubicBezTo>
                    <a:lnTo>
                      <a:pt x="440286" y="17578"/>
                    </a:lnTo>
                    <a:cubicBezTo>
                      <a:pt x="416849" y="-5859"/>
                      <a:pt x="377508" y="-5859"/>
                      <a:pt x="354070" y="17578"/>
                    </a:cubicBezTo>
                    <a:lnTo>
                      <a:pt x="231862" y="139787"/>
                    </a:lnTo>
                    <a:cubicBezTo>
                      <a:pt x="208424" y="163224"/>
                      <a:pt x="208424" y="202565"/>
                      <a:pt x="231862" y="226002"/>
                    </a:cubicBezTo>
                    <a:lnTo>
                      <a:pt x="287944" y="282084"/>
                    </a:lnTo>
                    <a:cubicBezTo>
                      <a:pt x="128068" y="287107"/>
                      <a:pt x="0" y="418523"/>
                      <a:pt x="0" y="579235"/>
                    </a:cubicBezTo>
                    <a:cubicBezTo>
                      <a:pt x="0" y="742459"/>
                      <a:pt x="132253" y="875550"/>
                      <a:pt x="295477" y="877224"/>
                    </a:cubicBezTo>
                    <a:lnTo>
                      <a:pt x="262832" y="975995"/>
                    </a:lnTo>
                    <a:lnTo>
                      <a:pt x="232699" y="975995"/>
                    </a:lnTo>
                    <a:cubicBezTo>
                      <a:pt x="222654" y="975995"/>
                      <a:pt x="215121" y="984365"/>
                      <a:pt x="215121" y="993573"/>
                    </a:cubicBezTo>
                    <a:cubicBezTo>
                      <a:pt x="215121" y="1002780"/>
                      <a:pt x="223491" y="1011151"/>
                      <a:pt x="232699" y="1011151"/>
                    </a:cubicBezTo>
                    <a:lnTo>
                      <a:pt x="276225" y="1011151"/>
                    </a:lnTo>
                    <a:lnTo>
                      <a:pt x="621088" y="1011151"/>
                    </a:lnTo>
                    <a:lnTo>
                      <a:pt x="664614" y="1011151"/>
                    </a:lnTo>
                    <a:cubicBezTo>
                      <a:pt x="674659" y="1011151"/>
                      <a:pt x="682192" y="1002780"/>
                      <a:pt x="682192" y="993573"/>
                    </a:cubicBezTo>
                    <a:cubicBezTo>
                      <a:pt x="682192" y="984365"/>
                      <a:pt x="673822" y="975995"/>
                      <a:pt x="664614" y="975995"/>
                    </a:cubicBezTo>
                    <a:lnTo>
                      <a:pt x="634480" y="975995"/>
                    </a:lnTo>
                    <a:lnTo>
                      <a:pt x="602673" y="878061"/>
                    </a:lnTo>
                    <a:lnTo>
                      <a:pt x="708141" y="878061"/>
                    </a:lnTo>
                    <a:cubicBezTo>
                      <a:pt x="783475" y="878061"/>
                      <a:pt x="845416" y="821142"/>
                      <a:pt x="853786" y="748319"/>
                    </a:cubicBezTo>
                    <a:lnTo>
                      <a:pt x="966788" y="748319"/>
                    </a:lnTo>
                    <a:cubicBezTo>
                      <a:pt x="976832" y="748319"/>
                      <a:pt x="984366" y="739948"/>
                      <a:pt x="984366" y="730741"/>
                    </a:cubicBezTo>
                    <a:cubicBezTo>
                      <a:pt x="984366" y="721533"/>
                      <a:pt x="975995" y="712326"/>
                      <a:pt x="965950" y="712326"/>
                    </a:cubicBezTo>
                    <a:close/>
                    <a:moveTo>
                      <a:pt x="358255" y="421871"/>
                    </a:moveTo>
                    <a:cubicBezTo>
                      <a:pt x="357418" y="418523"/>
                      <a:pt x="354907" y="416012"/>
                      <a:pt x="352396" y="413500"/>
                    </a:cubicBezTo>
                    <a:cubicBezTo>
                      <a:pt x="342352" y="399271"/>
                      <a:pt x="337329" y="381693"/>
                      <a:pt x="337329" y="363278"/>
                    </a:cubicBezTo>
                    <a:cubicBezTo>
                      <a:pt x="337329" y="344863"/>
                      <a:pt x="343189" y="327285"/>
                      <a:pt x="352396" y="313055"/>
                    </a:cubicBezTo>
                    <a:cubicBezTo>
                      <a:pt x="354907" y="311381"/>
                      <a:pt x="357418" y="308033"/>
                      <a:pt x="358255" y="304685"/>
                    </a:cubicBezTo>
                    <a:cubicBezTo>
                      <a:pt x="374996" y="285433"/>
                      <a:pt x="399271" y="272877"/>
                      <a:pt x="426893" y="272877"/>
                    </a:cubicBezTo>
                    <a:cubicBezTo>
                      <a:pt x="476279" y="272877"/>
                      <a:pt x="517294" y="313055"/>
                      <a:pt x="517294" y="363278"/>
                    </a:cubicBezTo>
                    <a:cubicBezTo>
                      <a:pt x="517294" y="394248"/>
                      <a:pt x="501390" y="421871"/>
                      <a:pt x="477116" y="438612"/>
                    </a:cubicBezTo>
                    <a:cubicBezTo>
                      <a:pt x="476279" y="438612"/>
                      <a:pt x="476279" y="439449"/>
                      <a:pt x="475442" y="439449"/>
                    </a:cubicBezTo>
                    <a:cubicBezTo>
                      <a:pt x="461212" y="448656"/>
                      <a:pt x="445308" y="453679"/>
                      <a:pt x="426893" y="453679"/>
                    </a:cubicBezTo>
                    <a:cubicBezTo>
                      <a:pt x="399271" y="453679"/>
                      <a:pt x="374996" y="441123"/>
                      <a:pt x="358255" y="421871"/>
                    </a:cubicBezTo>
                    <a:close/>
                    <a:moveTo>
                      <a:pt x="256973" y="164898"/>
                    </a:moveTo>
                    <a:lnTo>
                      <a:pt x="379182" y="42689"/>
                    </a:lnTo>
                    <a:cubicBezTo>
                      <a:pt x="389226" y="32645"/>
                      <a:pt x="405130" y="32645"/>
                      <a:pt x="415175" y="42689"/>
                    </a:cubicBezTo>
                    <a:lnTo>
                      <a:pt x="750830" y="378345"/>
                    </a:lnTo>
                    <a:cubicBezTo>
                      <a:pt x="755852" y="383367"/>
                      <a:pt x="758363" y="389226"/>
                      <a:pt x="758363" y="395923"/>
                    </a:cubicBezTo>
                    <a:cubicBezTo>
                      <a:pt x="758363" y="402619"/>
                      <a:pt x="755852" y="409315"/>
                      <a:pt x="750830" y="413500"/>
                    </a:cubicBezTo>
                    <a:lnTo>
                      <a:pt x="628621" y="535709"/>
                    </a:lnTo>
                    <a:cubicBezTo>
                      <a:pt x="619414" y="544917"/>
                      <a:pt x="602673" y="544917"/>
                      <a:pt x="592628" y="535709"/>
                    </a:cubicBezTo>
                    <a:lnTo>
                      <a:pt x="512272" y="455353"/>
                    </a:lnTo>
                    <a:cubicBezTo>
                      <a:pt x="537383" y="432753"/>
                      <a:pt x="552450" y="399271"/>
                      <a:pt x="552450" y="363278"/>
                    </a:cubicBezTo>
                    <a:cubicBezTo>
                      <a:pt x="552450" y="293803"/>
                      <a:pt x="496368" y="237721"/>
                      <a:pt x="426893" y="237721"/>
                    </a:cubicBezTo>
                    <a:cubicBezTo>
                      <a:pt x="390900" y="237721"/>
                      <a:pt x="357418" y="253625"/>
                      <a:pt x="334818" y="277899"/>
                    </a:cubicBezTo>
                    <a:lnTo>
                      <a:pt x="256973" y="200054"/>
                    </a:lnTo>
                    <a:cubicBezTo>
                      <a:pt x="246928" y="190846"/>
                      <a:pt x="246928" y="174105"/>
                      <a:pt x="256973" y="164898"/>
                    </a:cubicBezTo>
                    <a:close/>
                    <a:moveTo>
                      <a:pt x="297988" y="842068"/>
                    </a:moveTo>
                    <a:cubicBezTo>
                      <a:pt x="153179" y="842068"/>
                      <a:pt x="35156" y="724044"/>
                      <a:pt x="35156" y="579235"/>
                    </a:cubicBezTo>
                    <a:cubicBezTo>
                      <a:pt x="35156" y="434427"/>
                      <a:pt x="153179" y="316403"/>
                      <a:pt x="297988" y="316403"/>
                    </a:cubicBezTo>
                    <a:lnTo>
                      <a:pt x="310544" y="316403"/>
                    </a:lnTo>
                    <a:cubicBezTo>
                      <a:pt x="304685" y="330633"/>
                      <a:pt x="301336" y="346537"/>
                      <a:pt x="301336" y="363278"/>
                    </a:cubicBezTo>
                    <a:cubicBezTo>
                      <a:pt x="301336" y="380019"/>
                      <a:pt x="304685" y="395923"/>
                      <a:pt x="310544" y="410152"/>
                    </a:cubicBezTo>
                    <a:lnTo>
                      <a:pt x="297988" y="410152"/>
                    </a:lnTo>
                    <a:cubicBezTo>
                      <a:pt x="205076" y="410152"/>
                      <a:pt x="128905" y="485486"/>
                      <a:pt x="128905" y="579235"/>
                    </a:cubicBezTo>
                    <a:cubicBezTo>
                      <a:pt x="128905" y="672148"/>
                      <a:pt x="204239" y="748319"/>
                      <a:pt x="297988" y="748319"/>
                    </a:cubicBezTo>
                    <a:lnTo>
                      <a:pt x="337329" y="748319"/>
                    </a:lnTo>
                    <a:lnTo>
                      <a:pt x="307196" y="842068"/>
                    </a:lnTo>
                    <a:lnTo>
                      <a:pt x="297988" y="842068"/>
                    </a:lnTo>
                    <a:close/>
                    <a:moveTo>
                      <a:pt x="300499" y="975995"/>
                    </a:moveTo>
                    <a:lnTo>
                      <a:pt x="374996" y="748319"/>
                    </a:lnTo>
                    <a:lnTo>
                      <a:pt x="521479" y="748319"/>
                    </a:lnTo>
                    <a:lnTo>
                      <a:pt x="595976" y="975995"/>
                    </a:lnTo>
                    <a:lnTo>
                      <a:pt x="300499" y="975995"/>
                    </a:lnTo>
                    <a:close/>
                    <a:moveTo>
                      <a:pt x="707303" y="842068"/>
                    </a:moveTo>
                    <a:lnTo>
                      <a:pt x="590117" y="842068"/>
                    </a:lnTo>
                    <a:lnTo>
                      <a:pt x="559146" y="748319"/>
                    </a:lnTo>
                    <a:lnTo>
                      <a:pt x="749993" y="748319"/>
                    </a:lnTo>
                    <a:lnTo>
                      <a:pt x="816956" y="748319"/>
                    </a:lnTo>
                    <a:cubicBezTo>
                      <a:pt x="809423" y="801053"/>
                      <a:pt x="762548" y="842068"/>
                      <a:pt x="707303" y="842068"/>
                    </a:cubicBezTo>
                    <a:close/>
                  </a:path>
                </a:pathLst>
              </a:custGeom>
              <a:solidFill>
                <a:srgbClr val="000000"/>
              </a:solidFill>
              <a:ln w="837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8B14888-2F3B-3229-995D-C8F33BB791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489522" y="6684168"/>
            <a:ext cx="314952" cy="375796"/>
            <a:chOff x="2791549" y="3626522"/>
            <a:chExt cx="833120" cy="994064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225102BD-E5BE-A398-1402-965553492E16}"/>
                </a:ext>
              </a:extLst>
            </p:cNvPr>
            <p:cNvGrpSpPr/>
            <p:nvPr/>
          </p:nvGrpSpPr>
          <p:grpSpPr>
            <a:xfrm>
              <a:off x="2791549" y="3626522"/>
              <a:ext cx="833120" cy="605905"/>
              <a:chOff x="2791549" y="3626522"/>
              <a:chExt cx="833120" cy="605905"/>
            </a:xfrm>
          </p:grpSpPr>
          <p:sp>
            <p:nvSpPr>
              <p:cNvPr id="45" name="Freeform 44">
                <a:extLst>
                  <a:ext uri="{FF2B5EF4-FFF2-40B4-BE49-F238E27FC236}">
                    <a16:creationId xmlns:a16="http://schemas.microsoft.com/office/drawing/2014/main" id="{3F61858A-3C57-7768-A09D-F6F828934971}"/>
                  </a:ext>
                </a:extLst>
              </p:cNvPr>
              <p:cNvSpPr/>
              <p:nvPr/>
            </p:nvSpPr>
            <p:spPr>
              <a:xfrm>
                <a:off x="2933558" y="3781786"/>
                <a:ext cx="539634" cy="276444"/>
              </a:xfrm>
              <a:custGeom>
                <a:avLst/>
                <a:gdLst>
                  <a:gd name="connsiteX0" fmla="*/ 18935 w 539634"/>
                  <a:gd name="connsiteY0" fmla="*/ 238575 h 276444"/>
                  <a:gd name="connsiteX1" fmla="*/ 0 w 539634"/>
                  <a:gd name="connsiteY1" fmla="*/ 257510 h 276444"/>
                  <a:gd name="connsiteX2" fmla="*/ 18935 w 539634"/>
                  <a:gd name="connsiteY2" fmla="*/ 276444 h 276444"/>
                  <a:gd name="connsiteX3" fmla="*/ 18935 w 539634"/>
                  <a:gd name="connsiteY3" fmla="*/ 238575 h 276444"/>
                  <a:gd name="connsiteX4" fmla="*/ 520700 w 539634"/>
                  <a:gd name="connsiteY4" fmla="*/ 276444 h 276444"/>
                  <a:gd name="connsiteX5" fmla="*/ 539635 w 539634"/>
                  <a:gd name="connsiteY5" fmla="*/ 257510 h 276444"/>
                  <a:gd name="connsiteX6" fmla="*/ 520700 w 539634"/>
                  <a:gd name="connsiteY6" fmla="*/ 238575 h 276444"/>
                  <a:gd name="connsiteX7" fmla="*/ 520700 w 539634"/>
                  <a:gd name="connsiteY7" fmla="*/ 276444 h 276444"/>
                  <a:gd name="connsiteX8" fmla="*/ 18935 w 539634"/>
                  <a:gd name="connsiteY8" fmla="*/ 0 h 276444"/>
                  <a:gd name="connsiteX9" fmla="*/ 0 w 539634"/>
                  <a:gd name="connsiteY9" fmla="*/ 18935 h 276444"/>
                  <a:gd name="connsiteX10" fmla="*/ 18935 w 539634"/>
                  <a:gd name="connsiteY10" fmla="*/ 37869 h 276444"/>
                  <a:gd name="connsiteX11" fmla="*/ 18935 w 539634"/>
                  <a:gd name="connsiteY11" fmla="*/ 0 h 276444"/>
                  <a:gd name="connsiteX12" fmla="*/ 520700 w 539634"/>
                  <a:gd name="connsiteY12" fmla="*/ 37869 h 276444"/>
                  <a:gd name="connsiteX13" fmla="*/ 539635 w 539634"/>
                  <a:gd name="connsiteY13" fmla="*/ 18935 h 276444"/>
                  <a:gd name="connsiteX14" fmla="*/ 520700 w 539634"/>
                  <a:gd name="connsiteY14" fmla="*/ 0 h 276444"/>
                  <a:gd name="connsiteX15" fmla="*/ 520700 w 539634"/>
                  <a:gd name="connsiteY15" fmla="*/ 37869 h 276444"/>
                  <a:gd name="connsiteX16" fmla="*/ 18935 w 539634"/>
                  <a:gd name="connsiteY16" fmla="*/ 119288 h 276444"/>
                  <a:gd name="connsiteX17" fmla="*/ 0 w 539634"/>
                  <a:gd name="connsiteY17" fmla="*/ 138222 h 276444"/>
                  <a:gd name="connsiteX18" fmla="*/ 18935 w 539634"/>
                  <a:gd name="connsiteY18" fmla="*/ 157157 h 276444"/>
                  <a:gd name="connsiteX19" fmla="*/ 18935 w 539634"/>
                  <a:gd name="connsiteY19" fmla="*/ 119288 h 276444"/>
                  <a:gd name="connsiteX20" fmla="*/ 520700 w 539634"/>
                  <a:gd name="connsiteY20" fmla="*/ 157157 h 276444"/>
                  <a:gd name="connsiteX21" fmla="*/ 539635 w 539634"/>
                  <a:gd name="connsiteY21" fmla="*/ 138222 h 276444"/>
                  <a:gd name="connsiteX22" fmla="*/ 520700 w 539634"/>
                  <a:gd name="connsiteY22" fmla="*/ 119288 h 276444"/>
                  <a:gd name="connsiteX23" fmla="*/ 520700 w 539634"/>
                  <a:gd name="connsiteY23" fmla="*/ 157157 h 276444"/>
                  <a:gd name="connsiteX24" fmla="*/ 18935 w 539634"/>
                  <a:gd name="connsiteY24" fmla="*/ 276444 h 276444"/>
                  <a:gd name="connsiteX25" fmla="*/ 520700 w 539634"/>
                  <a:gd name="connsiteY25" fmla="*/ 276444 h 276444"/>
                  <a:gd name="connsiteX26" fmla="*/ 520700 w 539634"/>
                  <a:gd name="connsiteY26" fmla="*/ 238575 h 276444"/>
                  <a:gd name="connsiteX27" fmla="*/ 18935 w 539634"/>
                  <a:gd name="connsiteY27" fmla="*/ 238575 h 276444"/>
                  <a:gd name="connsiteX28" fmla="*/ 18935 w 539634"/>
                  <a:gd name="connsiteY28" fmla="*/ 276444 h 276444"/>
                  <a:gd name="connsiteX29" fmla="*/ 18935 w 539634"/>
                  <a:gd name="connsiteY29" fmla="*/ 37869 h 276444"/>
                  <a:gd name="connsiteX30" fmla="*/ 520700 w 539634"/>
                  <a:gd name="connsiteY30" fmla="*/ 37869 h 276444"/>
                  <a:gd name="connsiteX31" fmla="*/ 520700 w 539634"/>
                  <a:gd name="connsiteY31" fmla="*/ 0 h 276444"/>
                  <a:gd name="connsiteX32" fmla="*/ 18935 w 539634"/>
                  <a:gd name="connsiteY32" fmla="*/ 0 h 276444"/>
                  <a:gd name="connsiteX33" fmla="*/ 18935 w 539634"/>
                  <a:gd name="connsiteY33" fmla="*/ 37869 h 276444"/>
                  <a:gd name="connsiteX34" fmla="*/ 18935 w 539634"/>
                  <a:gd name="connsiteY34" fmla="*/ 157157 h 276444"/>
                  <a:gd name="connsiteX35" fmla="*/ 520700 w 539634"/>
                  <a:gd name="connsiteY35" fmla="*/ 157157 h 276444"/>
                  <a:gd name="connsiteX36" fmla="*/ 520700 w 539634"/>
                  <a:gd name="connsiteY36" fmla="*/ 119288 h 276444"/>
                  <a:gd name="connsiteX37" fmla="*/ 18935 w 539634"/>
                  <a:gd name="connsiteY37" fmla="*/ 119288 h 276444"/>
                  <a:gd name="connsiteX38" fmla="*/ 18935 w 539634"/>
                  <a:gd name="connsiteY38" fmla="*/ 157157 h 276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</a:cxnLst>
                <a:rect l="l" t="t" r="r" b="b"/>
                <a:pathLst>
                  <a:path w="539634" h="276444">
                    <a:moveTo>
                      <a:pt x="18935" y="238575"/>
                    </a:moveTo>
                    <a:cubicBezTo>
                      <a:pt x="8521" y="238575"/>
                      <a:pt x="0" y="247096"/>
                      <a:pt x="0" y="257510"/>
                    </a:cubicBezTo>
                    <a:cubicBezTo>
                      <a:pt x="0" y="267924"/>
                      <a:pt x="8521" y="276444"/>
                      <a:pt x="18935" y="276444"/>
                    </a:cubicBezTo>
                    <a:lnTo>
                      <a:pt x="18935" y="238575"/>
                    </a:lnTo>
                    <a:close/>
                    <a:moveTo>
                      <a:pt x="520700" y="276444"/>
                    </a:moveTo>
                    <a:cubicBezTo>
                      <a:pt x="531114" y="276444"/>
                      <a:pt x="539635" y="267924"/>
                      <a:pt x="539635" y="257510"/>
                    </a:cubicBezTo>
                    <a:cubicBezTo>
                      <a:pt x="539635" y="247096"/>
                      <a:pt x="531114" y="238575"/>
                      <a:pt x="520700" y="238575"/>
                    </a:cubicBezTo>
                    <a:lnTo>
                      <a:pt x="520700" y="276444"/>
                    </a:lnTo>
                    <a:close/>
                    <a:moveTo>
                      <a:pt x="18935" y="0"/>
                    </a:moveTo>
                    <a:cubicBezTo>
                      <a:pt x="8521" y="0"/>
                      <a:pt x="0" y="8521"/>
                      <a:pt x="0" y="18935"/>
                    </a:cubicBezTo>
                    <a:cubicBezTo>
                      <a:pt x="0" y="29349"/>
                      <a:pt x="8521" y="37869"/>
                      <a:pt x="18935" y="37869"/>
                    </a:cubicBezTo>
                    <a:lnTo>
                      <a:pt x="18935" y="0"/>
                    </a:lnTo>
                    <a:close/>
                    <a:moveTo>
                      <a:pt x="520700" y="37869"/>
                    </a:moveTo>
                    <a:cubicBezTo>
                      <a:pt x="531114" y="37869"/>
                      <a:pt x="539635" y="29349"/>
                      <a:pt x="539635" y="18935"/>
                    </a:cubicBezTo>
                    <a:cubicBezTo>
                      <a:pt x="539635" y="8521"/>
                      <a:pt x="531114" y="0"/>
                      <a:pt x="520700" y="0"/>
                    </a:cubicBezTo>
                    <a:lnTo>
                      <a:pt x="520700" y="37869"/>
                    </a:lnTo>
                    <a:close/>
                    <a:moveTo>
                      <a:pt x="18935" y="119288"/>
                    </a:moveTo>
                    <a:cubicBezTo>
                      <a:pt x="8521" y="119288"/>
                      <a:pt x="0" y="127808"/>
                      <a:pt x="0" y="138222"/>
                    </a:cubicBezTo>
                    <a:cubicBezTo>
                      <a:pt x="0" y="148636"/>
                      <a:pt x="8521" y="157157"/>
                      <a:pt x="18935" y="157157"/>
                    </a:cubicBezTo>
                    <a:lnTo>
                      <a:pt x="18935" y="119288"/>
                    </a:lnTo>
                    <a:close/>
                    <a:moveTo>
                      <a:pt x="520700" y="157157"/>
                    </a:moveTo>
                    <a:cubicBezTo>
                      <a:pt x="531114" y="157157"/>
                      <a:pt x="539635" y="148636"/>
                      <a:pt x="539635" y="138222"/>
                    </a:cubicBezTo>
                    <a:cubicBezTo>
                      <a:pt x="539635" y="127808"/>
                      <a:pt x="531114" y="119288"/>
                      <a:pt x="520700" y="119288"/>
                    </a:cubicBezTo>
                    <a:lnTo>
                      <a:pt x="520700" y="157157"/>
                    </a:lnTo>
                    <a:close/>
                    <a:moveTo>
                      <a:pt x="18935" y="276444"/>
                    </a:moveTo>
                    <a:lnTo>
                      <a:pt x="520700" y="276444"/>
                    </a:lnTo>
                    <a:lnTo>
                      <a:pt x="520700" y="238575"/>
                    </a:lnTo>
                    <a:lnTo>
                      <a:pt x="18935" y="238575"/>
                    </a:lnTo>
                    <a:lnTo>
                      <a:pt x="18935" y="276444"/>
                    </a:lnTo>
                    <a:close/>
                    <a:moveTo>
                      <a:pt x="18935" y="37869"/>
                    </a:moveTo>
                    <a:lnTo>
                      <a:pt x="520700" y="37869"/>
                    </a:lnTo>
                    <a:lnTo>
                      <a:pt x="520700" y="0"/>
                    </a:lnTo>
                    <a:lnTo>
                      <a:pt x="18935" y="0"/>
                    </a:lnTo>
                    <a:lnTo>
                      <a:pt x="18935" y="37869"/>
                    </a:lnTo>
                    <a:close/>
                    <a:moveTo>
                      <a:pt x="18935" y="157157"/>
                    </a:moveTo>
                    <a:lnTo>
                      <a:pt x="520700" y="157157"/>
                    </a:lnTo>
                    <a:lnTo>
                      <a:pt x="520700" y="119288"/>
                    </a:lnTo>
                    <a:lnTo>
                      <a:pt x="18935" y="119288"/>
                    </a:lnTo>
                    <a:lnTo>
                      <a:pt x="18935" y="157157"/>
                    </a:lnTo>
                    <a:close/>
                  </a:path>
                </a:pathLst>
              </a:custGeom>
              <a:solidFill>
                <a:srgbClr val="000000"/>
              </a:solidFill>
              <a:ln w="943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6" name="Freeform 45">
                <a:extLst>
                  <a:ext uri="{FF2B5EF4-FFF2-40B4-BE49-F238E27FC236}">
                    <a16:creationId xmlns:a16="http://schemas.microsoft.com/office/drawing/2014/main" id="{B41B0F86-CB5C-3D98-6856-93ABF5D1411A}"/>
                  </a:ext>
                </a:extLst>
              </p:cNvPr>
              <p:cNvSpPr/>
              <p:nvPr/>
            </p:nvSpPr>
            <p:spPr>
              <a:xfrm>
                <a:off x="2791549" y="3626522"/>
                <a:ext cx="833120" cy="605905"/>
              </a:xfrm>
              <a:custGeom>
                <a:avLst/>
                <a:gdLst>
                  <a:gd name="connsiteX0" fmla="*/ 0 w 833120"/>
                  <a:gd name="connsiteY0" fmla="*/ 0 h 605905"/>
                  <a:gd name="connsiteX1" fmla="*/ 0 w 833120"/>
                  <a:gd name="connsiteY1" fmla="*/ 605905 h 605905"/>
                  <a:gd name="connsiteX2" fmla="*/ 296326 w 833120"/>
                  <a:gd name="connsiteY2" fmla="*/ 605905 h 605905"/>
                  <a:gd name="connsiteX3" fmla="*/ 304846 w 833120"/>
                  <a:gd name="connsiteY3" fmla="*/ 565196 h 605905"/>
                  <a:gd name="connsiteX4" fmla="*/ 41656 w 833120"/>
                  <a:gd name="connsiteY4" fmla="*/ 565196 h 605905"/>
                  <a:gd name="connsiteX5" fmla="*/ 41656 w 833120"/>
                  <a:gd name="connsiteY5" fmla="*/ 40709 h 605905"/>
                  <a:gd name="connsiteX6" fmla="*/ 792411 w 833120"/>
                  <a:gd name="connsiteY6" fmla="*/ 40709 h 605905"/>
                  <a:gd name="connsiteX7" fmla="*/ 792411 w 833120"/>
                  <a:gd name="connsiteY7" fmla="*/ 565196 h 605905"/>
                  <a:gd name="connsiteX8" fmla="*/ 523540 w 833120"/>
                  <a:gd name="connsiteY8" fmla="*/ 565196 h 605905"/>
                  <a:gd name="connsiteX9" fmla="*/ 532061 w 833120"/>
                  <a:gd name="connsiteY9" fmla="*/ 605905 h 605905"/>
                  <a:gd name="connsiteX10" fmla="*/ 833120 w 833120"/>
                  <a:gd name="connsiteY10" fmla="*/ 605905 h 605905"/>
                  <a:gd name="connsiteX11" fmla="*/ 833120 w 833120"/>
                  <a:gd name="connsiteY11" fmla="*/ 0 h 605905"/>
                  <a:gd name="connsiteX12" fmla="*/ 0 w 833120"/>
                  <a:gd name="connsiteY12" fmla="*/ 0 h 6059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833120" h="605905">
                    <a:moveTo>
                      <a:pt x="0" y="0"/>
                    </a:moveTo>
                    <a:lnTo>
                      <a:pt x="0" y="605905"/>
                    </a:lnTo>
                    <a:lnTo>
                      <a:pt x="296326" y="605905"/>
                    </a:lnTo>
                    <a:cubicBezTo>
                      <a:pt x="297272" y="591705"/>
                      <a:pt x="300113" y="577504"/>
                      <a:pt x="304846" y="565196"/>
                    </a:cubicBezTo>
                    <a:lnTo>
                      <a:pt x="41656" y="565196"/>
                    </a:lnTo>
                    <a:lnTo>
                      <a:pt x="41656" y="40709"/>
                    </a:lnTo>
                    <a:lnTo>
                      <a:pt x="792411" y="40709"/>
                    </a:lnTo>
                    <a:lnTo>
                      <a:pt x="792411" y="565196"/>
                    </a:lnTo>
                    <a:lnTo>
                      <a:pt x="523540" y="565196"/>
                    </a:lnTo>
                    <a:cubicBezTo>
                      <a:pt x="528274" y="577504"/>
                      <a:pt x="532061" y="591705"/>
                      <a:pt x="532061" y="605905"/>
                    </a:cubicBezTo>
                    <a:lnTo>
                      <a:pt x="833120" y="605905"/>
                    </a:lnTo>
                    <a:lnTo>
                      <a:pt x="83312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0000"/>
              </a:solidFill>
              <a:ln w="943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1DF6FD98-7C60-761E-2F2A-59BB9518937B}"/>
                </a:ext>
              </a:extLst>
            </p:cNvPr>
            <p:cNvSpPr/>
            <p:nvPr/>
          </p:nvSpPr>
          <p:spPr>
            <a:xfrm>
              <a:off x="3056632" y="4099886"/>
              <a:ext cx="293485" cy="520700"/>
            </a:xfrm>
            <a:custGeom>
              <a:avLst/>
              <a:gdLst>
                <a:gd name="connsiteX0" fmla="*/ 252776 w 293485"/>
                <a:gd name="connsiteY0" fmla="*/ 224374 h 520700"/>
                <a:gd name="connsiteX1" fmla="*/ 284018 w 293485"/>
                <a:gd name="connsiteY1" fmla="*/ 137275 h 520700"/>
                <a:gd name="connsiteX2" fmla="*/ 146743 w 293485"/>
                <a:gd name="connsiteY2" fmla="*/ 0 h 520700"/>
                <a:gd name="connsiteX3" fmla="*/ 9467 w 293485"/>
                <a:gd name="connsiteY3" fmla="*/ 137275 h 520700"/>
                <a:gd name="connsiteX4" fmla="*/ 42603 w 293485"/>
                <a:gd name="connsiteY4" fmla="*/ 226268 h 520700"/>
                <a:gd name="connsiteX5" fmla="*/ 0 w 293485"/>
                <a:gd name="connsiteY5" fmla="*/ 520700 h 520700"/>
                <a:gd name="connsiteX6" fmla="*/ 146743 w 293485"/>
                <a:gd name="connsiteY6" fmla="*/ 383425 h 520700"/>
                <a:gd name="connsiteX7" fmla="*/ 293485 w 293485"/>
                <a:gd name="connsiteY7" fmla="*/ 520700 h 520700"/>
                <a:gd name="connsiteX8" fmla="*/ 252776 w 293485"/>
                <a:gd name="connsiteY8" fmla="*/ 224374 h 520700"/>
                <a:gd name="connsiteX9" fmla="*/ 146743 w 293485"/>
                <a:gd name="connsiteY9" fmla="*/ 40709 h 520700"/>
                <a:gd name="connsiteX10" fmla="*/ 243309 w 293485"/>
                <a:gd name="connsiteY10" fmla="*/ 137275 h 520700"/>
                <a:gd name="connsiteX11" fmla="*/ 146743 w 293485"/>
                <a:gd name="connsiteY11" fmla="*/ 233842 h 520700"/>
                <a:gd name="connsiteX12" fmla="*/ 50177 w 293485"/>
                <a:gd name="connsiteY12" fmla="*/ 137275 h 520700"/>
                <a:gd name="connsiteX13" fmla="*/ 146743 w 293485"/>
                <a:gd name="connsiteY13" fmla="*/ 40709 h 520700"/>
                <a:gd name="connsiteX14" fmla="*/ 177038 w 293485"/>
                <a:gd name="connsiteY14" fmla="*/ 353129 h 520700"/>
                <a:gd name="connsiteX15" fmla="*/ 149583 w 293485"/>
                <a:gd name="connsiteY15" fmla="*/ 325674 h 520700"/>
                <a:gd name="connsiteX16" fmla="*/ 122128 w 293485"/>
                <a:gd name="connsiteY16" fmla="*/ 353129 h 520700"/>
                <a:gd name="connsiteX17" fmla="*/ 61537 w 293485"/>
                <a:gd name="connsiteY17" fmla="*/ 408039 h 520700"/>
                <a:gd name="connsiteX18" fmla="*/ 83312 w 293485"/>
                <a:gd name="connsiteY18" fmla="*/ 259403 h 520700"/>
                <a:gd name="connsiteX19" fmla="*/ 84259 w 293485"/>
                <a:gd name="connsiteY19" fmla="*/ 259403 h 520700"/>
                <a:gd name="connsiteX20" fmla="*/ 146743 w 293485"/>
                <a:gd name="connsiteY20" fmla="*/ 274551 h 520700"/>
                <a:gd name="connsiteX21" fmla="*/ 209227 w 293485"/>
                <a:gd name="connsiteY21" fmla="*/ 259403 h 520700"/>
                <a:gd name="connsiteX22" fmla="*/ 215854 w 293485"/>
                <a:gd name="connsiteY22" fmla="*/ 259403 h 520700"/>
                <a:gd name="connsiteX23" fmla="*/ 237629 w 293485"/>
                <a:gd name="connsiteY23" fmla="*/ 408039 h 520700"/>
                <a:gd name="connsiteX24" fmla="*/ 177038 w 293485"/>
                <a:gd name="connsiteY24" fmla="*/ 353129 h 520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93485" h="520700">
                  <a:moveTo>
                    <a:pt x="252776" y="224374"/>
                  </a:moveTo>
                  <a:cubicBezTo>
                    <a:pt x="272657" y="200706"/>
                    <a:pt x="284018" y="170411"/>
                    <a:pt x="284018" y="137275"/>
                  </a:cubicBezTo>
                  <a:cubicBezTo>
                    <a:pt x="284018" y="61537"/>
                    <a:pt x="222481" y="0"/>
                    <a:pt x="146743" y="0"/>
                  </a:cubicBezTo>
                  <a:cubicBezTo>
                    <a:pt x="71005" y="0"/>
                    <a:pt x="9467" y="61537"/>
                    <a:pt x="9467" y="137275"/>
                  </a:cubicBezTo>
                  <a:cubicBezTo>
                    <a:pt x="9467" y="171358"/>
                    <a:pt x="21775" y="202600"/>
                    <a:pt x="42603" y="226268"/>
                  </a:cubicBezTo>
                  <a:lnTo>
                    <a:pt x="0" y="520700"/>
                  </a:lnTo>
                  <a:lnTo>
                    <a:pt x="146743" y="383425"/>
                  </a:lnTo>
                  <a:lnTo>
                    <a:pt x="293485" y="520700"/>
                  </a:lnTo>
                  <a:lnTo>
                    <a:pt x="252776" y="224374"/>
                  </a:lnTo>
                  <a:close/>
                  <a:moveTo>
                    <a:pt x="146743" y="40709"/>
                  </a:moveTo>
                  <a:cubicBezTo>
                    <a:pt x="200706" y="40709"/>
                    <a:pt x="243309" y="83312"/>
                    <a:pt x="243309" y="137275"/>
                  </a:cubicBezTo>
                  <a:cubicBezTo>
                    <a:pt x="243309" y="191239"/>
                    <a:pt x="200706" y="233842"/>
                    <a:pt x="146743" y="233842"/>
                  </a:cubicBezTo>
                  <a:cubicBezTo>
                    <a:pt x="92779" y="233842"/>
                    <a:pt x="50177" y="191239"/>
                    <a:pt x="50177" y="137275"/>
                  </a:cubicBezTo>
                  <a:cubicBezTo>
                    <a:pt x="50177" y="83312"/>
                    <a:pt x="92779" y="40709"/>
                    <a:pt x="146743" y="40709"/>
                  </a:cubicBezTo>
                  <a:close/>
                  <a:moveTo>
                    <a:pt x="177038" y="353129"/>
                  </a:moveTo>
                  <a:lnTo>
                    <a:pt x="149583" y="325674"/>
                  </a:lnTo>
                  <a:lnTo>
                    <a:pt x="122128" y="353129"/>
                  </a:lnTo>
                  <a:lnTo>
                    <a:pt x="61537" y="408039"/>
                  </a:lnTo>
                  <a:lnTo>
                    <a:pt x="83312" y="259403"/>
                  </a:lnTo>
                  <a:lnTo>
                    <a:pt x="84259" y="259403"/>
                  </a:lnTo>
                  <a:cubicBezTo>
                    <a:pt x="103193" y="268871"/>
                    <a:pt x="124021" y="274551"/>
                    <a:pt x="146743" y="274551"/>
                  </a:cubicBezTo>
                  <a:cubicBezTo>
                    <a:pt x="169464" y="274551"/>
                    <a:pt x="190292" y="268871"/>
                    <a:pt x="209227" y="259403"/>
                  </a:cubicBezTo>
                  <a:lnTo>
                    <a:pt x="215854" y="259403"/>
                  </a:lnTo>
                  <a:lnTo>
                    <a:pt x="237629" y="408039"/>
                  </a:lnTo>
                  <a:lnTo>
                    <a:pt x="177038" y="353129"/>
                  </a:lnTo>
                  <a:close/>
                </a:path>
              </a:pathLst>
            </a:custGeom>
            <a:solidFill>
              <a:srgbClr val="7A003C"/>
            </a:solidFill>
            <a:ln w="94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pic>
        <p:nvPicPr>
          <p:cNvPr id="47" name="Graphic 46">
            <a:extLst>
              <a:ext uri="{FF2B5EF4-FFF2-40B4-BE49-F238E27FC236}">
                <a16:creationId xmlns:a16="http://schemas.microsoft.com/office/drawing/2014/main" id="{3FC02B65-DB88-9AD3-CE2A-7EE6D2F128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8150" y="7192093"/>
            <a:ext cx="417696" cy="417696"/>
          </a:xfrm>
          <a:prstGeom prst="rect">
            <a:avLst/>
          </a:prstGeom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07E62C8C-B9B8-2BD5-45B5-E0B0A39FFE16}"/>
              </a:ext>
            </a:extLst>
          </p:cNvPr>
          <p:cNvSpPr txBox="1"/>
          <p:nvPr userDrawn="1"/>
        </p:nvSpPr>
        <p:spPr>
          <a:xfrm>
            <a:off x="438148" y="8656484"/>
            <a:ext cx="51834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solidFill>
                  <a:schemeClr val="accent3"/>
                </a:solidFill>
              </a:rPr>
              <a:t>* Times Higher Education 2023</a:t>
            </a:r>
          </a:p>
          <a:p>
            <a:r>
              <a:rPr lang="en-US" sz="1200">
                <a:solidFill>
                  <a:schemeClr val="accent3"/>
                </a:solidFill>
              </a:rPr>
              <a:t>‡ Shanghai Ranking's Academic Ranking of World Universities 2023</a:t>
            </a:r>
          </a:p>
          <a:p>
            <a:r>
              <a:rPr lang="en-US" sz="1200">
                <a:solidFill>
                  <a:schemeClr val="accent3"/>
                </a:solidFill>
              </a:rPr>
              <a:t>† Research </a:t>
            </a:r>
            <a:r>
              <a:rPr lang="en-US" sz="1200" err="1">
                <a:solidFill>
                  <a:schemeClr val="accent3"/>
                </a:solidFill>
              </a:rPr>
              <a:t>Infosource</a:t>
            </a:r>
            <a:r>
              <a:rPr lang="en-US" sz="1200">
                <a:solidFill>
                  <a:schemeClr val="accent3"/>
                </a:solidFill>
              </a:rPr>
              <a:t> 2023</a:t>
            </a:r>
            <a:endParaRPr lang="en-US" sz="1200" baseline="30000">
              <a:solidFill>
                <a:schemeClr val="accent3"/>
              </a:solidFill>
            </a:endParaRP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86AFD4D6-CC7D-9D99-DF02-F294BC8603E0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0" name="Date Placeholder 3">
            <a:extLst>
              <a:ext uri="{FF2B5EF4-FFF2-40B4-BE49-F238E27FC236}">
                <a16:creationId xmlns:a16="http://schemas.microsoft.com/office/drawing/2014/main" id="{E89E05A3-F6AB-676E-2454-621F509EBA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6412307" y="10621112"/>
            <a:ext cx="2572579" cy="3501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accent3"/>
                </a:solidFill>
              </a:defRPr>
            </a:lvl1pPr>
          </a:lstStyle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33B25B5-1522-E269-6B4D-E80F42610EA8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AD5D599-9721-B464-10AC-237C751ECCA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9200" y="457200"/>
            <a:ext cx="19441062" cy="738817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lnSpc>
                <a:spcPct val="110000"/>
              </a:lnSpc>
              <a:spcAft>
                <a:spcPts val="1000"/>
              </a:spcAft>
              <a:defRPr sz="4400" b="1">
                <a:solidFill>
                  <a:schemeClr val="tx1"/>
                </a:solidFill>
                <a:latin typeface="+mj-lt"/>
                <a:cs typeface="Poppins" pitchFamily="2" charset="77"/>
              </a:defRPr>
            </a:lvl1pPr>
          </a:lstStyle>
          <a:p>
            <a:r>
              <a:rPr lang="en-GB" dirty="0"/>
              <a:t>Slide title goes here on 1 line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87B01D-192F-BBAD-161B-8D22688A244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8150" y="1267200"/>
            <a:ext cx="19442112" cy="573884"/>
          </a:xfrm>
          <a:prstGeom prst="rect">
            <a:avLst/>
          </a:prstGeom>
        </p:spPr>
        <p:txBody>
          <a:bodyPr anchor="t"/>
          <a:lstStyle>
            <a:lvl1pPr marL="0" indent="0" algn="l">
              <a:buNone/>
              <a:defRPr sz="3600">
                <a:solidFill>
                  <a:srgbClr val="7A093C"/>
                </a:solidFill>
              </a:defRPr>
            </a:lvl1pPr>
            <a:lvl2pPr marL="761924" indent="0" algn="ctr">
              <a:buNone/>
              <a:defRPr sz="3333"/>
            </a:lvl2pPr>
            <a:lvl3pPr marL="1523848" indent="0" algn="ctr">
              <a:buNone/>
              <a:defRPr sz="3000"/>
            </a:lvl3pPr>
            <a:lvl4pPr marL="2285771" indent="0" algn="ctr">
              <a:buNone/>
              <a:defRPr sz="2666"/>
            </a:lvl4pPr>
            <a:lvl5pPr marL="3047695" indent="0" algn="ctr">
              <a:buNone/>
              <a:defRPr sz="2666"/>
            </a:lvl5pPr>
            <a:lvl6pPr marL="3809619" indent="0" algn="ctr">
              <a:buNone/>
              <a:defRPr sz="2666"/>
            </a:lvl6pPr>
            <a:lvl7pPr marL="4571543" indent="0" algn="ctr">
              <a:buNone/>
              <a:defRPr sz="2666"/>
            </a:lvl7pPr>
            <a:lvl8pPr marL="5333467" indent="0" algn="ctr">
              <a:buNone/>
              <a:defRPr sz="2666"/>
            </a:lvl8pPr>
            <a:lvl9pPr marL="6095390" indent="0" algn="ctr">
              <a:buNone/>
              <a:defRPr sz="2666"/>
            </a:lvl9pPr>
          </a:lstStyle>
          <a:p>
            <a:r>
              <a:rPr lang="en-GB"/>
              <a:t>Subtitle goes here on 1 line</a:t>
            </a:r>
          </a:p>
        </p:txBody>
      </p:sp>
    </p:spTree>
    <p:extLst>
      <p:ext uri="{BB962C8B-B14F-4D97-AF65-F5344CB8AC3E}">
        <p14:creationId xmlns:p14="http://schemas.microsoft.com/office/powerpoint/2010/main" val="208649064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5 - Brighter Wor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le 67">
            <a:extLst>
              <a:ext uri="{FF2B5EF4-FFF2-40B4-BE49-F238E27FC236}">
                <a16:creationId xmlns:a16="http://schemas.microsoft.com/office/drawing/2014/main" id="{2BD07626-E45E-A81D-40C3-0F8C5666CD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2530" y="440431"/>
            <a:ext cx="19393352" cy="733208"/>
          </a:xfrm>
          <a:prstGeom prst="rect">
            <a:avLst/>
          </a:prstGeom>
        </p:spPr>
        <p:txBody>
          <a:bodyPr/>
          <a:lstStyle>
            <a:lvl1pPr>
              <a:defRPr sz="4400" b="1"/>
            </a:lvl1pPr>
          </a:lstStyle>
          <a:p>
            <a:r>
              <a:rPr lang="en-US" dirty="0"/>
              <a:t>Title goes here on 1 line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AAFF58-1895-74A3-698E-D878C307229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62530" y="1267200"/>
            <a:ext cx="19417732" cy="573884"/>
          </a:xfrm>
          <a:prstGeom prst="rect">
            <a:avLst/>
          </a:prstGeom>
        </p:spPr>
        <p:txBody>
          <a:bodyPr anchor="t"/>
          <a:lstStyle>
            <a:lvl1pPr marL="0" indent="0" algn="l">
              <a:buNone/>
              <a:defRPr sz="3600">
                <a:solidFill>
                  <a:srgbClr val="7A093C"/>
                </a:solidFill>
              </a:defRPr>
            </a:lvl1pPr>
            <a:lvl2pPr marL="761924" indent="0" algn="ctr">
              <a:buNone/>
              <a:defRPr sz="3333"/>
            </a:lvl2pPr>
            <a:lvl3pPr marL="1523848" indent="0" algn="ctr">
              <a:buNone/>
              <a:defRPr sz="3000"/>
            </a:lvl3pPr>
            <a:lvl4pPr marL="2285771" indent="0" algn="ctr">
              <a:buNone/>
              <a:defRPr sz="2666"/>
            </a:lvl4pPr>
            <a:lvl5pPr marL="3047695" indent="0" algn="ctr">
              <a:buNone/>
              <a:defRPr sz="2666"/>
            </a:lvl5pPr>
            <a:lvl6pPr marL="3809619" indent="0" algn="ctr">
              <a:buNone/>
              <a:defRPr sz="2666"/>
            </a:lvl6pPr>
            <a:lvl7pPr marL="4571543" indent="0" algn="ctr">
              <a:buNone/>
              <a:defRPr sz="2666"/>
            </a:lvl7pPr>
            <a:lvl8pPr marL="5333467" indent="0" algn="ctr">
              <a:buNone/>
              <a:defRPr sz="2666"/>
            </a:lvl8pPr>
            <a:lvl9pPr marL="6095390" indent="0" algn="ctr">
              <a:buNone/>
              <a:defRPr sz="2666"/>
            </a:lvl9pPr>
          </a:lstStyle>
          <a:p>
            <a:r>
              <a:rPr lang="en-GB" dirty="0"/>
              <a:t>Subtitle goes here on 1 line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C529A88-D552-5768-A82B-3E566E9D07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1881808"/>
            <a:ext cx="20318413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0476B1-BC79-6A48-84CA-0759CACFAD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6" name="Date Placeholder 3">
            <a:extLst>
              <a:ext uri="{FF2B5EF4-FFF2-40B4-BE49-F238E27FC236}">
                <a16:creationId xmlns:a16="http://schemas.microsoft.com/office/drawing/2014/main" id="{25B13FEC-56D6-BDDA-B11D-2B62FBC10D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6412307" y="10621112"/>
            <a:ext cx="2572579" cy="3501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accent3"/>
                </a:solidFill>
              </a:defRPr>
            </a:lvl1pPr>
          </a:lstStyle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FBF0A4-9A22-175D-1BEC-7D14A9C0F4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008185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6 - Blank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582192C-3A69-FE59-73A6-A262DF7259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5191159-C341-9E42-1ED7-056848027C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992A4791-8BB3-D788-EFE9-CDE2FEB04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795514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7 - Land Acknowledgem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04BE623F-DB6C-3D05-E5AC-0FB1CD275E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20318413" cy="1143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 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BE307E64-9C0E-0EB5-E08F-ED76C1E81B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11999" y="4520998"/>
            <a:ext cx="14302799" cy="648602"/>
          </a:xfrm>
          <a:prstGeom prst="rect">
            <a:avLst/>
          </a:prstGeom>
        </p:spPr>
        <p:txBody>
          <a:bodyPr/>
          <a:lstStyle>
            <a:lvl1pPr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CA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AAFF58-1895-74A3-698E-D878C30722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12000" y="5421600"/>
            <a:ext cx="14302799" cy="2805297"/>
          </a:xfrm>
          <a:prstGeom prst="rect">
            <a:avLst/>
          </a:prstGeom>
        </p:spPr>
        <p:txBody>
          <a:bodyPr anchor="t"/>
          <a:lstStyle>
            <a:lvl1pPr marL="0" indent="0" algn="l">
              <a:buNone/>
              <a:defRPr sz="3600" baseline="0">
                <a:solidFill>
                  <a:schemeClr val="bg1"/>
                </a:solidFill>
              </a:defRPr>
            </a:lvl1pPr>
            <a:lvl2pPr marL="761924" indent="0" algn="ctr">
              <a:buNone/>
              <a:defRPr sz="3333"/>
            </a:lvl2pPr>
            <a:lvl3pPr marL="1523848" indent="0" algn="ctr">
              <a:buNone/>
              <a:defRPr sz="3000"/>
            </a:lvl3pPr>
            <a:lvl4pPr marL="2285771" indent="0" algn="ctr">
              <a:buNone/>
              <a:defRPr sz="2666"/>
            </a:lvl4pPr>
            <a:lvl5pPr marL="3047695" indent="0" algn="ctr">
              <a:buNone/>
              <a:defRPr sz="2666"/>
            </a:lvl5pPr>
            <a:lvl6pPr marL="3809619" indent="0" algn="ctr">
              <a:buNone/>
              <a:defRPr sz="2666"/>
            </a:lvl6pPr>
            <a:lvl7pPr marL="4571543" indent="0" algn="ctr">
              <a:buNone/>
              <a:defRPr sz="2666"/>
            </a:lvl7pPr>
            <a:lvl8pPr marL="5333467" indent="0" algn="ctr">
              <a:buNone/>
              <a:defRPr sz="2666"/>
            </a:lvl8pPr>
            <a:lvl9pPr marL="6095390" indent="0" algn="ctr">
              <a:buNone/>
              <a:defRPr sz="2666"/>
            </a:lvl9pPr>
          </a:lstStyle>
          <a:p>
            <a:endParaRPr lang="en-US" sz="3600" baseline="30000" dirty="0">
              <a:solidFill>
                <a:schemeClr val="bg1"/>
              </a:solidFill>
            </a:endParaRPr>
          </a:p>
        </p:txBody>
      </p:sp>
      <p:grpSp>
        <p:nvGrpSpPr>
          <p:cNvPr id="8" name="Group 7" descr="An icon of a hand holding a sapling.">
            <a:extLst>
              <a:ext uri="{FF2B5EF4-FFF2-40B4-BE49-F238E27FC236}">
                <a16:creationId xmlns:a16="http://schemas.microsoft.com/office/drawing/2014/main" id="{0DECB02C-2326-F95A-1ECA-3D29624B802C}"/>
              </a:ext>
            </a:extLst>
          </p:cNvPr>
          <p:cNvGrpSpPr/>
          <p:nvPr userDrawn="1"/>
        </p:nvGrpSpPr>
        <p:grpSpPr>
          <a:xfrm>
            <a:off x="3429538" y="3189238"/>
            <a:ext cx="1087755" cy="1087754"/>
            <a:chOff x="12372571" y="7209566"/>
            <a:chExt cx="1087755" cy="1087754"/>
          </a:xfrm>
        </p:grpSpPr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94FBF782-1048-A071-8D84-1668E5FC19BD}"/>
                </a:ext>
              </a:extLst>
            </p:cNvPr>
            <p:cNvSpPr/>
            <p:nvPr/>
          </p:nvSpPr>
          <p:spPr>
            <a:xfrm>
              <a:off x="12769764" y="7286718"/>
              <a:ext cx="553402" cy="402907"/>
            </a:xfrm>
            <a:custGeom>
              <a:avLst/>
              <a:gdLst>
                <a:gd name="connsiteX0" fmla="*/ 467678 w 553402"/>
                <a:gd name="connsiteY0" fmla="*/ 0 h 402907"/>
                <a:gd name="connsiteX1" fmla="*/ 276225 w 553402"/>
                <a:gd name="connsiteY1" fmla="*/ 120015 h 402907"/>
                <a:gd name="connsiteX2" fmla="*/ 84772 w 553402"/>
                <a:gd name="connsiteY2" fmla="*/ 0 h 402907"/>
                <a:gd name="connsiteX3" fmla="*/ 0 w 553402"/>
                <a:gd name="connsiteY3" fmla="*/ 0 h 402907"/>
                <a:gd name="connsiteX4" fmla="*/ 0 w 553402"/>
                <a:gd name="connsiteY4" fmla="*/ 20955 h 402907"/>
                <a:gd name="connsiteX5" fmla="*/ 212407 w 553402"/>
                <a:gd name="connsiteY5" fmla="*/ 233363 h 402907"/>
                <a:gd name="connsiteX6" fmla="*/ 255270 w 553402"/>
                <a:gd name="connsiteY6" fmla="*/ 233363 h 402907"/>
                <a:gd name="connsiteX7" fmla="*/ 255270 w 553402"/>
                <a:gd name="connsiteY7" fmla="*/ 402908 h 402907"/>
                <a:gd name="connsiteX8" fmla="*/ 298132 w 553402"/>
                <a:gd name="connsiteY8" fmla="*/ 402908 h 402907"/>
                <a:gd name="connsiteX9" fmla="*/ 298132 w 553402"/>
                <a:gd name="connsiteY9" fmla="*/ 233363 h 402907"/>
                <a:gd name="connsiteX10" fmla="*/ 340995 w 553402"/>
                <a:gd name="connsiteY10" fmla="*/ 233363 h 402907"/>
                <a:gd name="connsiteX11" fmla="*/ 553403 w 553402"/>
                <a:gd name="connsiteY11" fmla="*/ 20955 h 402907"/>
                <a:gd name="connsiteX12" fmla="*/ 553403 w 553402"/>
                <a:gd name="connsiteY12" fmla="*/ 0 h 402907"/>
                <a:gd name="connsiteX13" fmla="*/ 468630 w 553402"/>
                <a:gd name="connsiteY13" fmla="*/ 0 h 402907"/>
                <a:gd name="connsiteX14" fmla="*/ 212407 w 553402"/>
                <a:gd name="connsiteY14" fmla="*/ 190500 h 402907"/>
                <a:gd name="connsiteX15" fmla="*/ 43815 w 553402"/>
                <a:gd name="connsiteY15" fmla="*/ 41910 h 402907"/>
                <a:gd name="connsiteX16" fmla="*/ 84772 w 553402"/>
                <a:gd name="connsiteY16" fmla="*/ 41910 h 402907"/>
                <a:gd name="connsiteX17" fmla="*/ 253365 w 553402"/>
                <a:gd name="connsiteY17" fmla="*/ 190500 h 402907"/>
                <a:gd name="connsiteX18" fmla="*/ 212407 w 553402"/>
                <a:gd name="connsiteY18" fmla="*/ 190500 h 402907"/>
                <a:gd name="connsiteX19" fmla="*/ 340042 w 553402"/>
                <a:gd name="connsiteY19" fmla="*/ 190500 h 402907"/>
                <a:gd name="connsiteX20" fmla="*/ 299085 w 553402"/>
                <a:gd name="connsiteY20" fmla="*/ 190500 h 402907"/>
                <a:gd name="connsiteX21" fmla="*/ 467678 w 553402"/>
                <a:gd name="connsiteY21" fmla="*/ 41910 h 402907"/>
                <a:gd name="connsiteX22" fmla="*/ 508635 w 553402"/>
                <a:gd name="connsiteY22" fmla="*/ 41910 h 402907"/>
                <a:gd name="connsiteX23" fmla="*/ 340042 w 553402"/>
                <a:gd name="connsiteY23" fmla="*/ 190500 h 402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553402" h="402907">
                  <a:moveTo>
                    <a:pt x="467678" y="0"/>
                  </a:moveTo>
                  <a:cubicBezTo>
                    <a:pt x="383857" y="0"/>
                    <a:pt x="310515" y="48578"/>
                    <a:pt x="276225" y="120015"/>
                  </a:cubicBezTo>
                  <a:cubicBezTo>
                    <a:pt x="241935" y="49530"/>
                    <a:pt x="168592" y="0"/>
                    <a:pt x="84772" y="0"/>
                  </a:cubicBezTo>
                  <a:lnTo>
                    <a:pt x="0" y="0"/>
                  </a:lnTo>
                  <a:lnTo>
                    <a:pt x="0" y="20955"/>
                  </a:lnTo>
                  <a:cubicBezTo>
                    <a:pt x="0" y="138113"/>
                    <a:pt x="95250" y="233363"/>
                    <a:pt x="212407" y="233363"/>
                  </a:cubicBezTo>
                  <a:lnTo>
                    <a:pt x="255270" y="233363"/>
                  </a:lnTo>
                  <a:lnTo>
                    <a:pt x="255270" y="402908"/>
                  </a:lnTo>
                  <a:lnTo>
                    <a:pt x="298132" y="402908"/>
                  </a:lnTo>
                  <a:lnTo>
                    <a:pt x="298132" y="233363"/>
                  </a:lnTo>
                  <a:lnTo>
                    <a:pt x="340995" y="233363"/>
                  </a:lnTo>
                  <a:cubicBezTo>
                    <a:pt x="458153" y="233363"/>
                    <a:pt x="553403" y="138113"/>
                    <a:pt x="553403" y="20955"/>
                  </a:cubicBezTo>
                  <a:lnTo>
                    <a:pt x="553403" y="0"/>
                  </a:lnTo>
                  <a:lnTo>
                    <a:pt x="468630" y="0"/>
                  </a:lnTo>
                  <a:close/>
                  <a:moveTo>
                    <a:pt x="212407" y="190500"/>
                  </a:moveTo>
                  <a:cubicBezTo>
                    <a:pt x="125730" y="190500"/>
                    <a:pt x="54292" y="125730"/>
                    <a:pt x="43815" y="41910"/>
                  </a:cubicBezTo>
                  <a:lnTo>
                    <a:pt x="84772" y="41910"/>
                  </a:lnTo>
                  <a:cubicBezTo>
                    <a:pt x="171450" y="41910"/>
                    <a:pt x="242888" y="106680"/>
                    <a:pt x="253365" y="190500"/>
                  </a:cubicBezTo>
                  <a:lnTo>
                    <a:pt x="212407" y="190500"/>
                  </a:lnTo>
                  <a:close/>
                  <a:moveTo>
                    <a:pt x="340042" y="190500"/>
                  </a:moveTo>
                  <a:lnTo>
                    <a:pt x="299085" y="190500"/>
                  </a:lnTo>
                  <a:cubicBezTo>
                    <a:pt x="309563" y="106680"/>
                    <a:pt x="381000" y="41910"/>
                    <a:pt x="467678" y="41910"/>
                  </a:cubicBezTo>
                  <a:lnTo>
                    <a:pt x="508635" y="41910"/>
                  </a:lnTo>
                  <a:cubicBezTo>
                    <a:pt x="498157" y="125730"/>
                    <a:pt x="426720" y="190500"/>
                    <a:pt x="340042" y="190500"/>
                  </a:cubicBezTo>
                  <a:close/>
                </a:path>
              </a:pathLst>
            </a:custGeom>
            <a:solidFill>
              <a:schemeClr val="accent2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10" name="Graphic 8">
              <a:extLst>
                <a:ext uri="{FF2B5EF4-FFF2-40B4-BE49-F238E27FC236}">
                  <a16:creationId xmlns:a16="http://schemas.microsoft.com/office/drawing/2014/main" id="{3ACF959F-56A5-E952-F484-09D13707B923}"/>
                </a:ext>
              </a:extLst>
            </p:cNvPr>
            <p:cNvGrpSpPr/>
            <p:nvPr/>
          </p:nvGrpSpPr>
          <p:grpSpPr>
            <a:xfrm>
              <a:off x="12372571" y="7209566"/>
              <a:ext cx="1087755" cy="1087754"/>
              <a:chOff x="12372571" y="7209566"/>
              <a:chExt cx="1087755" cy="1087754"/>
            </a:xfrm>
          </p:grpSpPr>
          <p:sp>
            <p:nvSpPr>
              <p:cNvPr id="11" name="Freeform 10">
                <a:extLst>
                  <a:ext uri="{FF2B5EF4-FFF2-40B4-BE49-F238E27FC236}">
                    <a16:creationId xmlns:a16="http://schemas.microsoft.com/office/drawing/2014/main" id="{1AA8C2A7-AF14-0681-9645-70B1E1D21E4A}"/>
                  </a:ext>
                </a:extLst>
              </p:cNvPr>
              <p:cNvSpPr/>
              <p:nvPr/>
            </p:nvSpPr>
            <p:spPr>
              <a:xfrm>
                <a:off x="12372571" y="7209566"/>
                <a:ext cx="1087755" cy="1087754"/>
              </a:xfrm>
              <a:custGeom>
                <a:avLst/>
                <a:gdLst>
                  <a:gd name="connsiteX0" fmla="*/ 1087755 w 1087755"/>
                  <a:gd name="connsiteY0" fmla="*/ 0 h 1087754"/>
                  <a:gd name="connsiteX1" fmla="*/ 1087755 w 1087755"/>
                  <a:gd name="connsiteY1" fmla="*/ 1087755 h 1087754"/>
                  <a:gd name="connsiteX2" fmla="*/ 0 w 1087755"/>
                  <a:gd name="connsiteY2" fmla="*/ 1087755 h 10877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087755" h="1087754">
                    <a:moveTo>
                      <a:pt x="1087755" y="0"/>
                    </a:moveTo>
                    <a:lnTo>
                      <a:pt x="1087755" y="1087755"/>
                    </a:lnTo>
                    <a:lnTo>
                      <a:pt x="0" y="1087755"/>
                    </a:lnTo>
                  </a:path>
                </a:pathLst>
              </a:custGeom>
              <a:no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8BDA1C6A-BF36-D885-B1B1-203DE44727B8}"/>
                  </a:ext>
                </a:extLst>
              </p:cNvPr>
              <p:cNvSpPr/>
              <p:nvPr/>
            </p:nvSpPr>
            <p:spPr>
              <a:xfrm>
                <a:off x="12383048" y="7669623"/>
                <a:ext cx="1062990" cy="552450"/>
              </a:xfrm>
              <a:custGeom>
                <a:avLst/>
                <a:gdLst>
                  <a:gd name="connsiteX0" fmla="*/ 1048703 w 1062990"/>
                  <a:gd name="connsiteY0" fmla="*/ 261938 h 552450"/>
                  <a:gd name="connsiteX1" fmla="*/ 944880 w 1062990"/>
                  <a:gd name="connsiteY1" fmla="*/ 206693 h 552450"/>
                  <a:gd name="connsiteX2" fmla="*/ 929640 w 1062990"/>
                  <a:gd name="connsiteY2" fmla="*/ 206693 h 552450"/>
                  <a:gd name="connsiteX3" fmla="*/ 661988 w 1062990"/>
                  <a:gd name="connsiteY3" fmla="*/ 0 h 552450"/>
                  <a:gd name="connsiteX4" fmla="*/ 418148 w 1062990"/>
                  <a:gd name="connsiteY4" fmla="*/ 146685 h 552450"/>
                  <a:gd name="connsiteX5" fmla="*/ 343853 w 1062990"/>
                  <a:gd name="connsiteY5" fmla="*/ 127635 h 552450"/>
                  <a:gd name="connsiteX6" fmla="*/ 203835 w 1062990"/>
                  <a:gd name="connsiteY6" fmla="*/ 191452 h 552450"/>
                  <a:gd name="connsiteX7" fmla="*/ 0 w 1062990"/>
                  <a:gd name="connsiteY7" fmla="*/ 191452 h 552450"/>
                  <a:gd name="connsiteX8" fmla="*/ 0 w 1062990"/>
                  <a:gd name="connsiteY8" fmla="*/ 488633 h 552450"/>
                  <a:gd name="connsiteX9" fmla="*/ 209550 w 1062990"/>
                  <a:gd name="connsiteY9" fmla="*/ 488633 h 552450"/>
                  <a:gd name="connsiteX10" fmla="*/ 404813 w 1062990"/>
                  <a:gd name="connsiteY10" fmla="*/ 552450 h 552450"/>
                  <a:gd name="connsiteX11" fmla="*/ 732473 w 1062990"/>
                  <a:gd name="connsiteY11" fmla="*/ 552450 h 552450"/>
                  <a:gd name="connsiteX12" fmla="*/ 738188 w 1062990"/>
                  <a:gd name="connsiteY12" fmla="*/ 547688 h 552450"/>
                  <a:gd name="connsiteX13" fmla="*/ 974408 w 1062990"/>
                  <a:gd name="connsiteY13" fmla="*/ 351473 h 552450"/>
                  <a:gd name="connsiteX14" fmla="*/ 1022985 w 1062990"/>
                  <a:gd name="connsiteY14" fmla="*/ 311468 h 552450"/>
                  <a:gd name="connsiteX15" fmla="*/ 1045845 w 1062990"/>
                  <a:gd name="connsiteY15" fmla="*/ 293370 h 552450"/>
                  <a:gd name="connsiteX16" fmla="*/ 1062990 w 1062990"/>
                  <a:gd name="connsiteY16" fmla="*/ 280035 h 552450"/>
                  <a:gd name="connsiteX17" fmla="*/ 1048703 w 1062990"/>
                  <a:gd name="connsiteY17" fmla="*/ 263843 h 552450"/>
                  <a:gd name="connsiteX18" fmla="*/ 662940 w 1062990"/>
                  <a:gd name="connsiteY18" fmla="*/ 41910 h 552450"/>
                  <a:gd name="connsiteX19" fmla="*/ 887730 w 1062990"/>
                  <a:gd name="connsiteY19" fmla="*/ 212408 h 552450"/>
                  <a:gd name="connsiteX20" fmla="*/ 832485 w 1062990"/>
                  <a:gd name="connsiteY20" fmla="*/ 240983 h 552450"/>
                  <a:gd name="connsiteX21" fmla="*/ 798195 w 1062990"/>
                  <a:gd name="connsiteY21" fmla="*/ 271463 h 552450"/>
                  <a:gd name="connsiteX22" fmla="*/ 746760 w 1062990"/>
                  <a:gd name="connsiteY22" fmla="*/ 318135 h 552450"/>
                  <a:gd name="connsiteX23" fmla="*/ 746760 w 1062990"/>
                  <a:gd name="connsiteY23" fmla="*/ 318135 h 552450"/>
                  <a:gd name="connsiteX24" fmla="*/ 600075 w 1062990"/>
                  <a:gd name="connsiteY24" fmla="*/ 190500 h 552450"/>
                  <a:gd name="connsiteX25" fmla="*/ 481965 w 1062990"/>
                  <a:gd name="connsiteY25" fmla="*/ 190500 h 552450"/>
                  <a:gd name="connsiteX26" fmla="*/ 456248 w 1062990"/>
                  <a:gd name="connsiteY26" fmla="*/ 168593 h 552450"/>
                  <a:gd name="connsiteX27" fmla="*/ 663893 w 1062990"/>
                  <a:gd name="connsiteY27" fmla="*/ 41910 h 552450"/>
                  <a:gd name="connsiteX28" fmla="*/ 191453 w 1062990"/>
                  <a:gd name="connsiteY28" fmla="*/ 445770 h 552450"/>
                  <a:gd name="connsiteX29" fmla="*/ 42863 w 1062990"/>
                  <a:gd name="connsiteY29" fmla="*/ 445770 h 552450"/>
                  <a:gd name="connsiteX30" fmla="*/ 42863 w 1062990"/>
                  <a:gd name="connsiteY30" fmla="*/ 233363 h 552450"/>
                  <a:gd name="connsiteX31" fmla="*/ 191453 w 1062990"/>
                  <a:gd name="connsiteY31" fmla="*/ 233363 h 552450"/>
                  <a:gd name="connsiteX32" fmla="*/ 191453 w 1062990"/>
                  <a:gd name="connsiteY32" fmla="*/ 445770 h 552450"/>
                  <a:gd name="connsiteX33" fmla="*/ 996315 w 1062990"/>
                  <a:gd name="connsiteY33" fmla="*/ 277178 h 552450"/>
                  <a:gd name="connsiteX34" fmla="*/ 946785 w 1062990"/>
                  <a:gd name="connsiteY34" fmla="*/ 318135 h 552450"/>
                  <a:gd name="connsiteX35" fmla="*/ 716280 w 1062990"/>
                  <a:gd name="connsiteY35" fmla="*/ 509588 h 552450"/>
                  <a:gd name="connsiteX36" fmla="*/ 411480 w 1062990"/>
                  <a:gd name="connsiteY36" fmla="*/ 509588 h 552450"/>
                  <a:gd name="connsiteX37" fmla="*/ 234315 w 1062990"/>
                  <a:gd name="connsiteY37" fmla="*/ 451485 h 552450"/>
                  <a:gd name="connsiteX38" fmla="*/ 234315 w 1062990"/>
                  <a:gd name="connsiteY38" fmla="*/ 220980 h 552450"/>
                  <a:gd name="connsiteX39" fmla="*/ 344805 w 1062990"/>
                  <a:gd name="connsiteY39" fmla="*/ 169545 h 552450"/>
                  <a:gd name="connsiteX40" fmla="*/ 456248 w 1062990"/>
                  <a:gd name="connsiteY40" fmla="*/ 225743 h 552450"/>
                  <a:gd name="connsiteX41" fmla="*/ 462915 w 1062990"/>
                  <a:gd name="connsiteY41" fmla="*/ 232410 h 552450"/>
                  <a:gd name="connsiteX42" fmla="*/ 600075 w 1062990"/>
                  <a:gd name="connsiteY42" fmla="*/ 232410 h 552450"/>
                  <a:gd name="connsiteX43" fmla="*/ 703898 w 1062990"/>
                  <a:gd name="connsiteY43" fmla="*/ 317183 h 552450"/>
                  <a:gd name="connsiteX44" fmla="*/ 503873 w 1062990"/>
                  <a:gd name="connsiteY44" fmla="*/ 317183 h 552450"/>
                  <a:gd name="connsiteX45" fmla="*/ 503873 w 1062990"/>
                  <a:gd name="connsiteY45" fmla="*/ 360045 h 552450"/>
                  <a:gd name="connsiteX46" fmla="*/ 762953 w 1062990"/>
                  <a:gd name="connsiteY46" fmla="*/ 360045 h 552450"/>
                  <a:gd name="connsiteX47" fmla="*/ 768668 w 1062990"/>
                  <a:gd name="connsiteY47" fmla="*/ 355283 h 552450"/>
                  <a:gd name="connsiteX48" fmla="*/ 827723 w 1062990"/>
                  <a:gd name="connsiteY48" fmla="*/ 302895 h 552450"/>
                  <a:gd name="connsiteX49" fmla="*/ 860108 w 1062990"/>
                  <a:gd name="connsiteY49" fmla="*/ 274320 h 552450"/>
                  <a:gd name="connsiteX50" fmla="*/ 941070 w 1062990"/>
                  <a:gd name="connsiteY50" fmla="*/ 249555 h 552450"/>
                  <a:gd name="connsiteX51" fmla="*/ 1001078 w 1062990"/>
                  <a:gd name="connsiteY51" fmla="*/ 274320 h 552450"/>
                  <a:gd name="connsiteX52" fmla="*/ 996315 w 1062990"/>
                  <a:gd name="connsiteY52" fmla="*/ 278130 h 552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</a:cxnLst>
                <a:rect l="l" t="t" r="r" b="b"/>
                <a:pathLst>
                  <a:path w="1062990" h="552450">
                    <a:moveTo>
                      <a:pt x="1048703" y="261938"/>
                    </a:moveTo>
                    <a:cubicBezTo>
                      <a:pt x="1022033" y="230505"/>
                      <a:pt x="985838" y="211455"/>
                      <a:pt x="944880" y="206693"/>
                    </a:cubicBezTo>
                    <a:cubicBezTo>
                      <a:pt x="940118" y="206693"/>
                      <a:pt x="935355" y="206693"/>
                      <a:pt x="929640" y="206693"/>
                    </a:cubicBezTo>
                    <a:cubicBezTo>
                      <a:pt x="898208" y="85725"/>
                      <a:pt x="788670" y="0"/>
                      <a:pt x="661988" y="0"/>
                    </a:cubicBezTo>
                    <a:cubicBezTo>
                      <a:pt x="535305" y="0"/>
                      <a:pt x="465773" y="57150"/>
                      <a:pt x="418148" y="146685"/>
                    </a:cubicBezTo>
                    <a:cubicBezTo>
                      <a:pt x="396240" y="136208"/>
                      <a:pt x="371475" y="127635"/>
                      <a:pt x="343853" y="127635"/>
                    </a:cubicBezTo>
                    <a:cubicBezTo>
                      <a:pt x="279083" y="127635"/>
                      <a:pt x="222885" y="174308"/>
                      <a:pt x="203835" y="191452"/>
                    </a:cubicBezTo>
                    <a:lnTo>
                      <a:pt x="0" y="191452"/>
                    </a:lnTo>
                    <a:lnTo>
                      <a:pt x="0" y="488633"/>
                    </a:lnTo>
                    <a:lnTo>
                      <a:pt x="209550" y="488633"/>
                    </a:lnTo>
                    <a:lnTo>
                      <a:pt x="404813" y="552450"/>
                    </a:lnTo>
                    <a:lnTo>
                      <a:pt x="732473" y="552450"/>
                    </a:lnTo>
                    <a:lnTo>
                      <a:pt x="738188" y="547688"/>
                    </a:lnTo>
                    <a:cubicBezTo>
                      <a:pt x="874395" y="434340"/>
                      <a:pt x="939165" y="381000"/>
                      <a:pt x="974408" y="351473"/>
                    </a:cubicBezTo>
                    <a:cubicBezTo>
                      <a:pt x="999173" y="331153"/>
                      <a:pt x="1015365" y="317818"/>
                      <a:pt x="1022985" y="311468"/>
                    </a:cubicBezTo>
                    <a:cubicBezTo>
                      <a:pt x="1027748" y="307658"/>
                      <a:pt x="1034415" y="301943"/>
                      <a:pt x="1045845" y="293370"/>
                    </a:cubicBezTo>
                    <a:lnTo>
                      <a:pt x="1062990" y="280035"/>
                    </a:lnTo>
                    <a:lnTo>
                      <a:pt x="1048703" y="263843"/>
                    </a:lnTo>
                    <a:close/>
                    <a:moveTo>
                      <a:pt x="662940" y="41910"/>
                    </a:moveTo>
                    <a:cubicBezTo>
                      <a:pt x="768668" y="41910"/>
                      <a:pt x="860108" y="112395"/>
                      <a:pt x="887730" y="212408"/>
                    </a:cubicBezTo>
                    <a:cubicBezTo>
                      <a:pt x="867728" y="218123"/>
                      <a:pt x="849630" y="227648"/>
                      <a:pt x="832485" y="240983"/>
                    </a:cubicBezTo>
                    <a:cubicBezTo>
                      <a:pt x="822008" y="249555"/>
                      <a:pt x="810578" y="260033"/>
                      <a:pt x="798195" y="271463"/>
                    </a:cubicBezTo>
                    <a:cubicBezTo>
                      <a:pt x="783908" y="284798"/>
                      <a:pt x="767715" y="300038"/>
                      <a:pt x="746760" y="318135"/>
                    </a:cubicBezTo>
                    <a:lnTo>
                      <a:pt x="746760" y="318135"/>
                    </a:lnTo>
                    <a:cubicBezTo>
                      <a:pt x="736283" y="245745"/>
                      <a:pt x="674370" y="190500"/>
                      <a:pt x="600075" y="190500"/>
                    </a:cubicBezTo>
                    <a:lnTo>
                      <a:pt x="481965" y="190500"/>
                    </a:lnTo>
                    <a:cubicBezTo>
                      <a:pt x="476250" y="184785"/>
                      <a:pt x="467678" y="177165"/>
                      <a:pt x="456248" y="168593"/>
                    </a:cubicBezTo>
                    <a:cubicBezTo>
                      <a:pt x="496253" y="91440"/>
                      <a:pt x="576263" y="41910"/>
                      <a:pt x="663893" y="41910"/>
                    </a:cubicBezTo>
                    <a:close/>
                    <a:moveTo>
                      <a:pt x="191453" y="445770"/>
                    </a:moveTo>
                    <a:lnTo>
                      <a:pt x="42863" y="445770"/>
                    </a:lnTo>
                    <a:lnTo>
                      <a:pt x="42863" y="233363"/>
                    </a:lnTo>
                    <a:lnTo>
                      <a:pt x="191453" y="233363"/>
                    </a:lnTo>
                    <a:lnTo>
                      <a:pt x="191453" y="445770"/>
                    </a:lnTo>
                    <a:close/>
                    <a:moveTo>
                      <a:pt x="996315" y="277178"/>
                    </a:moveTo>
                    <a:cubicBezTo>
                      <a:pt x="988057" y="283528"/>
                      <a:pt x="971550" y="297180"/>
                      <a:pt x="946785" y="318135"/>
                    </a:cubicBezTo>
                    <a:cubicBezTo>
                      <a:pt x="912495" y="346710"/>
                      <a:pt x="848678" y="400050"/>
                      <a:pt x="716280" y="509588"/>
                    </a:cubicBezTo>
                    <a:lnTo>
                      <a:pt x="411480" y="509588"/>
                    </a:lnTo>
                    <a:lnTo>
                      <a:pt x="234315" y="451485"/>
                    </a:lnTo>
                    <a:lnTo>
                      <a:pt x="234315" y="220980"/>
                    </a:lnTo>
                    <a:cubicBezTo>
                      <a:pt x="250508" y="206693"/>
                      <a:pt x="296228" y="169545"/>
                      <a:pt x="344805" y="169545"/>
                    </a:cubicBezTo>
                    <a:cubicBezTo>
                      <a:pt x="393383" y="169545"/>
                      <a:pt x="456248" y="225743"/>
                      <a:pt x="456248" y="225743"/>
                    </a:cubicBezTo>
                    <a:lnTo>
                      <a:pt x="462915" y="232410"/>
                    </a:lnTo>
                    <a:lnTo>
                      <a:pt x="600075" y="232410"/>
                    </a:lnTo>
                    <a:cubicBezTo>
                      <a:pt x="651510" y="232410"/>
                      <a:pt x="694373" y="268605"/>
                      <a:pt x="703898" y="317183"/>
                    </a:cubicBezTo>
                    <a:lnTo>
                      <a:pt x="503873" y="317183"/>
                    </a:lnTo>
                    <a:lnTo>
                      <a:pt x="503873" y="360045"/>
                    </a:lnTo>
                    <a:lnTo>
                      <a:pt x="762953" y="360045"/>
                    </a:lnTo>
                    <a:lnTo>
                      <a:pt x="768668" y="355283"/>
                    </a:lnTo>
                    <a:cubicBezTo>
                      <a:pt x="793433" y="334328"/>
                      <a:pt x="812483" y="317183"/>
                      <a:pt x="827723" y="302895"/>
                    </a:cubicBezTo>
                    <a:cubicBezTo>
                      <a:pt x="840105" y="291465"/>
                      <a:pt x="849630" y="281940"/>
                      <a:pt x="860108" y="274320"/>
                    </a:cubicBezTo>
                    <a:cubicBezTo>
                      <a:pt x="882968" y="255270"/>
                      <a:pt x="911543" y="246698"/>
                      <a:pt x="941070" y="249555"/>
                    </a:cubicBezTo>
                    <a:cubicBezTo>
                      <a:pt x="962978" y="251460"/>
                      <a:pt x="983933" y="260033"/>
                      <a:pt x="1001078" y="274320"/>
                    </a:cubicBezTo>
                    <a:cubicBezTo>
                      <a:pt x="999173" y="275273"/>
                      <a:pt x="998220" y="277178"/>
                      <a:pt x="996315" y="278130"/>
                    </a:cubicBezTo>
                    <a:close/>
                  </a:path>
                </a:pathLst>
              </a:custGeom>
              <a:solidFill>
                <a:schemeClr val="bg1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35474825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04BE623F-DB6C-3D05-E5AC-0FB1CD275E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20318413" cy="1143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5765827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04BE623F-DB6C-3D05-E5AC-0FB1CD275E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20318413" cy="1143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0828018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D6A45-524F-08F1-9FDF-87202C66C8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39802" y="1870605"/>
            <a:ext cx="15238810" cy="3979333"/>
          </a:xfrm>
        </p:spPr>
        <p:txBody>
          <a:bodyPr anchor="b"/>
          <a:lstStyle>
            <a:lvl1pPr algn="ctr">
              <a:defRPr sz="7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C68921-CA36-6180-78DB-809E3C61EE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39802" y="6003397"/>
            <a:ext cx="15238810" cy="2759603"/>
          </a:xfrm>
        </p:spPr>
        <p:txBody>
          <a:bodyPr/>
          <a:lstStyle>
            <a:lvl1pPr marL="0" indent="0" algn="ctr">
              <a:buNone/>
              <a:defRPr sz="3000"/>
            </a:lvl1pPr>
            <a:lvl2pPr marL="571511" indent="0" algn="ctr">
              <a:buNone/>
              <a:defRPr sz="2500"/>
            </a:lvl2pPr>
            <a:lvl3pPr marL="1143023" indent="0" algn="ctr">
              <a:buNone/>
              <a:defRPr sz="2250"/>
            </a:lvl3pPr>
            <a:lvl4pPr marL="1714534" indent="0" algn="ctr">
              <a:buNone/>
              <a:defRPr sz="2000"/>
            </a:lvl4pPr>
            <a:lvl5pPr marL="2286046" indent="0" algn="ctr">
              <a:buNone/>
              <a:defRPr sz="2000"/>
            </a:lvl5pPr>
            <a:lvl6pPr marL="2857557" indent="0" algn="ctr">
              <a:buNone/>
              <a:defRPr sz="2000"/>
            </a:lvl6pPr>
            <a:lvl7pPr marL="3429069" indent="0" algn="ctr">
              <a:buNone/>
              <a:defRPr sz="2000"/>
            </a:lvl7pPr>
            <a:lvl8pPr marL="4000580" indent="0" algn="ctr">
              <a:buNone/>
              <a:defRPr sz="2000"/>
            </a:lvl8pPr>
            <a:lvl9pPr marL="4572091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96F352-2C44-E0A7-0385-E3E2813C44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9D1AEB-F400-1848-A41F-8B6BD3066F6D}" type="datetimeFigureOut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F8C031-7D25-9F3A-FBC9-8BAB899C6A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1F4804-2C8E-9A4E-338C-0BDB1F1E32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9956CD-7AB9-B143-AE54-E65367ADB6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92135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 - Maroon - 2 Column w/ Media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59C55-2FD0-1B45-D242-0C8C493EDB1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9200" y="457200"/>
            <a:ext cx="19441062" cy="73881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1523848" rtl="0" eaLnBrk="1" fontAlgn="auto" latinLnBrk="0" hangingPunct="1">
              <a:lnSpc>
                <a:spcPct val="110000"/>
              </a:lnSpc>
              <a:spcBef>
                <a:spcPct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 sz="4400" b="1">
                <a:solidFill>
                  <a:schemeClr val="bg1"/>
                </a:solidFill>
                <a:latin typeface="+mj-lt"/>
                <a:cs typeface="Poppins" pitchFamily="2" charset="77"/>
              </a:defRPr>
            </a:lvl1pPr>
          </a:lstStyle>
          <a:p>
            <a:r>
              <a:rPr lang="en-GB" dirty="0"/>
              <a:t>Slide title goes here on 1 line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AAFF58-1895-74A3-698E-D878C307229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8150" y="1267200"/>
            <a:ext cx="19442112" cy="573884"/>
          </a:xfrm>
          <a:prstGeom prst="rect">
            <a:avLst/>
          </a:prstGeom>
        </p:spPr>
        <p:txBody>
          <a:bodyPr anchor="t"/>
          <a:lstStyle>
            <a:lvl1pPr marL="0" marR="0" indent="0" algn="l" defTabSz="1523848" rtl="0" eaLnBrk="1" fontAlgn="auto" latinLnBrk="0" hangingPunct="1">
              <a:lnSpc>
                <a:spcPct val="90000"/>
              </a:lnSpc>
              <a:spcBef>
                <a:spcPts val="1667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bg1"/>
                </a:solidFill>
              </a:defRPr>
            </a:lvl1pPr>
            <a:lvl2pPr marL="761924" indent="0" algn="ctr">
              <a:buNone/>
              <a:defRPr sz="3333"/>
            </a:lvl2pPr>
            <a:lvl3pPr marL="1523848" indent="0" algn="ctr">
              <a:buNone/>
              <a:defRPr sz="3000"/>
            </a:lvl3pPr>
            <a:lvl4pPr marL="2285771" indent="0" algn="ctr">
              <a:buNone/>
              <a:defRPr sz="2666"/>
            </a:lvl4pPr>
            <a:lvl5pPr marL="3047695" indent="0" algn="ctr">
              <a:buNone/>
              <a:defRPr sz="2666"/>
            </a:lvl5pPr>
            <a:lvl6pPr marL="3809619" indent="0" algn="ctr">
              <a:buNone/>
              <a:defRPr sz="2666"/>
            </a:lvl6pPr>
            <a:lvl7pPr marL="4571543" indent="0" algn="ctr">
              <a:buNone/>
              <a:defRPr sz="2666"/>
            </a:lvl7pPr>
            <a:lvl8pPr marL="5333467" indent="0" algn="ctr">
              <a:buNone/>
              <a:defRPr sz="2666"/>
            </a:lvl8pPr>
            <a:lvl9pPr marL="6095390" indent="0" algn="ctr">
              <a:buNone/>
              <a:defRPr sz="2666"/>
            </a:lvl9pPr>
          </a:lstStyle>
          <a:p>
            <a:r>
              <a:rPr lang="en-GB"/>
              <a:t>Subtitle goes here on 1 line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B4B14DC-23EE-FBE4-6AE9-EC06E3E5F7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1881808"/>
            <a:ext cx="20318413" cy="0"/>
          </a:xfrm>
          <a:prstGeom prst="line">
            <a:avLst/>
          </a:prstGeom>
          <a:ln w="222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AA99F92D-9095-DA83-60F2-A43FB5C7280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38150" y="2584175"/>
            <a:ext cx="9358037" cy="6864614"/>
          </a:xfrm>
          <a:prstGeom prst="rect">
            <a:avLst/>
          </a:prstGeo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3000">
                <a:solidFill>
                  <a:schemeClr val="bg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800">
                <a:solidFill>
                  <a:schemeClr val="bg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600">
                <a:solidFill>
                  <a:schemeClr val="bg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400">
                <a:solidFill>
                  <a:schemeClr val="bg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2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174E78C-7224-CFE0-F0BC-D6CF58ECD75C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10522227" y="2584174"/>
            <a:ext cx="9358035" cy="6864625"/>
          </a:xfrm>
          <a:prstGeom prst="rect">
            <a:avLst/>
          </a:prstGeom>
        </p:spPr>
        <p:txBody>
          <a:bodyPr/>
          <a:lstStyle>
            <a:lvl1pPr algn="ctr">
              <a:defRPr sz="25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add media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86AFD4D6-CC7D-9D99-DF02-F294BC8603E0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5" name="Date Placeholder 3">
            <a:extLst>
              <a:ext uri="{FF2B5EF4-FFF2-40B4-BE49-F238E27FC236}">
                <a16:creationId xmlns:a16="http://schemas.microsoft.com/office/drawing/2014/main" id="{5B5A15BD-FD3B-A9EB-7651-4C15CB2C14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6412307" y="10621112"/>
            <a:ext cx="2572579" cy="3501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bg1"/>
                </a:solidFill>
              </a:defRPr>
            </a:lvl1pPr>
          </a:lstStyle>
          <a:p>
            <a:fld id="{D2792E9C-7E5E-F14F-B049-5BFE22D713B7}" type="datetime4">
              <a:rPr lang="en-CA" smtClean="0"/>
              <a:pPr/>
              <a:t>September 30, 2026</a:t>
            </a:fld>
            <a:endParaRPr lang="en-US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33B25B5-1522-E269-6B4D-E80F42610EA8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10689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00" userDrawn="1">
          <p15:clr>
            <a:srgbClr val="FBAE40"/>
          </p15:clr>
        </p15:guide>
        <p15:guide id="2" pos="6399" userDrawn="1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b - Maroon - 2 Column w/ Media Left - No Header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59C55-2FD0-1B45-D242-0C8C493EDB1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9200" y="457200"/>
            <a:ext cx="19441062" cy="738817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lnSpc>
                <a:spcPct val="110000"/>
              </a:lnSpc>
              <a:spcAft>
                <a:spcPts val="1000"/>
              </a:spcAft>
              <a:defRPr sz="4400" b="1">
                <a:solidFill>
                  <a:schemeClr val="bg1"/>
                </a:solidFill>
                <a:latin typeface="+mj-lt"/>
                <a:cs typeface="Poppins" pitchFamily="2" charset="77"/>
              </a:defRPr>
            </a:lvl1pPr>
          </a:lstStyle>
          <a:p>
            <a:r>
              <a:rPr lang="en-GB"/>
              <a:t>Slide title goes here on 1 line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AAFF58-1895-74A3-698E-D878C307229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8150" y="1267200"/>
            <a:ext cx="19442112" cy="573884"/>
          </a:xfrm>
          <a:prstGeom prst="rect">
            <a:avLst/>
          </a:prstGeom>
        </p:spPr>
        <p:txBody>
          <a:bodyPr anchor="t"/>
          <a:lstStyle>
            <a:lvl1pPr marL="0" indent="0" algn="l">
              <a:buNone/>
              <a:defRPr sz="3600">
                <a:solidFill>
                  <a:schemeClr val="bg1"/>
                </a:solidFill>
              </a:defRPr>
            </a:lvl1pPr>
            <a:lvl2pPr marL="761924" indent="0" algn="ctr">
              <a:buNone/>
              <a:defRPr sz="3333"/>
            </a:lvl2pPr>
            <a:lvl3pPr marL="1523848" indent="0" algn="ctr">
              <a:buNone/>
              <a:defRPr sz="3000"/>
            </a:lvl3pPr>
            <a:lvl4pPr marL="2285771" indent="0" algn="ctr">
              <a:buNone/>
              <a:defRPr sz="2666"/>
            </a:lvl4pPr>
            <a:lvl5pPr marL="3047695" indent="0" algn="ctr">
              <a:buNone/>
              <a:defRPr sz="2666"/>
            </a:lvl5pPr>
            <a:lvl6pPr marL="3809619" indent="0" algn="ctr">
              <a:buNone/>
              <a:defRPr sz="2666"/>
            </a:lvl6pPr>
            <a:lvl7pPr marL="4571543" indent="0" algn="ctr">
              <a:buNone/>
              <a:defRPr sz="2666"/>
            </a:lvl7pPr>
            <a:lvl8pPr marL="5333467" indent="0" algn="ctr">
              <a:buNone/>
              <a:defRPr sz="2666"/>
            </a:lvl8pPr>
            <a:lvl9pPr marL="6095390" indent="0" algn="ctr">
              <a:buNone/>
              <a:defRPr sz="2666"/>
            </a:lvl9pPr>
          </a:lstStyle>
          <a:p>
            <a:r>
              <a:rPr lang="en-GB"/>
              <a:t>Subtitle goes here on 1 line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AA99F92D-9095-DA83-60F2-A43FB5C7280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38150" y="2584175"/>
            <a:ext cx="9358037" cy="6864614"/>
          </a:xfrm>
          <a:prstGeom prst="rect">
            <a:avLst/>
          </a:prstGeo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3000">
                <a:solidFill>
                  <a:schemeClr val="bg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800">
                <a:solidFill>
                  <a:schemeClr val="bg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600">
                <a:solidFill>
                  <a:schemeClr val="bg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400">
                <a:solidFill>
                  <a:schemeClr val="bg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2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174E78C-7224-CFE0-F0BC-D6CF58ECD75C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10522227" y="2584174"/>
            <a:ext cx="9358035" cy="6864625"/>
          </a:xfrm>
          <a:prstGeom prst="rect">
            <a:avLst/>
          </a:prstGeom>
        </p:spPr>
        <p:txBody>
          <a:bodyPr/>
          <a:lstStyle>
            <a:lvl1pPr algn="ctr">
              <a:defRPr sz="25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add media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FF6AF12-7C41-8BE1-F0D0-29655407E7C0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CB6DC690-5E0E-28AC-904A-0B078C570E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6412307" y="10621112"/>
            <a:ext cx="2572579" cy="3501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bg1"/>
                </a:solidFill>
              </a:defRPr>
            </a:lvl1pPr>
          </a:lstStyle>
          <a:p>
            <a:fld id="{D2792E9C-7E5E-F14F-B049-5BFE22D713B7}" type="datetime4">
              <a:rPr lang="en-CA" smtClean="0"/>
              <a:pPr/>
              <a:t>September 30, 2026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6E704A5E-F49B-B7F5-E918-A733AE8352DD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55170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2 - Maroon - 2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59C55-2FD0-1B45-D242-0C8C493EDB1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9200" y="457200"/>
            <a:ext cx="19441062" cy="738817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lnSpc>
                <a:spcPct val="110000"/>
              </a:lnSpc>
              <a:spcAft>
                <a:spcPts val="1000"/>
              </a:spcAft>
              <a:defRPr sz="4400" b="1">
                <a:solidFill>
                  <a:schemeClr val="bg1"/>
                </a:solidFill>
                <a:latin typeface="+mj-lt"/>
                <a:cs typeface="Poppins" pitchFamily="2" charset="77"/>
              </a:defRPr>
            </a:lvl1pPr>
          </a:lstStyle>
          <a:p>
            <a:r>
              <a:rPr lang="en-GB"/>
              <a:t>Slide title goes here on 1 line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AAFF58-1895-74A3-698E-D878C307229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8150" y="1267200"/>
            <a:ext cx="19442112" cy="573884"/>
          </a:xfrm>
          <a:prstGeom prst="rect">
            <a:avLst/>
          </a:prstGeom>
        </p:spPr>
        <p:txBody>
          <a:bodyPr anchor="t"/>
          <a:lstStyle>
            <a:lvl1pPr marL="0" indent="0" algn="l">
              <a:buNone/>
              <a:defRPr sz="3600">
                <a:solidFill>
                  <a:schemeClr val="bg1"/>
                </a:solidFill>
              </a:defRPr>
            </a:lvl1pPr>
            <a:lvl2pPr marL="761924" indent="0" algn="ctr">
              <a:buNone/>
              <a:defRPr sz="3333"/>
            </a:lvl2pPr>
            <a:lvl3pPr marL="1523848" indent="0" algn="ctr">
              <a:buNone/>
              <a:defRPr sz="3000"/>
            </a:lvl3pPr>
            <a:lvl4pPr marL="2285771" indent="0" algn="ctr">
              <a:buNone/>
              <a:defRPr sz="2666"/>
            </a:lvl4pPr>
            <a:lvl5pPr marL="3047695" indent="0" algn="ctr">
              <a:buNone/>
              <a:defRPr sz="2666"/>
            </a:lvl5pPr>
            <a:lvl6pPr marL="3809619" indent="0" algn="ctr">
              <a:buNone/>
              <a:defRPr sz="2666"/>
            </a:lvl6pPr>
            <a:lvl7pPr marL="4571543" indent="0" algn="ctr">
              <a:buNone/>
              <a:defRPr sz="2666"/>
            </a:lvl7pPr>
            <a:lvl8pPr marL="5333467" indent="0" algn="ctr">
              <a:buNone/>
              <a:defRPr sz="2666"/>
            </a:lvl8pPr>
            <a:lvl9pPr marL="6095390" indent="0" algn="ctr">
              <a:buNone/>
              <a:defRPr sz="2666"/>
            </a:lvl9pPr>
          </a:lstStyle>
          <a:p>
            <a:r>
              <a:rPr lang="en-GB"/>
              <a:t>Subtitle goes here on 1 line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C529A88-D552-5768-A82B-3E566E9D07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1881808"/>
            <a:ext cx="20318413" cy="0"/>
          </a:xfrm>
          <a:prstGeom prst="line">
            <a:avLst/>
          </a:prstGeom>
          <a:ln w="2222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AA99F92D-9095-DA83-60F2-A43FB5C7280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38150" y="2584175"/>
            <a:ext cx="9358037" cy="6864614"/>
          </a:xfrm>
          <a:prstGeom prst="rect">
            <a:avLst/>
          </a:prstGeo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3000">
                <a:solidFill>
                  <a:schemeClr val="bg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800">
                <a:solidFill>
                  <a:schemeClr val="bg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600">
                <a:solidFill>
                  <a:schemeClr val="bg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400">
                <a:solidFill>
                  <a:schemeClr val="bg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2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896D3EB3-4253-442C-A8D9-9DF1DE97D52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0523054" y="2584175"/>
            <a:ext cx="9358037" cy="6864614"/>
          </a:xfrm>
          <a:prstGeom prst="rect">
            <a:avLst/>
          </a:prstGeo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3000">
                <a:solidFill>
                  <a:schemeClr val="bg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800">
                <a:solidFill>
                  <a:schemeClr val="bg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600">
                <a:solidFill>
                  <a:schemeClr val="bg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400">
                <a:solidFill>
                  <a:schemeClr val="bg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2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9D081330-5A28-E4D0-9326-FCD3C8A3092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9142229-C23E-F804-341D-00160009F1E6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3A262C7-63EC-2138-A464-D796BD33251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941549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3 - Maroon - 2 Column Text w/ Full Blee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59C55-2FD0-1B45-D242-0C8C493EDB1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9200" y="457200"/>
            <a:ext cx="9719213" cy="738817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lnSpc>
                <a:spcPct val="110000"/>
              </a:lnSpc>
              <a:spcAft>
                <a:spcPts val="1000"/>
              </a:spcAft>
              <a:defRPr sz="4400" b="1">
                <a:solidFill>
                  <a:schemeClr val="bg1"/>
                </a:solidFill>
                <a:latin typeface="+mj-lt"/>
                <a:cs typeface="Poppins" pitchFamily="2" charset="77"/>
              </a:defRPr>
            </a:lvl1pPr>
          </a:lstStyle>
          <a:p>
            <a:r>
              <a:rPr lang="en-GB"/>
              <a:t>Slide title goes here, 1 line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AAFF58-1895-74A3-698E-D878C307229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8150" y="1267200"/>
            <a:ext cx="9719213" cy="573884"/>
          </a:xfrm>
          <a:prstGeom prst="rect">
            <a:avLst/>
          </a:prstGeom>
        </p:spPr>
        <p:txBody>
          <a:bodyPr anchor="t"/>
          <a:lstStyle>
            <a:lvl1pPr marL="0" indent="0" algn="l">
              <a:buNone/>
              <a:defRPr sz="3600">
                <a:solidFill>
                  <a:schemeClr val="bg1"/>
                </a:solidFill>
              </a:defRPr>
            </a:lvl1pPr>
            <a:lvl2pPr marL="761924" indent="0" algn="ctr">
              <a:buNone/>
              <a:defRPr sz="3333"/>
            </a:lvl2pPr>
            <a:lvl3pPr marL="1523848" indent="0" algn="ctr">
              <a:buNone/>
              <a:defRPr sz="3000"/>
            </a:lvl3pPr>
            <a:lvl4pPr marL="2285771" indent="0" algn="ctr">
              <a:buNone/>
              <a:defRPr sz="2666"/>
            </a:lvl4pPr>
            <a:lvl5pPr marL="3047695" indent="0" algn="ctr">
              <a:buNone/>
              <a:defRPr sz="2666"/>
            </a:lvl5pPr>
            <a:lvl6pPr marL="3809619" indent="0" algn="ctr">
              <a:buNone/>
              <a:defRPr sz="2666"/>
            </a:lvl6pPr>
            <a:lvl7pPr marL="4571543" indent="0" algn="ctr">
              <a:buNone/>
              <a:defRPr sz="2666"/>
            </a:lvl7pPr>
            <a:lvl8pPr marL="5333467" indent="0" algn="ctr">
              <a:buNone/>
              <a:defRPr sz="2666"/>
            </a:lvl8pPr>
            <a:lvl9pPr marL="6095390" indent="0" algn="ctr">
              <a:buNone/>
              <a:defRPr sz="2666"/>
            </a:lvl9pPr>
          </a:lstStyle>
          <a:p>
            <a:r>
              <a:rPr lang="en-GB"/>
              <a:t>Subtitle goes here on 1 line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26B1CBC-42D7-E0E9-7FA2-DD0FC19C43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1881808"/>
            <a:ext cx="10158413" cy="0"/>
          </a:xfrm>
          <a:prstGeom prst="line">
            <a:avLst/>
          </a:prstGeom>
          <a:ln w="2222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AA99F92D-9095-DA83-60F2-A43FB5C7280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38150" y="2584175"/>
            <a:ext cx="9358037" cy="6864614"/>
          </a:xfrm>
          <a:prstGeom prst="rect">
            <a:avLst/>
          </a:prstGeo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3000">
                <a:solidFill>
                  <a:schemeClr val="bg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800">
                <a:solidFill>
                  <a:schemeClr val="bg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600">
                <a:solidFill>
                  <a:schemeClr val="bg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400">
                <a:solidFill>
                  <a:schemeClr val="bg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2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04DA801D-D3DE-36AA-5F49-6AAF7A91E9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0158413" y="1"/>
            <a:ext cx="10160000" cy="944878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13A5F7C0-3B3D-00CB-EBCE-D8B8259CE32C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1E4168D-5150-026C-2958-B4D881016B62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CF903402-49EA-7F72-EFF3-AA4C3E975EA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0770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3b - Maroon - 2 Column Text w/ Full Blee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59C55-2FD0-1B45-D242-0C8C493EDB1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9200" y="457200"/>
            <a:ext cx="9719213" cy="738817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lnSpc>
                <a:spcPct val="110000"/>
              </a:lnSpc>
              <a:spcAft>
                <a:spcPts val="1000"/>
              </a:spcAft>
              <a:defRPr sz="4400" b="1">
                <a:solidFill>
                  <a:schemeClr val="bg1"/>
                </a:solidFill>
                <a:latin typeface="+mj-lt"/>
                <a:cs typeface="Poppins" pitchFamily="2" charset="77"/>
              </a:defRPr>
            </a:lvl1pPr>
          </a:lstStyle>
          <a:p>
            <a:r>
              <a:rPr lang="en-GB"/>
              <a:t>Slide title goes here, 1 line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AAFF58-1895-74A3-698E-D878C307229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8150" y="1267200"/>
            <a:ext cx="9719213" cy="573884"/>
          </a:xfrm>
          <a:prstGeom prst="rect">
            <a:avLst/>
          </a:prstGeom>
        </p:spPr>
        <p:txBody>
          <a:bodyPr anchor="t"/>
          <a:lstStyle>
            <a:lvl1pPr marL="0" indent="0" algn="l">
              <a:buNone/>
              <a:defRPr sz="3600">
                <a:solidFill>
                  <a:schemeClr val="bg1"/>
                </a:solidFill>
              </a:defRPr>
            </a:lvl1pPr>
            <a:lvl2pPr marL="761924" indent="0" algn="ctr">
              <a:buNone/>
              <a:defRPr sz="3333"/>
            </a:lvl2pPr>
            <a:lvl3pPr marL="1523848" indent="0" algn="ctr">
              <a:buNone/>
              <a:defRPr sz="3000"/>
            </a:lvl3pPr>
            <a:lvl4pPr marL="2285771" indent="0" algn="ctr">
              <a:buNone/>
              <a:defRPr sz="2666"/>
            </a:lvl4pPr>
            <a:lvl5pPr marL="3047695" indent="0" algn="ctr">
              <a:buNone/>
              <a:defRPr sz="2666"/>
            </a:lvl5pPr>
            <a:lvl6pPr marL="3809619" indent="0" algn="ctr">
              <a:buNone/>
              <a:defRPr sz="2666"/>
            </a:lvl6pPr>
            <a:lvl7pPr marL="4571543" indent="0" algn="ctr">
              <a:buNone/>
              <a:defRPr sz="2666"/>
            </a:lvl7pPr>
            <a:lvl8pPr marL="5333467" indent="0" algn="ctr">
              <a:buNone/>
              <a:defRPr sz="2666"/>
            </a:lvl8pPr>
            <a:lvl9pPr marL="6095390" indent="0" algn="ctr">
              <a:buNone/>
              <a:defRPr sz="2666"/>
            </a:lvl9pPr>
          </a:lstStyle>
          <a:p>
            <a:r>
              <a:rPr lang="en-GB"/>
              <a:t>Subtitle goes here on 1 line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26B1CBC-42D7-E0E9-7FA2-DD0FC19C43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1881808"/>
            <a:ext cx="10158413" cy="0"/>
          </a:xfrm>
          <a:prstGeom prst="line">
            <a:avLst/>
          </a:prstGeom>
          <a:ln w="222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AA99F92D-9095-DA83-60F2-A43FB5C7280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38150" y="2584175"/>
            <a:ext cx="9358037" cy="6864614"/>
          </a:xfrm>
          <a:prstGeom prst="rect">
            <a:avLst/>
          </a:prstGeo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3000">
                <a:solidFill>
                  <a:schemeClr val="bg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800">
                <a:solidFill>
                  <a:schemeClr val="bg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600">
                <a:solidFill>
                  <a:schemeClr val="bg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400">
                <a:solidFill>
                  <a:schemeClr val="bg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2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04DA801D-D3DE-36AA-5F49-6AAF7A91E9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0158413" y="0"/>
            <a:ext cx="10160000" cy="10332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13A5F7C0-3B3D-00CB-EBCE-D8B8259CE32C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1E4168D-5150-026C-2958-B4D881016B62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CF903402-49EA-7F72-EFF3-AA4C3E975EA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71541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4 - Maroon - 2 Column Text w/ Centr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59C55-2FD0-1B45-D242-0C8C493EDB1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9200" y="457200"/>
            <a:ext cx="19441062" cy="738817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lnSpc>
                <a:spcPct val="110000"/>
              </a:lnSpc>
              <a:spcAft>
                <a:spcPts val="1000"/>
              </a:spcAft>
              <a:defRPr sz="4400" b="1">
                <a:solidFill>
                  <a:schemeClr val="bg1"/>
                </a:solidFill>
                <a:latin typeface="+mj-lt"/>
                <a:cs typeface="Poppins" pitchFamily="2" charset="77"/>
              </a:defRPr>
            </a:lvl1pPr>
          </a:lstStyle>
          <a:p>
            <a:r>
              <a:rPr lang="en-GB" dirty="0"/>
              <a:t>Slide title goes here on 1 line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AAFF58-1895-74A3-698E-D878C307229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8150" y="1267200"/>
            <a:ext cx="19442112" cy="573884"/>
          </a:xfrm>
          <a:prstGeom prst="rect">
            <a:avLst/>
          </a:prstGeom>
        </p:spPr>
        <p:txBody>
          <a:bodyPr anchor="t"/>
          <a:lstStyle>
            <a:lvl1pPr marL="0" indent="0" algn="l">
              <a:buNone/>
              <a:defRPr sz="3600">
                <a:solidFill>
                  <a:schemeClr val="bg1"/>
                </a:solidFill>
              </a:defRPr>
            </a:lvl1pPr>
            <a:lvl2pPr marL="761924" indent="0" algn="ctr">
              <a:buNone/>
              <a:defRPr sz="3333"/>
            </a:lvl2pPr>
            <a:lvl3pPr marL="1523848" indent="0" algn="ctr">
              <a:buNone/>
              <a:defRPr sz="3000"/>
            </a:lvl3pPr>
            <a:lvl4pPr marL="2285771" indent="0" algn="ctr">
              <a:buNone/>
              <a:defRPr sz="2666"/>
            </a:lvl4pPr>
            <a:lvl5pPr marL="3047695" indent="0" algn="ctr">
              <a:buNone/>
              <a:defRPr sz="2666"/>
            </a:lvl5pPr>
            <a:lvl6pPr marL="3809619" indent="0" algn="ctr">
              <a:buNone/>
              <a:defRPr sz="2666"/>
            </a:lvl6pPr>
            <a:lvl7pPr marL="4571543" indent="0" algn="ctr">
              <a:buNone/>
              <a:defRPr sz="2666"/>
            </a:lvl7pPr>
            <a:lvl8pPr marL="5333467" indent="0" algn="ctr">
              <a:buNone/>
              <a:defRPr sz="2666"/>
            </a:lvl8pPr>
            <a:lvl9pPr marL="6095390" indent="0" algn="ctr">
              <a:buNone/>
              <a:defRPr sz="2666"/>
            </a:lvl9pPr>
          </a:lstStyle>
          <a:p>
            <a:r>
              <a:rPr lang="en-GB"/>
              <a:t>Subtitle goes here on 1 line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C529A88-D552-5768-A82B-3E566E9D07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1881808"/>
            <a:ext cx="20318413" cy="0"/>
          </a:xfrm>
          <a:prstGeom prst="line">
            <a:avLst/>
          </a:prstGeom>
          <a:ln w="222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Picture Placeholder 8">
            <a:extLst>
              <a:ext uri="{FF2B5EF4-FFF2-40B4-BE49-F238E27FC236}">
                <a16:creationId xmlns:a16="http://schemas.microsoft.com/office/drawing/2014/main" id="{42E8FF69-497B-08CB-9F38-1BCA485AFF8E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439200" y="2044800"/>
            <a:ext cx="19443600" cy="36684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AA99F92D-9095-DA83-60F2-A43FB5C7280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39200" y="6267600"/>
            <a:ext cx="9356400" cy="3178800"/>
          </a:xfrm>
          <a:prstGeom prst="rect">
            <a:avLst/>
          </a:prstGeo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3000">
                <a:solidFill>
                  <a:schemeClr val="bg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800">
                <a:solidFill>
                  <a:schemeClr val="bg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600">
                <a:solidFill>
                  <a:schemeClr val="bg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400">
                <a:solidFill>
                  <a:schemeClr val="bg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2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896D3EB3-4253-442C-A8D9-9DF1DE97D52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0523054" y="6267600"/>
            <a:ext cx="9356400" cy="3178800"/>
          </a:xfrm>
          <a:prstGeom prst="rect">
            <a:avLst/>
          </a:prstGeo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3000">
                <a:solidFill>
                  <a:schemeClr val="bg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800">
                <a:solidFill>
                  <a:schemeClr val="bg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600">
                <a:solidFill>
                  <a:schemeClr val="bg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400">
                <a:solidFill>
                  <a:schemeClr val="bg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2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AC4680B1-AE53-6408-584D-F76A8EC3426E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933BE9F3-3CB4-B281-8CBC-1E004A930F24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3B4B0961-0CB2-24FD-9EAE-6C1840B6257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04205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4 - 2 Column Text w/ Callou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168B941-1F2D-5CE2-2A8F-A04A5B1FF2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1"/>
            <a:ext cx="20318413" cy="188179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4259C55-2FD0-1B45-D242-0C8C493EDB1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9200" y="457200"/>
            <a:ext cx="19441062" cy="738817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lnSpc>
                <a:spcPct val="110000"/>
              </a:lnSpc>
              <a:spcAft>
                <a:spcPts val="1000"/>
              </a:spcAft>
              <a:defRPr sz="4400" b="1">
                <a:solidFill>
                  <a:schemeClr val="accent1"/>
                </a:solidFill>
                <a:latin typeface="+mj-lt"/>
                <a:cs typeface="Poppins" pitchFamily="2" charset="77"/>
              </a:defRPr>
            </a:lvl1pPr>
          </a:lstStyle>
          <a:p>
            <a:r>
              <a:rPr lang="en-GB" dirty="0"/>
              <a:t>Slide title goes here on 1 line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AAFF58-1895-74A3-698E-D878C307229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8150" y="1267200"/>
            <a:ext cx="19442112" cy="573884"/>
          </a:xfrm>
          <a:prstGeom prst="rect">
            <a:avLst/>
          </a:prstGeom>
        </p:spPr>
        <p:txBody>
          <a:bodyPr anchor="t"/>
          <a:lstStyle>
            <a:lvl1pPr marL="0" indent="0" algn="l">
              <a:buNone/>
              <a:defRPr sz="3600">
                <a:solidFill>
                  <a:schemeClr val="tx1"/>
                </a:solidFill>
              </a:defRPr>
            </a:lvl1pPr>
            <a:lvl2pPr marL="761924" indent="0" algn="ctr">
              <a:buNone/>
              <a:defRPr sz="3333"/>
            </a:lvl2pPr>
            <a:lvl3pPr marL="1523848" indent="0" algn="ctr">
              <a:buNone/>
              <a:defRPr sz="3000"/>
            </a:lvl3pPr>
            <a:lvl4pPr marL="2285771" indent="0" algn="ctr">
              <a:buNone/>
              <a:defRPr sz="2666"/>
            </a:lvl4pPr>
            <a:lvl5pPr marL="3047695" indent="0" algn="ctr">
              <a:buNone/>
              <a:defRPr sz="2666"/>
            </a:lvl5pPr>
            <a:lvl6pPr marL="3809619" indent="0" algn="ctr">
              <a:buNone/>
              <a:defRPr sz="2666"/>
            </a:lvl6pPr>
            <a:lvl7pPr marL="4571543" indent="0" algn="ctr">
              <a:buNone/>
              <a:defRPr sz="2666"/>
            </a:lvl7pPr>
            <a:lvl8pPr marL="5333467" indent="0" algn="ctr">
              <a:buNone/>
              <a:defRPr sz="2666"/>
            </a:lvl8pPr>
            <a:lvl9pPr marL="6095390" indent="0" algn="ctr">
              <a:buNone/>
              <a:defRPr sz="2666"/>
            </a:lvl9pPr>
          </a:lstStyle>
          <a:p>
            <a:r>
              <a:rPr lang="en-GB"/>
              <a:t>Subtitle goes here on 1 line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C529A88-D552-5768-A82B-3E566E9D07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1881808"/>
            <a:ext cx="20318413" cy="0"/>
          </a:xfrm>
          <a:prstGeom prst="line">
            <a:avLst/>
          </a:prstGeom>
          <a:ln w="222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BD6598A0-1819-47B7-56E3-0875334913D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68238" y="6190742"/>
            <a:ext cx="5366302" cy="427636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800" b="1">
                <a:solidFill>
                  <a:schemeClr val="bg1"/>
                </a:solidFill>
                <a:latin typeface="+mj-lt"/>
                <a:cs typeface="Poppins" pitchFamily="2" charset="77"/>
              </a:defRPr>
            </a:lvl1pPr>
            <a:lvl2pPr>
              <a:defRPr sz="2800">
                <a:solidFill>
                  <a:schemeClr val="accent4"/>
                </a:solidFill>
              </a:defRPr>
            </a:lvl2pPr>
            <a:lvl3pPr>
              <a:defRPr sz="2600">
                <a:solidFill>
                  <a:schemeClr val="accent4"/>
                </a:solidFill>
              </a:defRPr>
            </a:lvl3pPr>
            <a:lvl4pPr>
              <a:defRPr sz="2400">
                <a:solidFill>
                  <a:schemeClr val="accent4"/>
                </a:solidFill>
              </a:defRPr>
            </a:lvl4pPr>
            <a:lvl5pPr>
              <a:defRPr sz="2200">
                <a:solidFill>
                  <a:schemeClr val="accent4"/>
                </a:solidFill>
              </a:defRPr>
            </a:lvl5pPr>
          </a:lstStyle>
          <a:p>
            <a:pPr lvl="0"/>
            <a:r>
              <a:rPr lang="en-US"/>
              <a:t>Callouts can look like this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8EA568A2-3656-239A-0EB8-2314D9BBC34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68238" y="6745356"/>
            <a:ext cx="5366302" cy="1590261"/>
          </a:xfrm>
          <a:prstGeom prst="rect">
            <a:avLst/>
          </a:prstGeom>
        </p:spPr>
        <p:txBody>
          <a:bodyPr/>
          <a:lstStyle>
            <a:lvl1pPr algn="l">
              <a:lnSpc>
                <a:spcPct val="100000"/>
              </a:lnSpc>
              <a:defRPr sz="3000" b="0">
                <a:solidFill>
                  <a:schemeClr val="bg1"/>
                </a:solidFill>
              </a:defRPr>
            </a:lvl1pPr>
            <a:lvl2pPr>
              <a:defRPr sz="2800">
                <a:solidFill>
                  <a:schemeClr val="accent4"/>
                </a:solidFill>
              </a:defRPr>
            </a:lvl2pPr>
            <a:lvl3pPr>
              <a:defRPr sz="2600">
                <a:solidFill>
                  <a:schemeClr val="accent4"/>
                </a:solidFill>
              </a:defRPr>
            </a:lvl3pPr>
            <a:lvl4pPr>
              <a:defRPr sz="2400">
                <a:solidFill>
                  <a:schemeClr val="accent4"/>
                </a:solidFill>
              </a:defRPr>
            </a:lvl4pPr>
            <a:lvl5pPr>
              <a:defRPr sz="2200">
                <a:solidFill>
                  <a:schemeClr val="accent4"/>
                </a:solidFill>
              </a:defRPr>
            </a:lvl5pPr>
          </a:lstStyle>
          <a:p>
            <a:pPr lvl="0"/>
            <a:r>
              <a:rPr lang="en-US"/>
              <a:t>They can have headings as well as supporting copy below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A01051A9-1F5E-DEBC-460B-258E8324218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427654" y="6190742"/>
            <a:ext cx="5366302" cy="427636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800" b="1">
                <a:solidFill>
                  <a:schemeClr val="bg1"/>
                </a:solidFill>
                <a:latin typeface="+mj-lt"/>
                <a:cs typeface="Poppins" pitchFamily="2" charset="77"/>
              </a:defRPr>
            </a:lvl1pPr>
            <a:lvl2pPr>
              <a:defRPr sz="2800">
                <a:solidFill>
                  <a:schemeClr val="accent4"/>
                </a:solidFill>
              </a:defRPr>
            </a:lvl2pPr>
            <a:lvl3pPr>
              <a:defRPr sz="2600">
                <a:solidFill>
                  <a:schemeClr val="accent4"/>
                </a:solidFill>
              </a:defRPr>
            </a:lvl3pPr>
            <a:lvl4pPr>
              <a:defRPr sz="2400">
                <a:solidFill>
                  <a:schemeClr val="accent4"/>
                </a:solidFill>
              </a:defRPr>
            </a:lvl4pPr>
            <a:lvl5pPr>
              <a:defRPr sz="2200">
                <a:solidFill>
                  <a:schemeClr val="accent4"/>
                </a:solidFill>
              </a:defRPr>
            </a:lvl5pPr>
          </a:lstStyle>
          <a:p>
            <a:pPr lvl="0"/>
            <a:r>
              <a:rPr lang="en-US"/>
              <a:t>Callouts can look like this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C5735E75-8212-0D61-84DB-AE4D33228EE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427654" y="6745356"/>
            <a:ext cx="5366302" cy="1590261"/>
          </a:xfrm>
          <a:prstGeom prst="rect">
            <a:avLst/>
          </a:prstGeom>
        </p:spPr>
        <p:txBody>
          <a:bodyPr/>
          <a:lstStyle>
            <a:lvl1pPr algn="l">
              <a:lnSpc>
                <a:spcPct val="100000"/>
              </a:lnSpc>
              <a:defRPr sz="3000" b="0">
                <a:solidFill>
                  <a:schemeClr val="bg1"/>
                </a:solidFill>
              </a:defRPr>
            </a:lvl1pPr>
            <a:lvl2pPr>
              <a:defRPr sz="2800">
                <a:solidFill>
                  <a:schemeClr val="accent4"/>
                </a:solidFill>
              </a:defRPr>
            </a:lvl2pPr>
            <a:lvl3pPr>
              <a:defRPr sz="2600">
                <a:solidFill>
                  <a:schemeClr val="accent4"/>
                </a:solidFill>
              </a:defRPr>
            </a:lvl3pPr>
            <a:lvl4pPr>
              <a:defRPr sz="2400">
                <a:solidFill>
                  <a:schemeClr val="accent4"/>
                </a:solidFill>
              </a:defRPr>
            </a:lvl4pPr>
            <a:lvl5pPr>
              <a:defRPr sz="2200">
                <a:solidFill>
                  <a:schemeClr val="accent4"/>
                </a:solidFill>
              </a:defRPr>
            </a:lvl5pPr>
          </a:lstStyle>
          <a:p>
            <a:pPr lvl="0"/>
            <a:r>
              <a:rPr lang="en-US"/>
              <a:t>They can have headings as well as supporting copy below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CBC00321-3268-8722-0F55-D1C85C839AD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3980854" y="6190742"/>
            <a:ext cx="5366302" cy="427636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800" b="1">
                <a:solidFill>
                  <a:schemeClr val="bg1"/>
                </a:solidFill>
                <a:latin typeface="+mj-lt"/>
                <a:cs typeface="Poppins" pitchFamily="2" charset="77"/>
              </a:defRPr>
            </a:lvl1pPr>
            <a:lvl2pPr>
              <a:defRPr sz="2800">
                <a:solidFill>
                  <a:schemeClr val="accent4"/>
                </a:solidFill>
              </a:defRPr>
            </a:lvl2pPr>
            <a:lvl3pPr>
              <a:defRPr sz="2600">
                <a:solidFill>
                  <a:schemeClr val="accent4"/>
                </a:solidFill>
              </a:defRPr>
            </a:lvl3pPr>
            <a:lvl4pPr>
              <a:defRPr sz="2400">
                <a:solidFill>
                  <a:schemeClr val="accent4"/>
                </a:solidFill>
              </a:defRPr>
            </a:lvl4pPr>
            <a:lvl5pPr>
              <a:defRPr sz="2200">
                <a:solidFill>
                  <a:schemeClr val="accent4"/>
                </a:solidFill>
              </a:defRPr>
            </a:lvl5pPr>
          </a:lstStyle>
          <a:p>
            <a:pPr lvl="0"/>
            <a:r>
              <a:rPr lang="en-US"/>
              <a:t>Callouts can look like this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0D5EB2A8-58F4-5BEB-91C4-7F4F8DCC3CE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3980854" y="6745356"/>
            <a:ext cx="5366302" cy="1590261"/>
          </a:xfrm>
          <a:prstGeom prst="rect">
            <a:avLst/>
          </a:prstGeom>
        </p:spPr>
        <p:txBody>
          <a:bodyPr/>
          <a:lstStyle>
            <a:lvl1pPr algn="l">
              <a:lnSpc>
                <a:spcPct val="100000"/>
              </a:lnSpc>
              <a:defRPr sz="3000" b="0">
                <a:solidFill>
                  <a:schemeClr val="bg1"/>
                </a:solidFill>
              </a:defRPr>
            </a:lvl1pPr>
            <a:lvl2pPr>
              <a:defRPr sz="2800">
                <a:solidFill>
                  <a:schemeClr val="accent4"/>
                </a:solidFill>
              </a:defRPr>
            </a:lvl2pPr>
            <a:lvl3pPr>
              <a:defRPr sz="2600">
                <a:solidFill>
                  <a:schemeClr val="accent4"/>
                </a:solidFill>
              </a:defRPr>
            </a:lvl3pPr>
            <a:lvl4pPr>
              <a:defRPr sz="2400">
                <a:solidFill>
                  <a:schemeClr val="accent4"/>
                </a:solidFill>
              </a:defRPr>
            </a:lvl4pPr>
            <a:lvl5pPr>
              <a:defRPr sz="2200">
                <a:solidFill>
                  <a:schemeClr val="accent4"/>
                </a:solidFill>
              </a:defRPr>
            </a:lvl5pPr>
          </a:lstStyle>
          <a:p>
            <a:pPr lvl="0"/>
            <a:r>
              <a:rPr lang="en-US"/>
              <a:t>They can have headings as well as supporting copy below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F8063C6-D03F-C455-1413-9CCA72A1C470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C08E00E7-D5F9-B47F-C0D8-1415DF8F4E41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10BB54C7-E8D3-B532-0BB1-8F94C0116B81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37675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4b - 2 Column Text w/ Callou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59C55-2FD0-1B45-D242-0C8C493EDB1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9200" y="457200"/>
            <a:ext cx="19441062" cy="738817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lnSpc>
                <a:spcPct val="110000"/>
              </a:lnSpc>
              <a:spcAft>
                <a:spcPts val="1000"/>
              </a:spcAft>
              <a:defRPr sz="4400" b="1">
                <a:solidFill>
                  <a:schemeClr val="bg1"/>
                </a:solidFill>
                <a:latin typeface="+mj-lt"/>
                <a:cs typeface="Poppins" pitchFamily="2" charset="77"/>
              </a:defRPr>
            </a:lvl1pPr>
          </a:lstStyle>
          <a:p>
            <a:r>
              <a:rPr lang="en-GB"/>
              <a:t>Slide title goes here on 1 line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AAFF58-1895-74A3-698E-D878C307229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8150" y="1267200"/>
            <a:ext cx="19442112" cy="573884"/>
          </a:xfrm>
          <a:prstGeom prst="rect">
            <a:avLst/>
          </a:prstGeom>
        </p:spPr>
        <p:txBody>
          <a:bodyPr anchor="t"/>
          <a:lstStyle>
            <a:lvl1pPr marL="0" indent="0" algn="l">
              <a:buNone/>
              <a:defRPr sz="3600">
                <a:solidFill>
                  <a:schemeClr val="bg1"/>
                </a:solidFill>
              </a:defRPr>
            </a:lvl1pPr>
            <a:lvl2pPr marL="761924" indent="0" algn="ctr">
              <a:buNone/>
              <a:defRPr sz="3333"/>
            </a:lvl2pPr>
            <a:lvl3pPr marL="1523848" indent="0" algn="ctr">
              <a:buNone/>
              <a:defRPr sz="3000"/>
            </a:lvl3pPr>
            <a:lvl4pPr marL="2285771" indent="0" algn="ctr">
              <a:buNone/>
              <a:defRPr sz="2666"/>
            </a:lvl4pPr>
            <a:lvl5pPr marL="3047695" indent="0" algn="ctr">
              <a:buNone/>
              <a:defRPr sz="2666"/>
            </a:lvl5pPr>
            <a:lvl6pPr marL="3809619" indent="0" algn="ctr">
              <a:buNone/>
              <a:defRPr sz="2666"/>
            </a:lvl6pPr>
            <a:lvl7pPr marL="4571543" indent="0" algn="ctr">
              <a:buNone/>
              <a:defRPr sz="2666"/>
            </a:lvl7pPr>
            <a:lvl8pPr marL="5333467" indent="0" algn="ctr">
              <a:buNone/>
              <a:defRPr sz="2666"/>
            </a:lvl8pPr>
            <a:lvl9pPr marL="6095390" indent="0" algn="ctr">
              <a:buNone/>
              <a:defRPr sz="2666"/>
            </a:lvl9pPr>
          </a:lstStyle>
          <a:p>
            <a:r>
              <a:rPr lang="en-GB"/>
              <a:t>Subtitle goes here on 1 line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C529A88-D552-5768-A82B-3E566E9D07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1881808"/>
            <a:ext cx="20318413" cy="0"/>
          </a:xfrm>
          <a:prstGeom prst="line">
            <a:avLst/>
          </a:prstGeom>
          <a:ln w="222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BD6598A0-1819-47B7-56E3-0875334913D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68238" y="6190742"/>
            <a:ext cx="5366302" cy="427636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800" b="1">
                <a:solidFill>
                  <a:schemeClr val="bg1"/>
                </a:solidFill>
                <a:latin typeface="+mj-lt"/>
                <a:cs typeface="Poppins" pitchFamily="2" charset="77"/>
              </a:defRPr>
            </a:lvl1pPr>
            <a:lvl2pPr>
              <a:defRPr sz="2800">
                <a:solidFill>
                  <a:schemeClr val="accent4"/>
                </a:solidFill>
              </a:defRPr>
            </a:lvl2pPr>
            <a:lvl3pPr>
              <a:defRPr sz="2600">
                <a:solidFill>
                  <a:schemeClr val="accent4"/>
                </a:solidFill>
              </a:defRPr>
            </a:lvl3pPr>
            <a:lvl4pPr>
              <a:defRPr sz="2400">
                <a:solidFill>
                  <a:schemeClr val="accent4"/>
                </a:solidFill>
              </a:defRPr>
            </a:lvl4pPr>
            <a:lvl5pPr>
              <a:defRPr sz="2200">
                <a:solidFill>
                  <a:schemeClr val="accent4"/>
                </a:solidFill>
              </a:defRPr>
            </a:lvl5pPr>
          </a:lstStyle>
          <a:p>
            <a:pPr lvl="0"/>
            <a:r>
              <a:rPr lang="en-US"/>
              <a:t>Callouts can look like this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8EA568A2-3656-239A-0EB8-2314D9BBC34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68238" y="6745356"/>
            <a:ext cx="5366302" cy="1590261"/>
          </a:xfrm>
          <a:prstGeom prst="rect">
            <a:avLst/>
          </a:prstGeom>
        </p:spPr>
        <p:txBody>
          <a:bodyPr/>
          <a:lstStyle>
            <a:lvl1pPr algn="l">
              <a:lnSpc>
                <a:spcPct val="100000"/>
              </a:lnSpc>
              <a:defRPr sz="3000" b="0">
                <a:solidFill>
                  <a:schemeClr val="bg1"/>
                </a:solidFill>
              </a:defRPr>
            </a:lvl1pPr>
            <a:lvl2pPr>
              <a:defRPr sz="2800">
                <a:solidFill>
                  <a:schemeClr val="accent4"/>
                </a:solidFill>
              </a:defRPr>
            </a:lvl2pPr>
            <a:lvl3pPr>
              <a:defRPr sz="2600">
                <a:solidFill>
                  <a:schemeClr val="accent4"/>
                </a:solidFill>
              </a:defRPr>
            </a:lvl3pPr>
            <a:lvl4pPr>
              <a:defRPr sz="2400">
                <a:solidFill>
                  <a:schemeClr val="accent4"/>
                </a:solidFill>
              </a:defRPr>
            </a:lvl4pPr>
            <a:lvl5pPr>
              <a:defRPr sz="2200">
                <a:solidFill>
                  <a:schemeClr val="accent4"/>
                </a:solidFill>
              </a:defRPr>
            </a:lvl5pPr>
          </a:lstStyle>
          <a:p>
            <a:pPr lvl="0"/>
            <a:r>
              <a:rPr lang="en-US"/>
              <a:t>They can have headings as well as supporting copy below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A01051A9-1F5E-DEBC-460B-258E8324218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427654" y="6190742"/>
            <a:ext cx="5366302" cy="427636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800" b="1">
                <a:solidFill>
                  <a:schemeClr val="bg1"/>
                </a:solidFill>
                <a:latin typeface="+mj-lt"/>
                <a:cs typeface="Poppins" pitchFamily="2" charset="77"/>
              </a:defRPr>
            </a:lvl1pPr>
            <a:lvl2pPr>
              <a:defRPr sz="2800">
                <a:solidFill>
                  <a:schemeClr val="accent4"/>
                </a:solidFill>
              </a:defRPr>
            </a:lvl2pPr>
            <a:lvl3pPr>
              <a:defRPr sz="2600">
                <a:solidFill>
                  <a:schemeClr val="accent4"/>
                </a:solidFill>
              </a:defRPr>
            </a:lvl3pPr>
            <a:lvl4pPr>
              <a:defRPr sz="2400">
                <a:solidFill>
                  <a:schemeClr val="accent4"/>
                </a:solidFill>
              </a:defRPr>
            </a:lvl4pPr>
            <a:lvl5pPr>
              <a:defRPr sz="2200">
                <a:solidFill>
                  <a:schemeClr val="accent4"/>
                </a:solidFill>
              </a:defRPr>
            </a:lvl5pPr>
          </a:lstStyle>
          <a:p>
            <a:pPr lvl="0"/>
            <a:r>
              <a:rPr lang="en-US"/>
              <a:t>Callouts can look like this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C5735E75-8212-0D61-84DB-AE4D33228EE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427654" y="6745356"/>
            <a:ext cx="5366302" cy="1590261"/>
          </a:xfrm>
          <a:prstGeom prst="rect">
            <a:avLst/>
          </a:prstGeom>
        </p:spPr>
        <p:txBody>
          <a:bodyPr/>
          <a:lstStyle>
            <a:lvl1pPr algn="l">
              <a:lnSpc>
                <a:spcPct val="100000"/>
              </a:lnSpc>
              <a:defRPr sz="3000" b="0">
                <a:solidFill>
                  <a:schemeClr val="bg1"/>
                </a:solidFill>
              </a:defRPr>
            </a:lvl1pPr>
            <a:lvl2pPr>
              <a:defRPr sz="2800">
                <a:solidFill>
                  <a:schemeClr val="accent4"/>
                </a:solidFill>
              </a:defRPr>
            </a:lvl2pPr>
            <a:lvl3pPr>
              <a:defRPr sz="2600">
                <a:solidFill>
                  <a:schemeClr val="accent4"/>
                </a:solidFill>
              </a:defRPr>
            </a:lvl3pPr>
            <a:lvl4pPr>
              <a:defRPr sz="2400">
                <a:solidFill>
                  <a:schemeClr val="accent4"/>
                </a:solidFill>
              </a:defRPr>
            </a:lvl4pPr>
            <a:lvl5pPr>
              <a:defRPr sz="2200">
                <a:solidFill>
                  <a:schemeClr val="accent4"/>
                </a:solidFill>
              </a:defRPr>
            </a:lvl5pPr>
          </a:lstStyle>
          <a:p>
            <a:pPr lvl="0"/>
            <a:r>
              <a:rPr lang="en-US"/>
              <a:t>They can have headings as well as supporting copy below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CBC00321-3268-8722-0F55-D1C85C839AD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3980854" y="6190742"/>
            <a:ext cx="5366302" cy="427636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800" b="1">
                <a:solidFill>
                  <a:schemeClr val="bg1"/>
                </a:solidFill>
                <a:latin typeface="+mj-lt"/>
                <a:cs typeface="Poppins" pitchFamily="2" charset="77"/>
              </a:defRPr>
            </a:lvl1pPr>
            <a:lvl2pPr>
              <a:defRPr sz="2800">
                <a:solidFill>
                  <a:schemeClr val="accent4"/>
                </a:solidFill>
              </a:defRPr>
            </a:lvl2pPr>
            <a:lvl3pPr>
              <a:defRPr sz="2600">
                <a:solidFill>
                  <a:schemeClr val="accent4"/>
                </a:solidFill>
              </a:defRPr>
            </a:lvl3pPr>
            <a:lvl4pPr>
              <a:defRPr sz="2400">
                <a:solidFill>
                  <a:schemeClr val="accent4"/>
                </a:solidFill>
              </a:defRPr>
            </a:lvl4pPr>
            <a:lvl5pPr>
              <a:defRPr sz="2200">
                <a:solidFill>
                  <a:schemeClr val="accent4"/>
                </a:solidFill>
              </a:defRPr>
            </a:lvl5pPr>
          </a:lstStyle>
          <a:p>
            <a:pPr lvl="0"/>
            <a:r>
              <a:rPr lang="en-US"/>
              <a:t>Callouts can look like this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0D5EB2A8-58F4-5BEB-91C4-7F4F8DCC3CE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3980854" y="6745356"/>
            <a:ext cx="5366302" cy="1590261"/>
          </a:xfrm>
          <a:prstGeom prst="rect">
            <a:avLst/>
          </a:prstGeom>
        </p:spPr>
        <p:txBody>
          <a:bodyPr/>
          <a:lstStyle>
            <a:lvl1pPr algn="l">
              <a:lnSpc>
                <a:spcPct val="100000"/>
              </a:lnSpc>
              <a:defRPr sz="3000" b="0">
                <a:solidFill>
                  <a:schemeClr val="bg1"/>
                </a:solidFill>
              </a:defRPr>
            </a:lvl1pPr>
            <a:lvl2pPr>
              <a:defRPr sz="2800">
                <a:solidFill>
                  <a:schemeClr val="accent4"/>
                </a:solidFill>
              </a:defRPr>
            </a:lvl2pPr>
            <a:lvl3pPr>
              <a:defRPr sz="2600">
                <a:solidFill>
                  <a:schemeClr val="accent4"/>
                </a:solidFill>
              </a:defRPr>
            </a:lvl3pPr>
            <a:lvl4pPr>
              <a:defRPr sz="2400">
                <a:solidFill>
                  <a:schemeClr val="accent4"/>
                </a:solidFill>
              </a:defRPr>
            </a:lvl4pPr>
            <a:lvl5pPr>
              <a:defRPr sz="2200">
                <a:solidFill>
                  <a:schemeClr val="accent4"/>
                </a:solidFill>
              </a:defRPr>
            </a:lvl5pPr>
          </a:lstStyle>
          <a:p>
            <a:pPr lvl="0"/>
            <a:r>
              <a:rPr lang="en-US"/>
              <a:t>They can have headings as well as supporting copy below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F8063C6-D03F-C455-1413-9CCA72A1C470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C08E00E7-D5F9-B47F-C0D8-1415DF8F4E41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10BB54C7-E8D3-B532-0BB1-8F94C0116B81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205449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ayout 4b - 2 Column Text w/ Callou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59C55-2FD0-1B45-D242-0C8C493EDB1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9200" y="457200"/>
            <a:ext cx="19441062" cy="738817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lnSpc>
                <a:spcPct val="110000"/>
              </a:lnSpc>
              <a:spcAft>
                <a:spcPts val="1000"/>
              </a:spcAft>
              <a:defRPr sz="4400" b="1">
                <a:solidFill>
                  <a:schemeClr val="bg1"/>
                </a:solidFill>
                <a:latin typeface="+mj-lt"/>
                <a:cs typeface="Poppins" pitchFamily="2" charset="77"/>
              </a:defRPr>
            </a:lvl1pPr>
          </a:lstStyle>
          <a:p>
            <a:r>
              <a:rPr lang="en-GB" dirty="0"/>
              <a:t>Slide title goes here on 1 line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AAFF58-1895-74A3-698E-D878C307229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8150" y="1267200"/>
            <a:ext cx="19442112" cy="573884"/>
          </a:xfrm>
          <a:prstGeom prst="rect">
            <a:avLst/>
          </a:prstGeom>
        </p:spPr>
        <p:txBody>
          <a:bodyPr anchor="t"/>
          <a:lstStyle>
            <a:lvl1pPr marL="0" indent="0" algn="l">
              <a:buNone/>
              <a:defRPr sz="3600">
                <a:solidFill>
                  <a:schemeClr val="bg1"/>
                </a:solidFill>
              </a:defRPr>
            </a:lvl1pPr>
            <a:lvl2pPr marL="761924" indent="0" algn="ctr">
              <a:buNone/>
              <a:defRPr sz="3333"/>
            </a:lvl2pPr>
            <a:lvl3pPr marL="1523848" indent="0" algn="ctr">
              <a:buNone/>
              <a:defRPr sz="3000"/>
            </a:lvl3pPr>
            <a:lvl4pPr marL="2285771" indent="0" algn="ctr">
              <a:buNone/>
              <a:defRPr sz="2666"/>
            </a:lvl4pPr>
            <a:lvl5pPr marL="3047695" indent="0" algn="ctr">
              <a:buNone/>
              <a:defRPr sz="2666"/>
            </a:lvl5pPr>
            <a:lvl6pPr marL="3809619" indent="0" algn="ctr">
              <a:buNone/>
              <a:defRPr sz="2666"/>
            </a:lvl6pPr>
            <a:lvl7pPr marL="4571543" indent="0" algn="ctr">
              <a:buNone/>
              <a:defRPr sz="2666"/>
            </a:lvl7pPr>
            <a:lvl8pPr marL="5333467" indent="0" algn="ctr">
              <a:buNone/>
              <a:defRPr sz="2666"/>
            </a:lvl8pPr>
            <a:lvl9pPr marL="6095390" indent="0" algn="ctr">
              <a:buNone/>
              <a:defRPr sz="2666"/>
            </a:lvl9pPr>
          </a:lstStyle>
          <a:p>
            <a:r>
              <a:rPr lang="en-GB"/>
              <a:t>Subtitle goes here on 1 line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C529A88-D552-5768-A82B-3E566E9D07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1881808"/>
            <a:ext cx="20318413" cy="0"/>
          </a:xfrm>
          <a:prstGeom prst="line">
            <a:avLst/>
          </a:prstGeom>
          <a:ln w="222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8EA568A2-3656-239A-0EB8-2314D9BBC34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002400" y="3837600"/>
            <a:ext cx="3769200" cy="536400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00000"/>
              </a:lnSpc>
              <a:buNone/>
              <a:defRPr sz="4400" b="0">
                <a:solidFill>
                  <a:schemeClr val="bg1"/>
                </a:solidFill>
              </a:defRPr>
            </a:lvl1pPr>
            <a:lvl2pPr>
              <a:defRPr sz="2800">
                <a:solidFill>
                  <a:schemeClr val="accent4"/>
                </a:solidFill>
              </a:defRPr>
            </a:lvl2pPr>
            <a:lvl3pPr>
              <a:defRPr sz="2600">
                <a:solidFill>
                  <a:schemeClr val="accent4"/>
                </a:solidFill>
              </a:defRPr>
            </a:lvl3pPr>
            <a:lvl4pPr>
              <a:defRPr sz="2400">
                <a:solidFill>
                  <a:schemeClr val="accent4"/>
                </a:solidFill>
              </a:defRPr>
            </a:lvl4pPr>
            <a:lvl5pPr>
              <a:defRPr sz="2200">
                <a:solidFill>
                  <a:schemeClr val="accent4"/>
                </a:solidFill>
              </a:defRPr>
            </a:lvl5pPr>
          </a:lstStyle>
          <a:p>
            <a:pPr lvl="0"/>
            <a:r>
              <a:rPr lang="en-US"/>
              <a:t>Callouts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53E0BDB4-5A47-F698-9942-26196CF7007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04036" y="4108384"/>
            <a:ext cx="4787984" cy="3956861"/>
          </a:xfrm>
          <a:prstGeom prst="rect">
            <a:avLst/>
          </a:prstGeom>
        </p:spPr>
        <p:txBody>
          <a:bodyPr anchor="ctr" anchorCtr="0"/>
          <a:lstStyle>
            <a:lvl1pPr marL="0" indent="0" algn="l">
              <a:lnSpc>
                <a:spcPct val="100000"/>
              </a:lnSpc>
              <a:buNone/>
              <a:defRPr sz="25000" b="1">
                <a:solidFill>
                  <a:schemeClr val="bg1"/>
                </a:solidFill>
                <a:latin typeface="+mj-lt"/>
                <a:cs typeface="Poppins" pitchFamily="2" charset="77"/>
              </a:defRPr>
            </a:lvl1pPr>
            <a:lvl2pPr>
              <a:defRPr sz="2800">
                <a:solidFill>
                  <a:schemeClr val="accent4"/>
                </a:solidFill>
              </a:defRPr>
            </a:lvl2pPr>
            <a:lvl3pPr>
              <a:defRPr sz="2600">
                <a:solidFill>
                  <a:schemeClr val="accent4"/>
                </a:solidFill>
              </a:defRPr>
            </a:lvl3pPr>
            <a:lvl4pPr>
              <a:defRPr sz="2400">
                <a:solidFill>
                  <a:schemeClr val="accent4"/>
                </a:solidFill>
              </a:defRPr>
            </a:lvl4pPr>
            <a:lvl5pPr>
              <a:defRPr sz="2200">
                <a:solidFill>
                  <a:schemeClr val="accent4"/>
                </a:solidFill>
              </a:defRPr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BD6598A0-1819-47B7-56E3-0875334913D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236800" y="4536000"/>
            <a:ext cx="9079200" cy="3099600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6600" b="1">
                <a:solidFill>
                  <a:schemeClr val="bg1"/>
                </a:solidFill>
                <a:latin typeface="+mj-lt"/>
                <a:cs typeface="Poppins" pitchFamily="2" charset="77"/>
              </a:defRPr>
            </a:lvl1pPr>
            <a:lvl2pPr>
              <a:defRPr sz="2800">
                <a:solidFill>
                  <a:schemeClr val="accent4"/>
                </a:solidFill>
              </a:defRPr>
            </a:lvl2pPr>
            <a:lvl3pPr>
              <a:defRPr sz="2600">
                <a:solidFill>
                  <a:schemeClr val="accent4"/>
                </a:solidFill>
              </a:defRPr>
            </a:lvl3pPr>
            <a:lvl4pPr>
              <a:defRPr sz="2400">
                <a:solidFill>
                  <a:schemeClr val="accent4"/>
                </a:solidFill>
              </a:defRPr>
            </a:lvl4pPr>
            <a:lvl5pPr>
              <a:defRPr sz="2200">
                <a:solidFill>
                  <a:schemeClr val="accent4"/>
                </a:solidFill>
              </a:defRPr>
            </a:lvl5pPr>
          </a:lstStyle>
          <a:p>
            <a:pPr lvl="0"/>
            <a:r>
              <a:rPr lang="en-US"/>
              <a:t>Callouts can look like this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F8063C6-D03F-C455-1413-9CCA72A1C470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C08E00E7-D5F9-B47F-C0D8-1415DF8F4E41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10BB54C7-E8D3-B532-0BB1-8F94C0116B81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258964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ayout 2 - Maroon - 2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59C55-2FD0-1B45-D242-0C8C493EDB1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9200" y="457200"/>
            <a:ext cx="19441062" cy="738817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lnSpc>
                <a:spcPct val="110000"/>
              </a:lnSpc>
              <a:spcAft>
                <a:spcPts val="1000"/>
              </a:spcAft>
              <a:defRPr sz="4400" b="1">
                <a:solidFill>
                  <a:schemeClr val="bg1"/>
                </a:solidFill>
                <a:latin typeface="+mj-lt"/>
                <a:cs typeface="Poppins" pitchFamily="2" charset="77"/>
              </a:defRPr>
            </a:lvl1pPr>
          </a:lstStyle>
          <a:p>
            <a:r>
              <a:rPr lang="en-GB"/>
              <a:t>Slide title goes here on 1 line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AAFF58-1895-74A3-698E-D878C307229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8150" y="1267200"/>
            <a:ext cx="19442112" cy="573884"/>
          </a:xfrm>
          <a:prstGeom prst="rect">
            <a:avLst/>
          </a:prstGeom>
        </p:spPr>
        <p:txBody>
          <a:bodyPr anchor="t"/>
          <a:lstStyle>
            <a:lvl1pPr marL="0" indent="0" algn="l">
              <a:buNone/>
              <a:defRPr sz="3600">
                <a:solidFill>
                  <a:schemeClr val="bg1"/>
                </a:solidFill>
              </a:defRPr>
            </a:lvl1pPr>
            <a:lvl2pPr marL="761924" indent="0" algn="ctr">
              <a:buNone/>
              <a:defRPr sz="3333"/>
            </a:lvl2pPr>
            <a:lvl3pPr marL="1523848" indent="0" algn="ctr">
              <a:buNone/>
              <a:defRPr sz="3000"/>
            </a:lvl3pPr>
            <a:lvl4pPr marL="2285771" indent="0" algn="ctr">
              <a:buNone/>
              <a:defRPr sz="2666"/>
            </a:lvl4pPr>
            <a:lvl5pPr marL="3047695" indent="0" algn="ctr">
              <a:buNone/>
              <a:defRPr sz="2666"/>
            </a:lvl5pPr>
            <a:lvl6pPr marL="3809619" indent="0" algn="ctr">
              <a:buNone/>
              <a:defRPr sz="2666"/>
            </a:lvl6pPr>
            <a:lvl7pPr marL="4571543" indent="0" algn="ctr">
              <a:buNone/>
              <a:defRPr sz="2666"/>
            </a:lvl7pPr>
            <a:lvl8pPr marL="5333467" indent="0" algn="ctr">
              <a:buNone/>
              <a:defRPr sz="2666"/>
            </a:lvl8pPr>
            <a:lvl9pPr marL="6095390" indent="0" algn="ctr">
              <a:buNone/>
              <a:defRPr sz="2666"/>
            </a:lvl9pPr>
          </a:lstStyle>
          <a:p>
            <a:r>
              <a:rPr lang="en-GB"/>
              <a:t>Subtitle goes here on 1 line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C529A88-D552-5768-A82B-3E566E9D07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1881808"/>
            <a:ext cx="20318413" cy="0"/>
          </a:xfrm>
          <a:prstGeom prst="line">
            <a:avLst/>
          </a:prstGeom>
          <a:ln w="2222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AA99F92D-9095-DA83-60F2-A43FB5C7280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38150" y="2584175"/>
            <a:ext cx="9358037" cy="6864614"/>
          </a:xfrm>
          <a:prstGeom prst="rect">
            <a:avLst/>
          </a:prstGeo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3000">
                <a:solidFill>
                  <a:schemeClr val="bg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800">
                <a:solidFill>
                  <a:schemeClr val="bg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600">
                <a:solidFill>
                  <a:schemeClr val="bg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400">
                <a:solidFill>
                  <a:schemeClr val="bg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2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21B14348-2B66-409B-1DDB-93ED677FDC0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114800" y="2394000"/>
            <a:ext cx="3769200" cy="536400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00000"/>
              </a:lnSpc>
              <a:buNone/>
              <a:defRPr sz="4000" b="0">
                <a:solidFill>
                  <a:schemeClr val="bg1"/>
                </a:solidFill>
              </a:defRPr>
            </a:lvl1pPr>
            <a:lvl2pPr>
              <a:defRPr sz="2800">
                <a:solidFill>
                  <a:schemeClr val="accent4"/>
                </a:solidFill>
              </a:defRPr>
            </a:lvl2pPr>
            <a:lvl3pPr>
              <a:defRPr sz="2600">
                <a:solidFill>
                  <a:schemeClr val="accent4"/>
                </a:solidFill>
              </a:defRPr>
            </a:lvl3pPr>
            <a:lvl4pPr>
              <a:defRPr sz="2400">
                <a:solidFill>
                  <a:schemeClr val="accent4"/>
                </a:solidFill>
              </a:defRPr>
            </a:lvl4pPr>
            <a:lvl5pPr>
              <a:defRPr sz="2200">
                <a:solidFill>
                  <a:schemeClr val="accent4"/>
                </a:solidFill>
              </a:defRPr>
            </a:lvl5pPr>
          </a:lstStyle>
          <a:p>
            <a:pPr lvl="0"/>
            <a:r>
              <a:rPr lang="en-US" dirty="0"/>
              <a:t>Callouts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0E3E1CB6-82BF-D96D-69BD-262E1455F82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2607200" y="2664000"/>
            <a:ext cx="4788000" cy="3956400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lnSpc>
                <a:spcPct val="100000"/>
              </a:lnSpc>
              <a:buNone/>
              <a:defRPr sz="25000" b="1">
                <a:solidFill>
                  <a:schemeClr val="bg1"/>
                </a:solidFill>
                <a:latin typeface="+mj-lt"/>
                <a:cs typeface="Poppins" pitchFamily="2" charset="77"/>
              </a:defRPr>
            </a:lvl1pPr>
            <a:lvl2pPr>
              <a:defRPr sz="2800">
                <a:solidFill>
                  <a:schemeClr val="accent4"/>
                </a:solidFill>
              </a:defRPr>
            </a:lvl2pPr>
            <a:lvl3pPr>
              <a:defRPr sz="2600">
                <a:solidFill>
                  <a:schemeClr val="accent4"/>
                </a:solidFill>
              </a:defRPr>
            </a:lvl3pPr>
            <a:lvl4pPr>
              <a:defRPr sz="2400">
                <a:solidFill>
                  <a:schemeClr val="accent4"/>
                </a:solidFill>
              </a:defRPr>
            </a:lvl4pPr>
            <a:lvl5pPr>
              <a:defRPr sz="2200">
                <a:solidFill>
                  <a:schemeClr val="accent4"/>
                </a:solidFill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C30CB8F8-C7D1-20C9-2877-A7FB57A9687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2256200" y="6236337"/>
            <a:ext cx="5486400" cy="3110548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90000"/>
              </a:lnSpc>
              <a:buNone/>
              <a:defRPr sz="4800" b="1">
                <a:solidFill>
                  <a:schemeClr val="bg1"/>
                </a:solidFill>
                <a:latin typeface="+mj-lt"/>
                <a:cs typeface="Poppins" pitchFamily="2" charset="77"/>
              </a:defRPr>
            </a:lvl1pPr>
            <a:lvl2pPr>
              <a:defRPr sz="2800">
                <a:solidFill>
                  <a:schemeClr val="accent4"/>
                </a:solidFill>
              </a:defRPr>
            </a:lvl2pPr>
            <a:lvl3pPr>
              <a:defRPr sz="2600">
                <a:solidFill>
                  <a:schemeClr val="accent4"/>
                </a:solidFill>
              </a:defRPr>
            </a:lvl3pPr>
            <a:lvl4pPr>
              <a:defRPr sz="2400">
                <a:solidFill>
                  <a:schemeClr val="accent4"/>
                </a:solidFill>
              </a:defRPr>
            </a:lvl4pPr>
            <a:lvl5pPr>
              <a:defRPr sz="2200">
                <a:solidFill>
                  <a:schemeClr val="accent4"/>
                </a:solidFill>
              </a:defRPr>
            </a:lvl5pPr>
          </a:lstStyle>
          <a:p>
            <a:pPr lvl="0"/>
            <a:r>
              <a:rPr lang="en-US" dirty="0"/>
              <a:t>Callouts can look like this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9D081330-5A28-E4D0-9326-FCD3C8A3092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9142229-C23E-F804-341D-00160009F1E6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3A262C7-63EC-2138-A464-D796BD33251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99233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5 - Brighter Wor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8206D1A-FA44-AA97-8AFB-1DE7F68CF0D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9200" y="457200"/>
            <a:ext cx="19441062" cy="738817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lnSpc>
                <a:spcPct val="110000"/>
              </a:lnSpc>
              <a:spcAft>
                <a:spcPts val="1000"/>
              </a:spcAft>
              <a:defRPr sz="4400" b="1">
                <a:solidFill>
                  <a:schemeClr val="bg1"/>
                </a:solidFill>
                <a:latin typeface="+mj-lt"/>
                <a:cs typeface="Poppins" pitchFamily="2" charset="77"/>
              </a:defRPr>
            </a:lvl1pPr>
          </a:lstStyle>
          <a:p>
            <a:r>
              <a:rPr lang="en-GB" dirty="0"/>
              <a:t>Creating a Brighter World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AAFF58-1895-74A3-698E-D878C307229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8150" y="1267200"/>
            <a:ext cx="19442112" cy="573884"/>
          </a:xfrm>
          <a:prstGeom prst="rect">
            <a:avLst/>
          </a:prstGeom>
        </p:spPr>
        <p:txBody>
          <a:bodyPr anchor="t"/>
          <a:lstStyle>
            <a:lvl1pPr marL="0" indent="0" algn="l">
              <a:buNone/>
              <a:defRPr sz="3600">
                <a:solidFill>
                  <a:schemeClr val="bg1"/>
                </a:solidFill>
              </a:defRPr>
            </a:lvl1pPr>
            <a:lvl2pPr marL="761924" indent="0" algn="ctr">
              <a:buNone/>
              <a:defRPr sz="3333"/>
            </a:lvl2pPr>
            <a:lvl3pPr marL="1523848" indent="0" algn="ctr">
              <a:buNone/>
              <a:defRPr sz="3000"/>
            </a:lvl3pPr>
            <a:lvl4pPr marL="2285771" indent="0" algn="ctr">
              <a:buNone/>
              <a:defRPr sz="2666"/>
            </a:lvl4pPr>
            <a:lvl5pPr marL="3047695" indent="0" algn="ctr">
              <a:buNone/>
              <a:defRPr sz="2666"/>
            </a:lvl5pPr>
            <a:lvl6pPr marL="3809619" indent="0" algn="ctr">
              <a:buNone/>
              <a:defRPr sz="2666"/>
            </a:lvl6pPr>
            <a:lvl7pPr marL="4571543" indent="0" algn="ctr">
              <a:buNone/>
              <a:defRPr sz="2666"/>
            </a:lvl7pPr>
            <a:lvl8pPr marL="5333467" indent="0" algn="ctr">
              <a:buNone/>
              <a:defRPr sz="2666"/>
            </a:lvl8pPr>
            <a:lvl9pPr marL="6095390" indent="0" algn="ctr">
              <a:buNone/>
              <a:defRPr sz="2666"/>
            </a:lvl9pPr>
          </a:lstStyle>
          <a:p>
            <a:r>
              <a:rPr lang="en-GB"/>
              <a:t>Subtitle goes here on 1 line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C529A88-D552-5768-A82B-3E566E9D07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1881808"/>
            <a:ext cx="20318413" cy="0"/>
          </a:xfrm>
          <a:prstGeom prst="line">
            <a:avLst/>
          </a:prstGeom>
          <a:ln w="222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0476B1-BC79-6A48-84CA-0759CACFAD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6" name="Date Placeholder 3">
            <a:extLst>
              <a:ext uri="{FF2B5EF4-FFF2-40B4-BE49-F238E27FC236}">
                <a16:creationId xmlns:a16="http://schemas.microsoft.com/office/drawing/2014/main" id="{25B13FEC-56D6-BDDA-B11D-2B62FBC10D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6412307" y="10621112"/>
            <a:ext cx="2572579" cy="3501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accent3"/>
                </a:solidFill>
              </a:defRPr>
            </a:lvl1pPr>
          </a:lstStyle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FBF0A4-9A22-175D-1BEC-7D14A9C0F4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189103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7 - 2 Line Title w/ Copy and Full Blee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59C55-2FD0-1B45-D242-0C8C493EDB1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9200" y="457200"/>
            <a:ext cx="7203600" cy="1472400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lnSpc>
                <a:spcPct val="110000"/>
              </a:lnSpc>
              <a:spcAft>
                <a:spcPts val="1000"/>
              </a:spcAft>
              <a:defRPr sz="4400" b="1">
                <a:solidFill>
                  <a:schemeClr val="bg1"/>
                </a:solidFill>
                <a:latin typeface="+mj-lt"/>
                <a:cs typeface="Poppins" pitchFamily="2" charset="77"/>
              </a:defRPr>
            </a:lvl1pPr>
          </a:lstStyle>
          <a:p>
            <a:r>
              <a:rPr lang="en-GB"/>
              <a:t>Slide title goes here on up to 2 lines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AAFF58-1895-74A3-698E-D878C307229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8150" y="2185200"/>
            <a:ext cx="7203600" cy="943200"/>
          </a:xfrm>
          <a:prstGeom prst="rect">
            <a:avLst/>
          </a:prstGeom>
        </p:spPr>
        <p:txBody>
          <a:bodyPr anchor="t"/>
          <a:lstStyle>
            <a:lvl1pPr marL="0" indent="0" algn="l">
              <a:buNone/>
              <a:defRPr sz="3600">
                <a:solidFill>
                  <a:schemeClr val="bg1"/>
                </a:solidFill>
              </a:defRPr>
            </a:lvl1pPr>
            <a:lvl2pPr marL="761924" indent="0" algn="ctr">
              <a:buNone/>
              <a:defRPr sz="3333"/>
            </a:lvl2pPr>
            <a:lvl3pPr marL="1523848" indent="0" algn="ctr">
              <a:buNone/>
              <a:defRPr sz="3000"/>
            </a:lvl3pPr>
            <a:lvl4pPr marL="2285771" indent="0" algn="ctr">
              <a:buNone/>
              <a:defRPr sz="2666"/>
            </a:lvl4pPr>
            <a:lvl5pPr marL="3047695" indent="0" algn="ctr">
              <a:buNone/>
              <a:defRPr sz="2666"/>
            </a:lvl5pPr>
            <a:lvl6pPr marL="3809619" indent="0" algn="ctr">
              <a:buNone/>
              <a:defRPr sz="2666"/>
            </a:lvl6pPr>
            <a:lvl7pPr marL="4571543" indent="0" algn="ctr">
              <a:buNone/>
              <a:defRPr sz="2666"/>
            </a:lvl7pPr>
            <a:lvl8pPr marL="5333467" indent="0" algn="ctr">
              <a:buNone/>
              <a:defRPr sz="2666"/>
            </a:lvl8pPr>
            <a:lvl9pPr marL="6095390" indent="0" algn="ctr">
              <a:buNone/>
              <a:defRPr sz="2666"/>
            </a:lvl9pPr>
          </a:lstStyle>
          <a:p>
            <a:r>
              <a:rPr lang="en-GB"/>
              <a:t>Subtitle goes here on up to 2 lines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C062632-2984-19D6-DA27-DCA143DE27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3257828"/>
            <a:ext cx="8570563" cy="0"/>
          </a:xfrm>
          <a:prstGeom prst="line">
            <a:avLst/>
          </a:prstGeom>
          <a:ln w="222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AA99F92D-9095-DA83-60F2-A43FB5C7280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38150" y="3535200"/>
            <a:ext cx="7203600" cy="5914800"/>
          </a:xfrm>
          <a:prstGeom prst="rect">
            <a:avLst/>
          </a:prstGeo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3000">
                <a:solidFill>
                  <a:schemeClr val="bg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800">
                <a:solidFill>
                  <a:schemeClr val="bg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600">
                <a:solidFill>
                  <a:schemeClr val="bg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400">
                <a:solidFill>
                  <a:schemeClr val="bg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2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04DA801D-D3DE-36AA-5F49-6AAF7A91E9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570563" y="0"/>
            <a:ext cx="11747850" cy="94488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C41E1458-C432-DACF-1B77-6F0178924C6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DE838F34-5806-14A7-4D13-6E52C519974C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1634D9D2-1CEF-12A6-591D-6FCA71B73912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085527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8 - 2 Line Title w/ Copy and Full Bleed Imag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59C55-2FD0-1B45-D242-0C8C493EDB1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2218400" y="457200"/>
            <a:ext cx="7203600" cy="1472400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lnSpc>
                <a:spcPct val="110000"/>
              </a:lnSpc>
              <a:spcAft>
                <a:spcPts val="1000"/>
              </a:spcAft>
              <a:defRPr sz="4400" b="1">
                <a:solidFill>
                  <a:schemeClr val="bg1"/>
                </a:solidFill>
                <a:latin typeface="+mj-lt"/>
                <a:cs typeface="Poppins" pitchFamily="2" charset="77"/>
              </a:defRPr>
            </a:lvl1pPr>
          </a:lstStyle>
          <a:p>
            <a:r>
              <a:rPr lang="en-GB" dirty="0"/>
              <a:t>Slide title goes here on up to 2 lines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AAFF58-1895-74A3-698E-D878C307229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2218400" y="2185200"/>
            <a:ext cx="7203600" cy="943200"/>
          </a:xfrm>
          <a:prstGeom prst="rect">
            <a:avLst/>
          </a:prstGeom>
        </p:spPr>
        <p:txBody>
          <a:bodyPr anchor="t"/>
          <a:lstStyle>
            <a:lvl1pPr marL="0" indent="0" algn="l">
              <a:buNone/>
              <a:defRPr sz="3600">
                <a:solidFill>
                  <a:schemeClr val="bg1"/>
                </a:solidFill>
              </a:defRPr>
            </a:lvl1pPr>
            <a:lvl2pPr marL="761924" indent="0" algn="ctr">
              <a:buNone/>
              <a:defRPr sz="3333"/>
            </a:lvl2pPr>
            <a:lvl3pPr marL="1523848" indent="0" algn="ctr">
              <a:buNone/>
              <a:defRPr sz="3000"/>
            </a:lvl3pPr>
            <a:lvl4pPr marL="2285771" indent="0" algn="ctr">
              <a:buNone/>
              <a:defRPr sz="2666"/>
            </a:lvl4pPr>
            <a:lvl5pPr marL="3047695" indent="0" algn="ctr">
              <a:buNone/>
              <a:defRPr sz="2666"/>
            </a:lvl5pPr>
            <a:lvl6pPr marL="3809619" indent="0" algn="ctr">
              <a:buNone/>
              <a:defRPr sz="2666"/>
            </a:lvl6pPr>
            <a:lvl7pPr marL="4571543" indent="0" algn="ctr">
              <a:buNone/>
              <a:defRPr sz="2666"/>
            </a:lvl7pPr>
            <a:lvl8pPr marL="5333467" indent="0" algn="ctr">
              <a:buNone/>
              <a:defRPr sz="2666"/>
            </a:lvl8pPr>
            <a:lvl9pPr marL="6095390" indent="0" algn="ctr">
              <a:buNone/>
              <a:defRPr sz="2666"/>
            </a:lvl9pPr>
          </a:lstStyle>
          <a:p>
            <a:r>
              <a:rPr lang="en-GB"/>
              <a:t>Subtitle goes here on 1 line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AA99F92D-9095-DA83-60F2-A43FB5C728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2218400" y="3535200"/>
            <a:ext cx="7203600" cy="5371200"/>
          </a:xfrm>
          <a:prstGeom prst="rect">
            <a:avLst/>
          </a:prstGeo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3000">
                <a:solidFill>
                  <a:schemeClr val="bg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800">
                <a:solidFill>
                  <a:schemeClr val="bg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600">
                <a:solidFill>
                  <a:schemeClr val="bg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400">
                <a:solidFill>
                  <a:schemeClr val="bg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22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C062632-2984-19D6-DA27-DCA143DE27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747850" y="3257828"/>
            <a:ext cx="8570563" cy="0"/>
          </a:xfrm>
          <a:prstGeom prst="line">
            <a:avLst/>
          </a:prstGeom>
          <a:ln w="222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04DA801D-D3DE-36AA-5F49-6AAF7A91E9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11779200" cy="94488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DF526E81-2B2E-2FBE-FBEE-7993015DEE3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36424CF3-DC6A-ACF4-BCC0-6999BB1E5625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F3BC796C-F05B-6EF0-6DA8-13A9D6314B0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010348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0 - Divider Slide w/  Ble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8">
            <a:extLst>
              <a:ext uri="{FF2B5EF4-FFF2-40B4-BE49-F238E27FC236}">
                <a16:creationId xmlns:a16="http://schemas.microsoft.com/office/drawing/2014/main" id="{B312DC6C-470B-EF98-6369-AEF7DDD3AB9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20318413" cy="944879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4259C55-2FD0-1B45-D242-0C8C493EDB1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015200" y="3567599"/>
            <a:ext cx="5202000" cy="2019600"/>
          </a:xfrm>
          <a:prstGeom prst="rect">
            <a:avLst/>
          </a:prstGeom>
        </p:spPr>
        <p:txBody>
          <a:bodyPr anchor="t">
            <a:normAutofit/>
          </a:bodyPr>
          <a:lstStyle>
            <a:lvl1pPr algn="l">
              <a:lnSpc>
                <a:spcPct val="110000"/>
              </a:lnSpc>
              <a:spcAft>
                <a:spcPts val="1000"/>
              </a:spcAft>
              <a:defRPr sz="4800" b="1">
                <a:solidFill>
                  <a:schemeClr val="bg1"/>
                </a:solidFill>
                <a:latin typeface="+mj-lt"/>
                <a:cs typeface="Poppins" pitchFamily="2" charset="77"/>
              </a:defRPr>
            </a:lvl1pPr>
          </a:lstStyle>
          <a:p>
            <a:r>
              <a:rPr lang="en-GB"/>
              <a:t>Slide title goes here on 2 lines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AAFF58-1895-74A3-698E-D878C307229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015200" y="5799600"/>
            <a:ext cx="5202000" cy="1472400"/>
          </a:xfrm>
          <a:prstGeom prst="rect">
            <a:avLst/>
          </a:prstGeom>
        </p:spPr>
        <p:txBody>
          <a:bodyPr anchor="t"/>
          <a:lstStyle>
            <a:lvl1pPr marL="0" indent="0" algn="l">
              <a:buNone/>
              <a:defRPr sz="3600">
                <a:solidFill>
                  <a:schemeClr val="bg1"/>
                </a:solidFill>
              </a:defRPr>
            </a:lvl1pPr>
            <a:lvl2pPr marL="761924" indent="0" algn="ctr">
              <a:buNone/>
              <a:defRPr sz="3333"/>
            </a:lvl2pPr>
            <a:lvl3pPr marL="1523848" indent="0" algn="ctr">
              <a:buNone/>
              <a:defRPr sz="3000"/>
            </a:lvl3pPr>
            <a:lvl4pPr marL="2285771" indent="0" algn="ctr">
              <a:buNone/>
              <a:defRPr sz="2666"/>
            </a:lvl4pPr>
            <a:lvl5pPr marL="3047695" indent="0" algn="ctr">
              <a:buNone/>
              <a:defRPr sz="2666"/>
            </a:lvl5pPr>
            <a:lvl6pPr marL="3809619" indent="0" algn="ctr">
              <a:buNone/>
              <a:defRPr sz="2666"/>
            </a:lvl6pPr>
            <a:lvl7pPr marL="4571543" indent="0" algn="ctr">
              <a:buNone/>
              <a:defRPr sz="2666"/>
            </a:lvl7pPr>
            <a:lvl8pPr marL="5333467" indent="0" algn="ctr">
              <a:buNone/>
              <a:defRPr sz="2666"/>
            </a:lvl8pPr>
            <a:lvl9pPr marL="6095390" indent="0" algn="ctr">
              <a:buNone/>
              <a:defRPr sz="2666"/>
            </a:lvl9pPr>
          </a:lstStyle>
          <a:p>
            <a:r>
              <a:rPr lang="en-GB"/>
              <a:t>Subtitle goes here on up to 2 lines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0476B1-BC79-6A48-84CA-0759CACFAD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F01B45CF-F80F-AF1A-BB60-5E7615EB2D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6412307" y="10621112"/>
            <a:ext cx="2572579" cy="3501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bg1"/>
                </a:solidFill>
              </a:defRPr>
            </a:lvl1pPr>
          </a:lstStyle>
          <a:p>
            <a:fld id="{D2792E9C-7E5E-F14F-B049-5BFE22D713B7}" type="datetime4">
              <a:rPr lang="en-CA" smtClean="0"/>
              <a:pPr/>
              <a:t>September 30,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FBF0A4-9A22-175D-1BEC-7D14A9C0F4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1829992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0b - Divider Slide w/  Ble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8">
            <a:extLst>
              <a:ext uri="{FF2B5EF4-FFF2-40B4-BE49-F238E27FC236}">
                <a16:creationId xmlns:a16="http://schemas.microsoft.com/office/drawing/2014/main" id="{B312DC6C-470B-EF98-6369-AEF7DDD3AB9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731000" y="0"/>
            <a:ext cx="13587413" cy="944879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4259C55-2FD0-1B45-D242-0C8C493EDB1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015200" y="3567599"/>
            <a:ext cx="5202000" cy="2019600"/>
          </a:xfrm>
          <a:prstGeom prst="rect">
            <a:avLst/>
          </a:prstGeom>
        </p:spPr>
        <p:txBody>
          <a:bodyPr anchor="t">
            <a:normAutofit/>
          </a:bodyPr>
          <a:lstStyle>
            <a:lvl1pPr algn="l">
              <a:lnSpc>
                <a:spcPct val="110000"/>
              </a:lnSpc>
              <a:spcAft>
                <a:spcPts val="1000"/>
              </a:spcAft>
              <a:defRPr sz="4800" b="1">
                <a:solidFill>
                  <a:schemeClr val="bg1"/>
                </a:solidFill>
                <a:latin typeface="+mj-lt"/>
                <a:cs typeface="Poppins" pitchFamily="2" charset="77"/>
              </a:defRPr>
            </a:lvl1pPr>
          </a:lstStyle>
          <a:p>
            <a:r>
              <a:rPr lang="en-GB"/>
              <a:t>Slide title goes here on 2 lines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AAFF58-1895-74A3-698E-D878C307229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015200" y="5799600"/>
            <a:ext cx="5202000" cy="1472400"/>
          </a:xfrm>
          <a:prstGeom prst="rect">
            <a:avLst/>
          </a:prstGeom>
        </p:spPr>
        <p:txBody>
          <a:bodyPr anchor="t"/>
          <a:lstStyle>
            <a:lvl1pPr marL="0" indent="0" algn="l">
              <a:buNone/>
              <a:defRPr sz="3600">
                <a:solidFill>
                  <a:schemeClr val="bg1"/>
                </a:solidFill>
              </a:defRPr>
            </a:lvl1pPr>
            <a:lvl2pPr marL="761924" indent="0" algn="ctr">
              <a:buNone/>
              <a:defRPr sz="3333"/>
            </a:lvl2pPr>
            <a:lvl3pPr marL="1523848" indent="0" algn="ctr">
              <a:buNone/>
              <a:defRPr sz="3000"/>
            </a:lvl3pPr>
            <a:lvl4pPr marL="2285771" indent="0" algn="ctr">
              <a:buNone/>
              <a:defRPr sz="2666"/>
            </a:lvl4pPr>
            <a:lvl5pPr marL="3047695" indent="0" algn="ctr">
              <a:buNone/>
              <a:defRPr sz="2666"/>
            </a:lvl5pPr>
            <a:lvl6pPr marL="3809619" indent="0" algn="ctr">
              <a:buNone/>
              <a:defRPr sz="2666"/>
            </a:lvl6pPr>
            <a:lvl7pPr marL="4571543" indent="0" algn="ctr">
              <a:buNone/>
              <a:defRPr sz="2666"/>
            </a:lvl7pPr>
            <a:lvl8pPr marL="5333467" indent="0" algn="ctr">
              <a:buNone/>
              <a:defRPr sz="2666"/>
            </a:lvl8pPr>
            <a:lvl9pPr marL="6095390" indent="0" algn="ctr">
              <a:buNone/>
              <a:defRPr sz="2666"/>
            </a:lvl9pPr>
          </a:lstStyle>
          <a:p>
            <a:r>
              <a:rPr lang="en-GB"/>
              <a:t>Subtitle goes here on up to 2 lines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0476B1-BC79-6A48-84CA-0759CACFAD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F01B45CF-F80F-AF1A-BB60-5E7615EB2D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6412307" y="10621112"/>
            <a:ext cx="2572579" cy="3501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bg1"/>
                </a:solidFill>
              </a:defRPr>
            </a:lvl1pPr>
          </a:lstStyle>
          <a:p>
            <a:fld id="{D2792E9C-7E5E-F14F-B049-5BFE22D713B7}" type="datetime4">
              <a:rPr lang="en-CA" smtClean="0"/>
              <a:pPr/>
              <a:t>September 30,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FBF0A4-9A22-175D-1BEC-7D14A9C0F4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848450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0c - Toolkit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59C55-2FD0-1B45-D242-0C8C493EDB1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48929" y="3567599"/>
            <a:ext cx="10543122" cy="2019600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lnSpc>
                <a:spcPct val="110000"/>
              </a:lnSpc>
              <a:spcAft>
                <a:spcPts val="1000"/>
              </a:spcAft>
              <a:defRPr sz="4800" b="1">
                <a:solidFill>
                  <a:schemeClr val="bg1"/>
                </a:solidFill>
                <a:latin typeface="+mj-lt"/>
                <a:cs typeface="Poppins" pitchFamily="2" charset="77"/>
              </a:defRPr>
            </a:lvl1pPr>
          </a:lstStyle>
          <a:p>
            <a:r>
              <a:rPr lang="en-GB" dirty="0"/>
              <a:t>Slide title goes here on 2 lines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AAFF58-1895-74A3-698E-D878C307229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48929" y="5799600"/>
            <a:ext cx="10543122" cy="1472400"/>
          </a:xfrm>
          <a:prstGeom prst="rect">
            <a:avLst/>
          </a:prstGeom>
        </p:spPr>
        <p:txBody>
          <a:bodyPr anchor="t"/>
          <a:lstStyle>
            <a:lvl1pPr marL="0" indent="0" algn="l">
              <a:buNone/>
              <a:defRPr sz="3600">
                <a:solidFill>
                  <a:schemeClr val="bg1"/>
                </a:solidFill>
              </a:defRPr>
            </a:lvl1pPr>
            <a:lvl2pPr marL="761924" indent="0" algn="ctr">
              <a:buNone/>
              <a:defRPr sz="3333"/>
            </a:lvl2pPr>
            <a:lvl3pPr marL="1523848" indent="0" algn="ctr">
              <a:buNone/>
              <a:defRPr sz="3000"/>
            </a:lvl3pPr>
            <a:lvl4pPr marL="2285771" indent="0" algn="ctr">
              <a:buNone/>
              <a:defRPr sz="2666"/>
            </a:lvl4pPr>
            <a:lvl5pPr marL="3047695" indent="0" algn="ctr">
              <a:buNone/>
              <a:defRPr sz="2666"/>
            </a:lvl5pPr>
            <a:lvl6pPr marL="3809619" indent="0" algn="ctr">
              <a:buNone/>
              <a:defRPr sz="2666"/>
            </a:lvl6pPr>
            <a:lvl7pPr marL="4571543" indent="0" algn="ctr">
              <a:buNone/>
              <a:defRPr sz="2666"/>
            </a:lvl7pPr>
            <a:lvl8pPr marL="5333467" indent="0" algn="ctr">
              <a:buNone/>
              <a:defRPr sz="2666"/>
            </a:lvl8pPr>
            <a:lvl9pPr marL="6095390" indent="0" algn="ctr">
              <a:buNone/>
              <a:defRPr sz="2666"/>
            </a:lvl9pPr>
          </a:lstStyle>
          <a:p>
            <a:r>
              <a:rPr lang="en-GB"/>
              <a:t>Subtitle goes here on up to 2 lines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0476B1-BC79-6A48-84CA-0759CACFAD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F01B45CF-F80F-AF1A-BB60-5E7615EB2D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6412307" y="10621112"/>
            <a:ext cx="2572579" cy="3501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bg1"/>
                </a:solidFill>
              </a:defRPr>
            </a:lvl1pPr>
          </a:lstStyle>
          <a:p>
            <a:fld id="{D2792E9C-7E5E-F14F-B049-5BFE22D713B7}" type="datetime4">
              <a:rPr lang="en-CA" smtClean="0"/>
              <a:pPr/>
              <a:t>September 30,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FBF0A4-9A22-175D-1BEC-7D14A9C0F4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1322761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6 - Header w/ Open Midd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59C55-2FD0-1B45-D242-0C8C493EDB1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9200" y="457200"/>
            <a:ext cx="19441062" cy="738817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lnSpc>
                <a:spcPct val="110000"/>
              </a:lnSpc>
              <a:spcAft>
                <a:spcPts val="1000"/>
              </a:spcAft>
              <a:defRPr sz="4400" b="1">
                <a:solidFill>
                  <a:schemeClr val="bg1"/>
                </a:solidFill>
                <a:latin typeface="+mj-lt"/>
                <a:cs typeface="Poppins" pitchFamily="2" charset="77"/>
              </a:defRPr>
            </a:lvl1pPr>
          </a:lstStyle>
          <a:p>
            <a:r>
              <a:rPr lang="en-GB"/>
              <a:t>Slide title goes here on 1 line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AAFF58-1895-74A3-698E-D878C307229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8150" y="1267200"/>
            <a:ext cx="19442112" cy="573884"/>
          </a:xfrm>
          <a:prstGeom prst="rect">
            <a:avLst/>
          </a:prstGeom>
        </p:spPr>
        <p:txBody>
          <a:bodyPr anchor="t"/>
          <a:lstStyle>
            <a:lvl1pPr marL="0" indent="0" algn="l">
              <a:buNone/>
              <a:defRPr sz="3600">
                <a:solidFill>
                  <a:schemeClr val="bg1"/>
                </a:solidFill>
              </a:defRPr>
            </a:lvl1pPr>
            <a:lvl2pPr marL="761924" indent="0" algn="ctr">
              <a:buNone/>
              <a:defRPr sz="3333"/>
            </a:lvl2pPr>
            <a:lvl3pPr marL="1523848" indent="0" algn="ctr">
              <a:buNone/>
              <a:defRPr sz="3000"/>
            </a:lvl3pPr>
            <a:lvl4pPr marL="2285771" indent="0" algn="ctr">
              <a:buNone/>
              <a:defRPr sz="2666"/>
            </a:lvl4pPr>
            <a:lvl5pPr marL="3047695" indent="0" algn="ctr">
              <a:buNone/>
              <a:defRPr sz="2666"/>
            </a:lvl5pPr>
            <a:lvl6pPr marL="3809619" indent="0" algn="ctr">
              <a:buNone/>
              <a:defRPr sz="2666"/>
            </a:lvl6pPr>
            <a:lvl7pPr marL="4571543" indent="0" algn="ctr">
              <a:buNone/>
              <a:defRPr sz="2666"/>
            </a:lvl7pPr>
            <a:lvl8pPr marL="5333467" indent="0" algn="ctr">
              <a:buNone/>
              <a:defRPr sz="2666"/>
            </a:lvl8pPr>
            <a:lvl9pPr marL="6095390" indent="0" algn="ctr">
              <a:buNone/>
              <a:defRPr sz="2666"/>
            </a:lvl9pPr>
          </a:lstStyle>
          <a:p>
            <a:r>
              <a:rPr lang="en-GB"/>
              <a:t>Subtitle goes here on 1 line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C529A88-D552-5768-A82B-3E566E9D07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1881808"/>
            <a:ext cx="20318413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42DC5996-BDFE-55CD-CC8A-FA042955CE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12D068AA-C0B4-024E-F068-CFC63BC56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57C64306-DF1D-0001-7737-CA0C49A4C7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32240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6 - Blank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582192C-3A69-FE59-73A6-A262DF7259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5191159-C341-9E42-1ED7-056848027C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992A4791-8BB3-D788-EFE9-CDE2FEB04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26370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7 - Land Acknowledgem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04BE623F-DB6C-3D05-E5AC-0FB1CD275E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20318413" cy="1143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 </a:t>
            </a:r>
          </a:p>
        </p:txBody>
      </p:sp>
      <p:sp>
        <p:nvSpPr>
          <p:cNvPr id="4" name="Title 6">
            <a:extLst>
              <a:ext uri="{FF2B5EF4-FFF2-40B4-BE49-F238E27FC236}">
                <a16:creationId xmlns:a16="http://schemas.microsoft.com/office/drawing/2014/main" id="{1CD51DFF-2A6D-7EC7-1E76-C81EC80CE3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11999" y="4520998"/>
            <a:ext cx="14302799" cy="648602"/>
          </a:xfrm>
          <a:prstGeom prst="rect">
            <a:avLst/>
          </a:prstGeom>
        </p:spPr>
        <p:txBody>
          <a:bodyPr/>
          <a:lstStyle>
            <a:lvl1pPr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CA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AAFF58-1895-74A3-698E-D878C30722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12000" y="5421600"/>
            <a:ext cx="14302799" cy="2805297"/>
          </a:xfrm>
          <a:prstGeom prst="rect">
            <a:avLst/>
          </a:prstGeom>
        </p:spPr>
        <p:txBody>
          <a:bodyPr anchor="t"/>
          <a:lstStyle>
            <a:lvl1pPr marL="0" indent="0" algn="l">
              <a:buNone/>
              <a:defRPr sz="3600" baseline="0">
                <a:solidFill>
                  <a:schemeClr val="bg1"/>
                </a:solidFill>
              </a:defRPr>
            </a:lvl1pPr>
            <a:lvl2pPr marL="761924" indent="0" algn="ctr">
              <a:buNone/>
              <a:defRPr sz="3333"/>
            </a:lvl2pPr>
            <a:lvl3pPr marL="1523848" indent="0" algn="ctr">
              <a:buNone/>
              <a:defRPr sz="3000"/>
            </a:lvl3pPr>
            <a:lvl4pPr marL="2285771" indent="0" algn="ctr">
              <a:buNone/>
              <a:defRPr sz="2666"/>
            </a:lvl4pPr>
            <a:lvl5pPr marL="3047695" indent="0" algn="ctr">
              <a:buNone/>
              <a:defRPr sz="2666"/>
            </a:lvl5pPr>
            <a:lvl6pPr marL="3809619" indent="0" algn="ctr">
              <a:buNone/>
              <a:defRPr sz="2666"/>
            </a:lvl6pPr>
            <a:lvl7pPr marL="4571543" indent="0" algn="ctr">
              <a:buNone/>
              <a:defRPr sz="2666"/>
            </a:lvl7pPr>
            <a:lvl8pPr marL="5333467" indent="0" algn="ctr">
              <a:buNone/>
              <a:defRPr sz="2666"/>
            </a:lvl8pPr>
            <a:lvl9pPr marL="6095390" indent="0" algn="ctr">
              <a:buNone/>
              <a:defRPr sz="2666"/>
            </a:lvl9pPr>
          </a:lstStyle>
          <a:p>
            <a:endParaRPr lang="en-US" sz="3600" baseline="30000">
              <a:solidFill>
                <a:schemeClr val="bg1"/>
              </a:solidFill>
            </a:endParaRPr>
          </a:p>
        </p:txBody>
      </p:sp>
      <p:grpSp>
        <p:nvGrpSpPr>
          <p:cNvPr id="8" name="Group 7" descr="An icon of a hand holding a sapling.">
            <a:extLst>
              <a:ext uri="{FF2B5EF4-FFF2-40B4-BE49-F238E27FC236}">
                <a16:creationId xmlns:a16="http://schemas.microsoft.com/office/drawing/2014/main" id="{0DECB02C-2326-F95A-1ECA-3D29624B802C}"/>
              </a:ext>
            </a:extLst>
          </p:cNvPr>
          <p:cNvGrpSpPr/>
          <p:nvPr userDrawn="1"/>
        </p:nvGrpSpPr>
        <p:grpSpPr>
          <a:xfrm>
            <a:off x="3429538" y="3189238"/>
            <a:ext cx="1087755" cy="1087754"/>
            <a:chOff x="12372571" y="7209566"/>
            <a:chExt cx="1087755" cy="1087754"/>
          </a:xfrm>
        </p:grpSpPr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94FBF782-1048-A071-8D84-1668E5FC19BD}"/>
                </a:ext>
              </a:extLst>
            </p:cNvPr>
            <p:cNvSpPr/>
            <p:nvPr/>
          </p:nvSpPr>
          <p:spPr>
            <a:xfrm>
              <a:off x="12769764" y="7286718"/>
              <a:ext cx="553402" cy="402907"/>
            </a:xfrm>
            <a:custGeom>
              <a:avLst/>
              <a:gdLst>
                <a:gd name="connsiteX0" fmla="*/ 467678 w 553402"/>
                <a:gd name="connsiteY0" fmla="*/ 0 h 402907"/>
                <a:gd name="connsiteX1" fmla="*/ 276225 w 553402"/>
                <a:gd name="connsiteY1" fmla="*/ 120015 h 402907"/>
                <a:gd name="connsiteX2" fmla="*/ 84772 w 553402"/>
                <a:gd name="connsiteY2" fmla="*/ 0 h 402907"/>
                <a:gd name="connsiteX3" fmla="*/ 0 w 553402"/>
                <a:gd name="connsiteY3" fmla="*/ 0 h 402907"/>
                <a:gd name="connsiteX4" fmla="*/ 0 w 553402"/>
                <a:gd name="connsiteY4" fmla="*/ 20955 h 402907"/>
                <a:gd name="connsiteX5" fmla="*/ 212407 w 553402"/>
                <a:gd name="connsiteY5" fmla="*/ 233363 h 402907"/>
                <a:gd name="connsiteX6" fmla="*/ 255270 w 553402"/>
                <a:gd name="connsiteY6" fmla="*/ 233363 h 402907"/>
                <a:gd name="connsiteX7" fmla="*/ 255270 w 553402"/>
                <a:gd name="connsiteY7" fmla="*/ 402908 h 402907"/>
                <a:gd name="connsiteX8" fmla="*/ 298132 w 553402"/>
                <a:gd name="connsiteY8" fmla="*/ 402908 h 402907"/>
                <a:gd name="connsiteX9" fmla="*/ 298132 w 553402"/>
                <a:gd name="connsiteY9" fmla="*/ 233363 h 402907"/>
                <a:gd name="connsiteX10" fmla="*/ 340995 w 553402"/>
                <a:gd name="connsiteY10" fmla="*/ 233363 h 402907"/>
                <a:gd name="connsiteX11" fmla="*/ 553403 w 553402"/>
                <a:gd name="connsiteY11" fmla="*/ 20955 h 402907"/>
                <a:gd name="connsiteX12" fmla="*/ 553403 w 553402"/>
                <a:gd name="connsiteY12" fmla="*/ 0 h 402907"/>
                <a:gd name="connsiteX13" fmla="*/ 468630 w 553402"/>
                <a:gd name="connsiteY13" fmla="*/ 0 h 402907"/>
                <a:gd name="connsiteX14" fmla="*/ 212407 w 553402"/>
                <a:gd name="connsiteY14" fmla="*/ 190500 h 402907"/>
                <a:gd name="connsiteX15" fmla="*/ 43815 w 553402"/>
                <a:gd name="connsiteY15" fmla="*/ 41910 h 402907"/>
                <a:gd name="connsiteX16" fmla="*/ 84772 w 553402"/>
                <a:gd name="connsiteY16" fmla="*/ 41910 h 402907"/>
                <a:gd name="connsiteX17" fmla="*/ 253365 w 553402"/>
                <a:gd name="connsiteY17" fmla="*/ 190500 h 402907"/>
                <a:gd name="connsiteX18" fmla="*/ 212407 w 553402"/>
                <a:gd name="connsiteY18" fmla="*/ 190500 h 402907"/>
                <a:gd name="connsiteX19" fmla="*/ 340042 w 553402"/>
                <a:gd name="connsiteY19" fmla="*/ 190500 h 402907"/>
                <a:gd name="connsiteX20" fmla="*/ 299085 w 553402"/>
                <a:gd name="connsiteY20" fmla="*/ 190500 h 402907"/>
                <a:gd name="connsiteX21" fmla="*/ 467678 w 553402"/>
                <a:gd name="connsiteY21" fmla="*/ 41910 h 402907"/>
                <a:gd name="connsiteX22" fmla="*/ 508635 w 553402"/>
                <a:gd name="connsiteY22" fmla="*/ 41910 h 402907"/>
                <a:gd name="connsiteX23" fmla="*/ 340042 w 553402"/>
                <a:gd name="connsiteY23" fmla="*/ 190500 h 402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553402" h="402907">
                  <a:moveTo>
                    <a:pt x="467678" y="0"/>
                  </a:moveTo>
                  <a:cubicBezTo>
                    <a:pt x="383857" y="0"/>
                    <a:pt x="310515" y="48578"/>
                    <a:pt x="276225" y="120015"/>
                  </a:cubicBezTo>
                  <a:cubicBezTo>
                    <a:pt x="241935" y="49530"/>
                    <a:pt x="168592" y="0"/>
                    <a:pt x="84772" y="0"/>
                  </a:cubicBezTo>
                  <a:lnTo>
                    <a:pt x="0" y="0"/>
                  </a:lnTo>
                  <a:lnTo>
                    <a:pt x="0" y="20955"/>
                  </a:lnTo>
                  <a:cubicBezTo>
                    <a:pt x="0" y="138113"/>
                    <a:pt x="95250" y="233363"/>
                    <a:pt x="212407" y="233363"/>
                  </a:cubicBezTo>
                  <a:lnTo>
                    <a:pt x="255270" y="233363"/>
                  </a:lnTo>
                  <a:lnTo>
                    <a:pt x="255270" y="402908"/>
                  </a:lnTo>
                  <a:lnTo>
                    <a:pt x="298132" y="402908"/>
                  </a:lnTo>
                  <a:lnTo>
                    <a:pt x="298132" y="233363"/>
                  </a:lnTo>
                  <a:lnTo>
                    <a:pt x="340995" y="233363"/>
                  </a:lnTo>
                  <a:cubicBezTo>
                    <a:pt x="458153" y="233363"/>
                    <a:pt x="553403" y="138113"/>
                    <a:pt x="553403" y="20955"/>
                  </a:cubicBezTo>
                  <a:lnTo>
                    <a:pt x="553403" y="0"/>
                  </a:lnTo>
                  <a:lnTo>
                    <a:pt x="468630" y="0"/>
                  </a:lnTo>
                  <a:close/>
                  <a:moveTo>
                    <a:pt x="212407" y="190500"/>
                  </a:moveTo>
                  <a:cubicBezTo>
                    <a:pt x="125730" y="190500"/>
                    <a:pt x="54292" y="125730"/>
                    <a:pt x="43815" y="41910"/>
                  </a:cubicBezTo>
                  <a:lnTo>
                    <a:pt x="84772" y="41910"/>
                  </a:lnTo>
                  <a:cubicBezTo>
                    <a:pt x="171450" y="41910"/>
                    <a:pt x="242888" y="106680"/>
                    <a:pt x="253365" y="190500"/>
                  </a:cubicBezTo>
                  <a:lnTo>
                    <a:pt x="212407" y="190500"/>
                  </a:lnTo>
                  <a:close/>
                  <a:moveTo>
                    <a:pt x="340042" y="190500"/>
                  </a:moveTo>
                  <a:lnTo>
                    <a:pt x="299085" y="190500"/>
                  </a:lnTo>
                  <a:cubicBezTo>
                    <a:pt x="309563" y="106680"/>
                    <a:pt x="381000" y="41910"/>
                    <a:pt x="467678" y="41910"/>
                  </a:cubicBezTo>
                  <a:lnTo>
                    <a:pt x="508635" y="41910"/>
                  </a:lnTo>
                  <a:cubicBezTo>
                    <a:pt x="498157" y="125730"/>
                    <a:pt x="426720" y="190500"/>
                    <a:pt x="340042" y="190500"/>
                  </a:cubicBezTo>
                  <a:close/>
                </a:path>
              </a:pathLst>
            </a:custGeom>
            <a:solidFill>
              <a:schemeClr val="accent2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10" name="Graphic 8">
              <a:extLst>
                <a:ext uri="{FF2B5EF4-FFF2-40B4-BE49-F238E27FC236}">
                  <a16:creationId xmlns:a16="http://schemas.microsoft.com/office/drawing/2014/main" id="{3ACF959F-56A5-E952-F484-09D13707B923}"/>
                </a:ext>
              </a:extLst>
            </p:cNvPr>
            <p:cNvGrpSpPr/>
            <p:nvPr/>
          </p:nvGrpSpPr>
          <p:grpSpPr>
            <a:xfrm>
              <a:off x="12372571" y="7209566"/>
              <a:ext cx="1087755" cy="1087754"/>
              <a:chOff x="12372571" y="7209566"/>
              <a:chExt cx="1087755" cy="1087754"/>
            </a:xfrm>
          </p:grpSpPr>
          <p:sp>
            <p:nvSpPr>
              <p:cNvPr id="11" name="Freeform 10">
                <a:extLst>
                  <a:ext uri="{FF2B5EF4-FFF2-40B4-BE49-F238E27FC236}">
                    <a16:creationId xmlns:a16="http://schemas.microsoft.com/office/drawing/2014/main" id="{1AA8C2A7-AF14-0681-9645-70B1E1D21E4A}"/>
                  </a:ext>
                </a:extLst>
              </p:cNvPr>
              <p:cNvSpPr/>
              <p:nvPr/>
            </p:nvSpPr>
            <p:spPr>
              <a:xfrm>
                <a:off x="12372571" y="7209566"/>
                <a:ext cx="1087755" cy="1087754"/>
              </a:xfrm>
              <a:custGeom>
                <a:avLst/>
                <a:gdLst>
                  <a:gd name="connsiteX0" fmla="*/ 1087755 w 1087755"/>
                  <a:gd name="connsiteY0" fmla="*/ 0 h 1087754"/>
                  <a:gd name="connsiteX1" fmla="*/ 1087755 w 1087755"/>
                  <a:gd name="connsiteY1" fmla="*/ 1087755 h 1087754"/>
                  <a:gd name="connsiteX2" fmla="*/ 0 w 1087755"/>
                  <a:gd name="connsiteY2" fmla="*/ 1087755 h 10877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087755" h="1087754">
                    <a:moveTo>
                      <a:pt x="1087755" y="0"/>
                    </a:moveTo>
                    <a:lnTo>
                      <a:pt x="1087755" y="1087755"/>
                    </a:lnTo>
                    <a:lnTo>
                      <a:pt x="0" y="1087755"/>
                    </a:lnTo>
                  </a:path>
                </a:pathLst>
              </a:custGeom>
              <a:no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8BDA1C6A-BF36-D885-B1B1-203DE44727B8}"/>
                  </a:ext>
                </a:extLst>
              </p:cNvPr>
              <p:cNvSpPr/>
              <p:nvPr/>
            </p:nvSpPr>
            <p:spPr>
              <a:xfrm>
                <a:off x="12383048" y="7669623"/>
                <a:ext cx="1062990" cy="552450"/>
              </a:xfrm>
              <a:custGeom>
                <a:avLst/>
                <a:gdLst>
                  <a:gd name="connsiteX0" fmla="*/ 1048703 w 1062990"/>
                  <a:gd name="connsiteY0" fmla="*/ 261938 h 552450"/>
                  <a:gd name="connsiteX1" fmla="*/ 944880 w 1062990"/>
                  <a:gd name="connsiteY1" fmla="*/ 206693 h 552450"/>
                  <a:gd name="connsiteX2" fmla="*/ 929640 w 1062990"/>
                  <a:gd name="connsiteY2" fmla="*/ 206693 h 552450"/>
                  <a:gd name="connsiteX3" fmla="*/ 661988 w 1062990"/>
                  <a:gd name="connsiteY3" fmla="*/ 0 h 552450"/>
                  <a:gd name="connsiteX4" fmla="*/ 418148 w 1062990"/>
                  <a:gd name="connsiteY4" fmla="*/ 146685 h 552450"/>
                  <a:gd name="connsiteX5" fmla="*/ 343853 w 1062990"/>
                  <a:gd name="connsiteY5" fmla="*/ 127635 h 552450"/>
                  <a:gd name="connsiteX6" fmla="*/ 203835 w 1062990"/>
                  <a:gd name="connsiteY6" fmla="*/ 191452 h 552450"/>
                  <a:gd name="connsiteX7" fmla="*/ 0 w 1062990"/>
                  <a:gd name="connsiteY7" fmla="*/ 191452 h 552450"/>
                  <a:gd name="connsiteX8" fmla="*/ 0 w 1062990"/>
                  <a:gd name="connsiteY8" fmla="*/ 488633 h 552450"/>
                  <a:gd name="connsiteX9" fmla="*/ 209550 w 1062990"/>
                  <a:gd name="connsiteY9" fmla="*/ 488633 h 552450"/>
                  <a:gd name="connsiteX10" fmla="*/ 404813 w 1062990"/>
                  <a:gd name="connsiteY10" fmla="*/ 552450 h 552450"/>
                  <a:gd name="connsiteX11" fmla="*/ 732473 w 1062990"/>
                  <a:gd name="connsiteY11" fmla="*/ 552450 h 552450"/>
                  <a:gd name="connsiteX12" fmla="*/ 738188 w 1062990"/>
                  <a:gd name="connsiteY12" fmla="*/ 547688 h 552450"/>
                  <a:gd name="connsiteX13" fmla="*/ 974408 w 1062990"/>
                  <a:gd name="connsiteY13" fmla="*/ 351473 h 552450"/>
                  <a:gd name="connsiteX14" fmla="*/ 1022985 w 1062990"/>
                  <a:gd name="connsiteY14" fmla="*/ 311468 h 552450"/>
                  <a:gd name="connsiteX15" fmla="*/ 1045845 w 1062990"/>
                  <a:gd name="connsiteY15" fmla="*/ 293370 h 552450"/>
                  <a:gd name="connsiteX16" fmla="*/ 1062990 w 1062990"/>
                  <a:gd name="connsiteY16" fmla="*/ 280035 h 552450"/>
                  <a:gd name="connsiteX17" fmla="*/ 1048703 w 1062990"/>
                  <a:gd name="connsiteY17" fmla="*/ 263843 h 552450"/>
                  <a:gd name="connsiteX18" fmla="*/ 662940 w 1062990"/>
                  <a:gd name="connsiteY18" fmla="*/ 41910 h 552450"/>
                  <a:gd name="connsiteX19" fmla="*/ 887730 w 1062990"/>
                  <a:gd name="connsiteY19" fmla="*/ 212408 h 552450"/>
                  <a:gd name="connsiteX20" fmla="*/ 832485 w 1062990"/>
                  <a:gd name="connsiteY20" fmla="*/ 240983 h 552450"/>
                  <a:gd name="connsiteX21" fmla="*/ 798195 w 1062990"/>
                  <a:gd name="connsiteY21" fmla="*/ 271463 h 552450"/>
                  <a:gd name="connsiteX22" fmla="*/ 746760 w 1062990"/>
                  <a:gd name="connsiteY22" fmla="*/ 318135 h 552450"/>
                  <a:gd name="connsiteX23" fmla="*/ 746760 w 1062990"/>
                  <a:gd name="connsiteY23" fmla="*/ 318135 h 552450"/>
                  <a:gd name="connsiteX24" fmla="*/ 600075 w 1062990"/>
                  <a:gd name="connsiteY24" fmla="*/ 190500 h 552450"/>
                  <a:gd name="connsiteX25" fmla="*/ 481965 w 1062990"/>
                  <a:gd name="connsiteY25" fmla="*/ 190500 h 552450"/>
                  <a:gd name="connsiteX26" fmla="*/ 456248 w 1062990"/>
                  <a:gd name="connsiteY26" fmla="*/ 168593 h 552450"/>
                  <a:gd name="connsiteX27" fmla="*/ 663893 w 1062990"/>
                  <a:gd name="connsiteY27" fmla="*/ 41910 h 552450"/>
                  <a:gd name="connsiteX28" fmla="*/ 191453 w 1062990"/>
                  <a:gd name="connsiteY28" fmla="*/ 445770 h 552450"/>
                  <a:gd name="connsiteX29" fmla="*/ 42863 w 1062990"/>
                  <a:gd name="connsiteY29" fmla="*/ 445770 h 552450"/>
                  <a:gd name="connsiteX30" fmla="*/ 42863 w 1062990"/>
                  <a:gd name="connsiteY30" fmla="*/ 233363 h 552450"/>
                  <a:gd name="connsiteX31" fmla="*/ 191453 w 1062990"/>
                  <a:gd name="connsiteY31" fmla="*/ 233363 h 552450"/>
                  <a:gd name="connsiteX32" fmla="*/ 191453 w 1062990"/>
                  <a:gd name="connsiteY32" fmla="*/ 445770 h 552450"/>
                  <a:gd name="connsiteX33" fmla="*/ 996315 w 1062990"/>
                  <a:gd name="connsiteY33" fmla="*/ 277178 h 552450"/>
                  <a:gd name="connsiteX34" fmla="*/ 946785 w 1062990"/>
                  <a:gd name="connsiteY34" fmla="*/ 318135 h 552450"/>
                  <a:gd name="connsiteX35" fmla="*/ 716280 w 1062990"/>
                  <a:gd name="connsiteY35" fmla="*/ 509588 h 552450"/>
                  <a:gd name="connsiteX36" fmla="*/ 411480 w 1062990"/>
                  <a:gd name="connsiteY36" fmla="*/ 509588 h 552450"/>
                  <a:gd name="connsiteX37" fmla="*/ 234315 w 1062990"/>
                  <a:gd name="connsiteY37" fmla="*/ 451485 h 552450"/>
                  <a:gd name="connsiteX38" fmla="*/ 234315 w 1062990"/>
                  <a:gd name="connsiteY38" fmla="*/ 220980 h 552450"/>
                  <a:gd name="connsiteX39" fmla="*/ 344805 w 1062990"/>
                  <a:gd name="connsiteY39" fmla="*/ 169545 h 552450"/>
                  <a:gd name="connsiteX40" fmla="*/ 456248 w 1062990"/>
                  <a:gd name="connsiteY40" fmla="*/ 225743 h 552450"/>
                  <a:gd name="connsiteX41" fmla="*/ 462915 w 1062990"/>
                  <a:gd name="connsiteY41" fmla="*/ 232410 h 552450"/>
                  <a:gd name="connsiteX42" fmla="*/ 600075 w 1062990"/>
                  <a:gd name="connsiteY42" fmla="*/ 232410 h 552450"/>
                  <a:gd name="connsiteX43" fmla="*/ 703898 w 1062990"/>
                  <a:gd name="connsiteY43" fmla="*/ 317183 h 552450"/>
                  <a:gd name="connsiteX44" fmla="*/ 503873 w 1062990"/>
                  <a:gd name="connsiteY44" fmla="*/ 317183 h 552450"/>
                  <a:gd name="connsiteX45" fmla="*/ 503873 w 1062990"/>
                  <a:gd name="connsiteY45" fmla="*/ 360045 h 552450"/>
                  <a:gd name="connsiteX46" fmla="*/ 762953 w 1062990"/>
                  <a:gd name="connsiteY46" fmla="*/ 360045 h 552450"/>
                  <a:gd name="connsiteX47" fmla="*/ 768668 w 1062990"/>
                  <a:gd name="connsiteY47" fmla="*/ 355283 h 552450"/>
                  <a:gd name="connsiteX48" fmla="*/ 827723 w 1062990"/>
                  <a:gd name="connsiteY48" fmla="*/ 302895 h 552450"/>
                  <a:gd name="connsiteX49" fmla="*/ 860108 w 1062990"/>
                  <a:gd name="connsiteY49" fmla="*/ 274320 h 552450"/>
                  <a:gd name="connsiteX50" fmla="*/ 941070 w 1062990"/>
                  <a:gd name="connsiteY50" fmla="*/ 249555 h 552450"/>
                  <a:gd name="connsiteX51" fmla="*/ 1001078 w 1062990"/>
                  <a:gd name="connsiteY51" fmla="*/ 274320 h 552450"/>
                  <a:gd name="connsiteX52" fmla="*/ 996315 w 1062990"/>
                  <a:gd name="connsiteY52" fmla="*/ 278130 h 552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</a:cxnLst>
                <a:rect l="l" t="t" r="r" b="b"/>
                <a:pathLst>
                  <a:path w="1062990" h="552450">
                    <a:moveTo>
                      <a:pt x="1048703" y="261938"/>
                    </a:moveTo>
                    <a:cubicBezTo>
                      <a:pt x="1022033" y="230505"/>
                      <a:pt x="985838" y="211455"/>
                      <a:pt x="944880" y="206693"/>
                    </a:cubicBezTo>
                    <a:cubicBezTo>
                      <a:pt x="940118" y="206693"/>
                      <a:pt x="935355" y="206693"/>
                      <a:pt x="929640" y="206693"/>
                    </a:cubicBezTo>
                    <a:cubicBezTo>
                      <a:pt x="898208" y="85725"/>
                      <a:pt x="788670" y="0"/>
                      <a:pt x="661988" y="0"/>
                    </a:cubicBezTo>
                    <a:cubicBezTo>
                      <a:pt x="535305" y="0"/>
                      <a:pt x="465773" y="57150"/>
                      <a:pt x="418148" y="146685"/>
                    </a:cubicBezTo>
                    <a:cubicBezTo>
                      <a:pt x="396240" y="136208"/>
                      <a:pt x="371475" y="127635"/>
                      <a:pt x="343853" y="127635"/>
                    </a:cubicBezTo>
                    <a:cubicBezTo>
                      <a:pt x="279083" y="127635"/>
                      <a:pt x="222885" y="174308"/>
                      <a:pt x="203835" y="191452"/>
                    </a:cubicBezTo>
                    <a:lnTo>
                      <a:pt x="0" y="191452"/>
                    </a:lnTo>
                    <a:lnTo>
                      <a:pt x="0" y="488633"/>
                    </a:lnTo>
                    <a:lnTo>
                      <a:pt x="209550" y="488633"/>
                    </a:lnTo>
                    <a:lnTo>
                      <a:pt x="404813" y="552450"/>
                    </a:lnTo>
                    <a:lnTo>
                      <a:pt x="732473" y="552450"/>
                    </a:lnTo>
                    <a:lnTo>
                      <a:pt x="738188" y="547688"/>
                    </a:lnTo>
                    <a:cubicBezTo>
                      <a:pt x="874395" y="434340"/>
                      <a:pt x="939165" y="381000"/>
                      <a:pt x="974408" y="351473"/>
                    </a:cubicBezTo>
                    <a:cubicBezTo>
                      <a:pt x="999173" y="331153"/>
                      <a:pt x="1015365" y="317818"/>
                      <a:pt x="1022985" y="311468"/>
                    </a:cubicBezTo>
                    <a:cubicBezTo>
                      <a:pt x="1027748" y="307658"/>
                      <a:pt x="1034415" y="301943"/>
                      <a:pt x="1045845" y="293370"/>
                    </a:cubicBezTo>
                    <a:lnTo>
                      <a:pt x="1062990" y="280035"/>
                    </a:lnTo>
                    <a:lnTo>
                      <a:pt x="1048703" y="263843"/>
                    </a:lnTo>
                    <a:close/>
                    <a:moveTo>
                      <a:pt x="662940" y="41910"/>
                    </a:moveTo>
                    <a:cubicBezTo>
                      <a:pt x="768668" y="41910"/>
                      <a:pt x="860108" y="112395"/>
                      <a:pt x="887730" y="212408"/>
                    </a:cubicBezTo>
                    <a:cubicBezTo>
                      <a:pt x="867728" y="218123"/>
                      <a:pt x="849630" y="227648"/>
                      <a:pt x="832485" y="240983"/>
                    </a:cubicBezTo>
                    <a:cubicBezTo>
                      <a:pt x="822008" y="249555"/>
                      <a:pt x="810578" y="260033"/>
                      <a:pt x="798195" y="271463"/>
                    </a:cubicBezTo>
                    <a:cubicBezTo>
                      <a:pt x="783908" y="284798"/>
                      <a:pt x="767715" y="300038"/>
                      <a:pt x="746760" y="318135"/>
                    </a:cubicBezTo>
                    <a:lnTo>
                      <a:pt x="746760" y="318135"/>
                    </a:lnTo>
                    <a:cubicBezTo>
                      <a:pt x="736283" y="245745"/>
                      <a:pt x="674370" y="190500"/>
                      <a:pt x="600075" y="190500"/>
                    </a:cubicBezTo>
                    <a:lnTo>
                      <a:pt x="481965" y="190500"/>
                    </a:lnTo>
                    <a:cubicBezTo>
                      <a:pt x="476250" y="184785"/>
                      <a:pt x="467678" y="177165"/>
                      <a:pt x="456248" y="168593"/>
                    </a:cubicBezTo>
                    <a:cubicBezTo>
                      <a:pt x="496253" y="91440"/>
                      <a:pt x="576263" y="41910"/>
                      <a:pt x="663893" y="41910"/>
                    </a:cubicBezTo>
                    <a:close/>
                    <a:moveTo>
                      <a:pt x="191453" y="445770"/>
                    </a:moveTo>
                    <a:lnTo>
                      <a:pt x="42863" y="445770"/>
                    </a:lnTo>
                    <a:lnTo>
                      <a:pt x="42863" y="233363"/>
                    </a:lnTo>
                    <a:lnTo>
                      <a:pt x="191453" y="233363"/>
                    </a:lnTo>
                    <a:lnTo>
                      <a:pt x="191453" y="445770"/>
                    </a:lnTo>
                    <a:close/>
                    <a:moveTo>
                      <a:pt x="996315" y="277178"/>
                    </a:moveTo>
                    <a:cubicBezTo>
                      <a:pt x="988057" y="283528"/>
                      <a:pt x="971550" y="297180"/>
                      <a:pt x="946785" y="318135"/>
                    </a:cubicBezTo>
                    <a:cubicBezTo>
                      <a:pt x="912495" y="346710"/>
                      <a:pt x="848678" y="400050"/>
                      <a:pt x="716280" y="509588"/>
                    </a:cubicBezTo>
                    <a:lnTo>
                      <a:pt x="411480" y="509588"/>
                    </a:lnTo>
                    <a:lnTo>
                      <a:pt x="234315" y="451485"/>
                    </a:lnTo>
                    <a:lnTo>
                      <a:pt x="234315" y="220980"/>
                    </a:lnTo>
                    <a:cubicBezTo>
                      <a:pt x="250508" y="206693"/>
                      <a:pt x="296228" y="169545"/>
                      <a:pt x="344805" y="169545"/>
                    </a:cubicBezTo>
                    <a:cubicBezTo>
                      <a:pt x="393383" y="169545"/>
                      <a:pt x="456248" y="225743"/>
                      <a:pt x="456248" y="225743"/>
                    </a:cubicBezTo>
                    <a:lnTo>
                      <a:pt x="462915" y="232410"/>
                    </a:lnTo>
                    <a:lnTo>
                      <a:pt x="600075" y="232410"/>
                    </a:lnTo>
                    <a:cubicBezTo>
                      <a:pt x="651510" y="232410"/>
                      <a:pt x="694373" y="268605"/>
                      <a:pt x="703898" y="317183"/>
                    </a:cubicBezTo>
                    <a:lnTo>
                      <a:pt x="503873" y="317183"/>
                    </a:lnTo>
                    <a:lnTo>
                      <a:pt x="503873" y="360045"/>
                    </a:lnTo>
                    <a:lnTo>
                      <a:pt x="762953" y="360045"/>
                    </a:lnTo>
                    <a:lnTo>
                      <a:pt x="768668" y="355283"/>
                    </a:lnTo>
                    <a:cubicBezTo>
                      <a:pt x="793433" y="334328"/>
                      <a:pt x="812483" y="317183"/>
                      <a:pt x="827723" y="302895"/>
                    </a:cubicBezTo>
                    <a:cubicBezTo>
                      <a:pt x="840105" y="291465"/>
                      <a:pt x="849630" y="281940"/>
                      <a:pt x="860108" y="274320"/>
                    </a:cubicBezTo>
                    <a:cubicBezTo>
                      <a:pt x="882968" y="255270"/>
                      <a:pt x="911543" y="246698"/>
                      <a:pt x="941070" y="249555"/>
                    </a:cubicBezTo>
                    <a:cubicBezTo>
                      <a:pt x="962978" y="251460"/>
                      <a:pt x="983933" y="260033"/>
                      <a:pt x="1001078" y="274320"/>
                    </a:cubicBezTo>
                    <a:cubicBezTo>
                      <a:pt x="999173" y="275273"/>
                      <a:pt x="998220" y="277178"/>
                      <a:pt x="996315" y="278130"/>
                    </a:cubicBezTo>
                    <a:close/>
                  </a:path>
                </a:pathLst>
              </a:custGeom>
              <a:solidFill>
                <a:schemeClr val="bg1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3060924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04BE623F-DB6C-3D05-E5AC-0FB1CD275E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20318413" cy="1143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7929459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04BE623F-DB6C-3D05-E5AC-0FB1CD275E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20318413" cy="1143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4771474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5.xml"/><Relationship Id="rId13" Type="http://schemas.openxmlformats.org/officeDocument/2006/relationships/slideLayout" Target="../slideLayouts/slideLayout20.xml"/><Relationship Id="rId18" Type="http://schemas.openxmlformats.org/officeDocument/2006/relationships/slideLayout" Target="../slideLayouts/slideLayout25.xml"/><Relationship Id="rId26" Type="http://schemas.openxmlformats.org/officeDocument/2006/relationships/image" Target="../media/image6.svg"/><Relationship Id="rId3" Type="http://schemas.openxmlformats.org/officeDocument/2006/relationships/slideLayout" Target="../slideLayouts/slideLayout10.xml"/><Relationship Id="rId21" Type="http://schemas.openxmlformats.org/officeDocument/2006/relationships/slideLayout" Target="../slideLayouts/slideLayout28.xml"/><Relationship Id="rId7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9.xml"/><Relationship Id="rId17" Type="http://schemas.openxmlformats.org/officeDocument/2006/relationships/slideLayout" Target="../slideLayouts/slideLayout24.xml"/><Relationship Id="rId25" Type="http://schemas.openxmlformats.org/officeDocument/2006/relationships/image" Target="../media/image5.png"/><Relationship Id="rId2" Type="http://schemas.openxmlformats.org/officeDocument/2006/relationships/slideLayout" Target="../slideLayouts/slideLayout9.xml"/><Relationship Id="rId16" Type="http://schemas.openxmlformats.org/officeDocument/2006/relationships/slideLayout" Target="../slideLayouts/slideLayout23.xml"/><Relationship Id="rId20" Type="http://schemas.openxmlformats.org/officeDocument/2006/relationships/slideLayout" Target="../slideLayouts/slideLayout27.xml"/><Relationship Id="rId1" Type="http://schemas.openxmlformats.org/officeDocument/2006/relationships/slideLayout" Target="../slideLayouts/slideLayout8.xml"/><Relationship Id="rId6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8.xml"/><Relationship Id="rId24" Type="http://schemas.openxmlformats.org/officeDocument/2006/relationships/theme" Target="../theme/theme2.xml"/><Relationship Id="rId5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26.xml"/><Relationship Id="rId4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6.xml"/><Relationship Id="rId14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9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8.xml"/><Relationship Id="rId13" Type="http://schemas.openxmlformats.org/officeDocument/2006/relationships/slideLayout" Target="../slideLayouts/slideLayout43.xml"/><Relationship Id="rId18" Type="http://schemas.openxmlformats.org/officeDocument/2006/relationships/slideLayout" Target="../slideLayouts/slideLayout48.xml"/><Relationship Id="rId3" Type="http://schemas.openxmlformats.org/officeDocument/2006/relationships/slideLayout" Target="../slideLayouts/slideLayout33.xml"/><Relationship Id="rId21" Type="http://schemas.openxmlformats.org/officeDocument/2006/relationships/slideLayout" Target="../slideLayouts/slideLayout51.xml"/><Relationship Id="rId7" Type="http://schemas.openxmlformats.org/officeDocument/2006/relationships/slideLayout" Target="../slideLayouts/slideLayout37.xml"/><Relationship Id="rId12" Type="http://schemas.openxmlformats.org/officeDocument/2006/relationships/slideLayout" Target="../slideLayouts/slideLayout42.xml"/><Relationship Id="rId17" Type="http://schemas.openxmlformats.org/officeDocument/2006/relationships/slideLayout" Target="../slideLayouts/slideLayout47.xml"/><Relationship Id="rId2" Type="http://schemas.openxmlformats.org/officeDocument/2006/relationships/slideLayout" Target="../slideLayouts/slideLayout32.xml"/><Relationship Id="rId1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50.xml"/><Relationship Id="rId1" Type="http://schemas.openxmlformats.org/officeDocument/2006/relationships/slideLayout" Target="../slideLayouts/slideLayout31.xml"/><Relationship Id="rId6" Type="http://schemas.openxmlformats.org/officeDocument/2006/relationships/slideLayout" Target="../slideLayouts/slideLayout36.xml"/><Relationship Id="rId11" Type="http://schemas.openxmlformats.org/officeDocument/2006/relationships/slideLayout" Target="../slideLayouts/slideLayout41.xml"/><Relationship Id="rId24" Type="http://schemas.openxmlformats.org/officeDocument/2006/relationships/image" Target="../media/image16.svg"/><Relationship Id="rId5" Type="http://schemas.openxmlformats.org/officeDocument/2006/relationships/slideLayout" Target="../slideLayouts/slideLayout35.xml"/><Relationship Id="rId15" Type="http://schemas.openxmlformats.org/officeDocument/2006/relationships/slideLayout" Target="../slideLayouts/slideLayout45.xml"/><Relationship Id="rId23" Type="http://schemas.openxmlformats.org/officeDocument/2006/relationships/image" Target="../media/image15.png"/><Relationship Id="rId10" Type="http://schemas.openxmlformats.org/officeDocument/2006/relationships/slideLayout" Target="../slideLayouts/slideLayout40.xml"/><Relationship Id="rId19" Type="http://schemas.openxmlformats.org/officeDocument/2006/relationships/slideLayout" Target="../slideLayouts/slideLayout49.xml"/><Relationship Id="rId4" Type="http://schemas.openxmlformats.org/officeDocument/2006/relationships/slideLayout" Target="../slideLayouts/slideLayout34.xml"/><Relationship Id="rId9" Type="http://schemas.openxmlformats.org/officeDocument/2006/relationships/slideLayout" Target="../slideLayouts/slideLayout39.xml"/><Relationship Id="rId14" Type="http://schemas.openxmlformats.org/officeDocument/2006/relationships/slideLayout" Target="../slideLayouts/slideLayout44.xml"/><Relationship Id="rId2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797561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36" r:id="rId2"/>
    <p:sldLayoutId id="2147483673" r:id="rId3"/>
    <p:sldLayoutId id="2147483698" r:id="rId4"/>
    <p:sldLayoutId id="2147483674" r:id="rId5"/>
    <p:sldLayoutId id="2147483699" r:id="rId6"/>
    <p:sldLayoutId id="2147483675" r:id="rId7"/>
  </p:sldLayoutIdLst>
  <p:hf hdr="0"/>
  <p:txStyles>
    <p:titleStyle>
      <a:lvl1pPr algn="l" defTabSz="1523848" rtl="0" eaLnBrk="1" latinLnBrk="0" hangingPunct="1">
        <a:lnSpc>
          <a:spcPct val="90000"/>
        </a:lnSpc>
        <a:spcBef>
          <a:spcPct val="0"/>
        </a:spcBef>
        <a:buNone/>
        <a:defRPr sz="73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80962" indent="-380962" algn="l" defTabSz="1523848" rtl="0" eaLnBrk="1" latinLnBrk="0" hangingPunct="1">
        <a:lnSpc>
          <a:spcPct val="90000"/>
        </a:lnSpc>
        <a:spcBef>
          <a:spcPts val="1667"/>
        </a:spcBef>
        <a:buFont typeface="Arial" panose="020B0604020202020204" pitchFamily="34" charset="0"/>
        <a:buChar char="•"/>
        <a:defRPr sz="4666" kern="1200">
          <a:solidFill>
            <a:schemeClr val="tx1"/>
          </a:solidFill>
          <a:latin typeface="+mn-lt"/>
          <a:ea typeface="+mn-ea"/>
          <a:cs typeface="+mn-cs"/>
        </a:defRPr>
      </a:lvl1pPr>
      <a:lvl2pPr marL="1142886" indent="-380962" algn="l" defTabSz="1523848" rtl="0" eaLnBrk="1" latinLnBrk="0" hangingPunct="1">
        <a:lnSpc>
          <a:spcPct val="90000"/>
        </a:lnSpc>
        <a:spcBef>
          <a:spcPts val="833"/>
        </a:spcBef>
        <a:buFont typeface="Arial" panose="020B0604020202020204" pitchFamily="34" charset="0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2pPr>
      <a:lvl3pPr marL="1904810" indent="-380962" algn="l" defTabSz="1523848" rtl="0" eaLnBrk="1" latinLnBrk="0" hangingPunct="1">
        <a:lnSpc>
          <a:spcPct val="90000"/>
        </a:lnSpc>
        <a:spcBef>
          <a:spcPts val="833"/>
        </a:spcBef>
        <a:buFont typeface="Arial" panose="020B0604020202020204" pitchFamily="34" charset="0"/>
        <a:buChar char="•"/>
        <a:defRPr sz="3333" kern="1200">
          <a:solidFill>
            <a:schemeClr val="tx1"/>
          </a:solidFill>
          <a:latin typeface="+mn-lt"/>
          <a:ea typeface="+mn-ea"/>
          <a:cs typeface="+mn-cs"/>
        </a:defRPr>
      </a:lvl3pPr>
      <a:lvl4pPr marL="2666733" indent="-380962" algn="l" defTabSz="1523848" rtl="0" eaLnBrk="1" latinLnBrk="0" hangingPunct="1">
        <a:lnSpc>
          <a:spcPct val="90000"/>
        </a:lnSpc>
        <a:spcBef>
          <a:spcPts val="833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4pPr>
      <a:lvl5pPr marL="3428657" indent="-380962" algn="l" defTabSz="1523848" rtl="0" eaLnBrk="1" latinLnBrk="0" hangingPunct="1">
        <a:lnSpc>
          <a:spcPct val="90000"/>
        </a:lnSpc>
        <a:spcBef>
          <a:spcPts val="833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5pPr>
      <a:lvl6pPr marL="4190581" indent="-380962" algn="l" defTabSz="1523848" rtl="0" eaLnBrk="1" latinLnBrk="0" hangingPunct="1">
        <a:lnSpc>
          <a:spcPct val="90000"/>
        </a:lnSpc>
        <a:spcBef>
          <a:spcPts val="833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6pPr>
      <a:lvl7pPr marL="4952505" indent="-380962" algn="l" defTabSz="1523848" rtl="0" eaLnBrk="1" latinLnBrk="0" hangingPunct="1">
        <a:lnSpc>
          <a:spcPct val="90000"/>
        </a:lnSpc>
        <a:spcBef>
          <a:spcPts val="833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7pPr>
      <a:lvl8pPr marL="5714429" indent="-380962" algn="l" defTabSz="1523848" rtl="0" eaLnBrk="1" latinLnBrk="0" hangingPunct="1">
        <a:lnSpc>
          <a:spcPct val="90000"/>
        </a:lnSpc>
        <a:spcBef>
          <a:spcPts val="833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8pPr>
      <a:lvl9pPr marL="6476352" indent="-380962" algn="l" defTabSz="1523848" rtl="0" eaLnBrk="1" latinLnBrk="0" hangingPunct="1">
        <a:lnSpc>
          <a:spcPct val="90000"/>
        </a:lnSpc>
        <a:spcBef>
          <a:spcPts val="833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523848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1pPr>
      <a:lvl2pPr marL="761924" algn="l" defTabSz="1523848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848" algn="l" defTabSz="1523848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3pPr>
      <a:lvl4pPr marL="2285771" algn="l" defTabSz="1523848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4pPr>
      <a:lvl5pPr marL="3047695" algn="l" defTabSz="1523848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5pPr>
      <a:lvl6pPr marL="3809619" algn="l" defTabSz="1523848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6pPr>
      <a:lvl7pPr marL="4571543" algn="l" defTabSz="1523848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7pPr>
      <a:lvl8pPr marL="5333467" algn="l" defTabSz="1523848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8pPr>
      <a:lvl9pPr marL="6095390" algn="l" defTabSz="1523848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76" userDrawn="1">
          <p15:clr>
            <a:srgbClr val="F26B43"/>
          </p15:clr>
        </p15:guide>
        <p15:guide id="2" pos="12523" userDrawn="1">
          <p15:clr>
            <a:srgbClr val="F26B43"/>
          </p15:clr>
        </p15:guide>
        <p15:guide id="3" orient="horz" pos="6911" userDrawn="1">
          <p15:clr>
            <a:srgbClr val="F26B43"/>
          </p15:clr>
        </p15:guide>
        <p15:guide id="4" orient="horz" pos="266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23" descr="McMaster Brighter World Logo">
            <a:extLst>
              <a:ext uri="{FF2B5EF4-FFF2-40B4-BE49-F238E27FC236}">
                <a16:creationId xmlns:a16="http://schemas.microsoft.com/office/drawing/2014/main" id="{BD60C075-AE86-8E05-54F6-84253EC0EDCA}"/>
              </a:ext>
            </a:extLst>
          </p:cNvPr>
          <p:cNvPicPr>
            <a:picLocks noChangeAspect="1"/>
          </p:cNvPicPr>
          <p:nvPr userDrawn="1"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rcRect/>
          <a:stretch/>
        </p:blipFill>
        <p:spPr>
          <a:xfrm>
            <a:off x="439230" y="10046677"/>
            <a:ext cx="2919093" cy="924536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2124C9A-1A6B-0A47-A80A-9BE7F1D1BB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645877" y="10339754"/>
            <a:ext cx="16672536" cy="0"/>
          </a:xfrm>
          <a:prstGeom prst="line">
            <a:avLst/>
          </a:prstGeom>
          <a:ln w="22225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57F28D3-D67E-618C-8F3A-A8EC1886AB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9141708" y="10621111"/>
            <a:ext cx="0" cy="350102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4B70D333-8933-5D45-A645-E2101C8D04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31000" y="10620000"/>
            <a:ext cx="6856413" cy="37781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accent3"/>
                </a:solidFill>
              </a:defRPr>
            </a:lvl1pPr>
          </a:lstStyle>
          <a:p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80B6E45-6B27-3FE5-2C5E-F383AA13173A}"/>
              </a:ext>
            </a:extLst>
          </p:cNvPr>
          <p:cNvSpPr txBox="1"/>
          <p:nvPr userDrawn="1"/>
        </p:nvSpPr>
        <p:spPr>
          <a:xfrm>
            <a:off x="14712457" y="10621110"/>
            <a:ext cx="1699850" cy="350102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r>
              <a:rPr lang="en-US">
                <a:solidFill>
                  <a:schemeClr val="accent3"/>
                </a:solidFill>
              </a:rPr>
              <a:t>mcmaster.ca</a:t>
            </a:r>
          </a:p>
        </p:txBody>
      </p:sp>
      <p:sp>
        <p:nvSpPr>
          <p:cNvPr id="20" name="Date Placeholder 3">
            <a:extLst>
              <a:ext uri="{FF2B5EF4-FFF2-40B4-BE49-F238E27FC236}">
                <a16:creationId xmlns:a16="http://schemas.microsoft.com/office/drawing/2014/main" id="{0FFE53B8-8EDD-64F7-3BAB-DF15C46C59A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6412307" y="10621112"/>
            <a:ext cx="2572579" cy="3501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accent3"/>
                </a:solidFill>
              </a:defRPr>
            </a:lvl1pPr>
          </a:lstStyle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1C1AF429-5834-A301-2B81-A35534AD38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9274400" y="10620000"/>
            <a:ext cx="763538" cy="37781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accent3"/>
                </a:solidFill>
              </a:defRPr>
            </a:lvl1pPr>
          </a:lstStyle>
          <a:p>
            <a:fld id="{991AB9B0-3E43-D847-B073-60FE8FAFFDB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00262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70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  <p:sldLayoutId id="2147483693" r:id="rId12"/>
    <p:sldLayoutId id="2147483694" r:id="rId13"/>
    <p:sldLayoutId id="2147483695" r:id="rId14"/>
    <p:sldLayoutId id="2147483696" r:id="rId15"/>
    <p:sldLayoutId id="2147483688" r:id="rId16"/>
    <p:sldLayoutId id="2147483691" r:id="rId17"/>
    <p:sldLayoutId id="2147483692" r:id="rId18"/>
    <p:sldLayoutId id="2147483689" r:id="rId19"/>
    <p:sldLayoutId id="2147483690" r:id="rId20"/>
    <p:sldLayoutId id="2147483704" r:id="rId21"/>
    <p:sldLayoutId id="2147483705" r:id="rId22"/>
    <p:sldLayoutId id="2147483741" r:id="rId23"/>
  </p:sldLayoutIdLst>
  <p:hf hdr="0"/>
  <p:txStyles>
    <p:titleStyle>
      <a:lvl1pPr algn="l" defTabSz="1523848" rtl="0" eaLnBrk="1" latinLnBrk="0" hangingPunct="1">
        <a:lnSpc>
          <a:spcPct val="90000"/>
        </a:lnSpc>
        <a:spcBef>
          <a:spcPct val="0"/>
        </a:spcBef>
        <a:buNone/>
        <a:defRPr sz="73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80962" indent="-380962" algn="l" defTabSz="1523848" rtl="0" eaLnBrk="1" latinLnBrk="0" hangingPunct="1">
        <a:lnSpc>
          <a:spcPct val="90000"/>
        </a:lnSpc>
        <a:spcBef>
          <a:spcPts val="1667"/>
        </a:spcBef>
        <a:buFont typeface="Arial" panose="020B0604020202020204" pitchFamily="34" charset="0"/>
        <a:buChar char="•"/>
        <a:defRPr sz="4666" kern="1200">
          <a:solidFill>
            <a:schemeClr val="tx1"/>
          </a:solidFill>
          <a:latin typeface="+mn-lt"/>
          <a:ea typeface="+mn-ea"/>
          <a:cs typeface="+mn-cs"/>
        </a:defRPr>
      </a:lvl1pPr>
      <a:lvl2pPr marL="1142886" indent="-380962" algn="l" defTabSz="1523848" rtl="0" eaLnBrk="1" latinLnBrk="0" hangingPunct="1">
        <a:lnSpc>
          <a:spcPct val="90000"/>
        </a:lnSpc>
        <a:spcBef>
          <a:spcPts val="833"/>
        </a:spcBef>
        <a:buFont typeface="Arial" panose="020B0604020202020204" pitchFamily="34" charset="0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2pPr>
      <a:lvl3pPr marL="1904810" indent="-380962" algn="l" defTabSz="1523848" rtl="0" eaLnBrk="1" latinLnBrk="0" hangingPunct="1">
        <a:lnSpc>
          <a:spcPct val="90000"/>
        </a:lnSpc>
        <a:spcBef>
          <a:spcPts val="833"/>
        </a:spcBef>
        <a:buFont typeface="Arial" panose="020B0604020202020204" pitchFamily="34" charset="0"/>
        <a:buChar char="•"/>
        <a:defRPr sz="3333" kern="1200">
          <a:solidFill>
            <a:schemeClr val="tx1"/>
          </a:solidFill>
          <a:latin typeface="+mn-lt"/>
          <a:ea typeface="+mn-ea"/>
          <a:cs typeface="+mn-cs"/>
        </a:defRPr>
      </a:lvl3pPr>
      <a:lvl4pPr marL="2666733" indent="-380962" algn="l" defTabSz="1523848" rtl="0" eaLnBrk="1" latinLnBrk="0" hangingPunct="1">
        <a:lnSpc>
          <a:spcPct val="90000"/>
        </a:lnSpc>
        <a:spcBef>
          <a:spcPts val="833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4pPr>
      <a:lvl5pPr marL="3428657" indent="-380962" algn="l" defTabSz="1523848" rtl="0" eaLnBrk="1" latinLnBrk="0" hangingPunct="1">
        <a:lnSpc>
          <a:spcPct val="90000"/>
        </a:lnSpc>
        <a:spcBef>
          <a:spcPts val="833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5pPr>
      <a:lvl6pPr marL="4190581" indent="-380962" algn="l" defTabSz="1523848" rtl="0" eaLnBrk="1" latinLnBrk="0" hangingPunct="1">
        <a:lnSpc>
          <a:spcPct val="90000"/>
        </a:lnSpc>
        <a:spcBef>
          <a:spcPts val="833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6pPr>
      <a:lvl7pPr marL="4952505" indent="-380962" algn="l" defTabSz="1523848" rtl="0" eaLnBrk="1" latinLnBrk="0" hangingPunct="1">
        <a:lnSpc>
          <a:spcPct val="90000"/>
        </a:lnSpc>
        <a:spcBef>
          <a:spcPts val="833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7pPr>
      <a:lvl8pPr marL="5714429" indent="-380962" algn="l" defTabSz="1523848" rtl="0" eaLnBrk="1" latinLnBrk="0" hangingPunct="1">
        <a:lnSpc>
          <a:spcPct val="90000"/>
        </a:lnSpc>
        <a:spcBef>
          <a:spcPts val="833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8pPr>
      <a:lvl9pPr marL="6476352" indent="-380962" algn="l" defTabSz="1523848" rtl="0" eaLnBrk="1" latinLnBrk="0" hangingPunct="1">
        <a:lnSpc>
          <a:spcPct val="90000"/>
        </a:lnSpc>
        <a:spcBef>
          <a:spcPts val="833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523848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1pPr>
      <a:lvl2pPr marL="761924" algn="l" defTabSz="1523848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848" algn="l" defTabSz="1523848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3pPr>
      <a:lvl4pPr marL="2285771" algn="l" defTabSz="1523848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4pPr>
      <a:lvl5pPr marL="3047695" algn="l" defTabSz="1523848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5pPr>
      <a:lvl6pPr marL="3809619" algn="l" defTabSz="1523848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6pPr>
      <a:lvl7pPr marL="4571543" algn="l" defTabSz="1523848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7pPr>
      <a:lvl8pPr marL="5333467" algn="l" defTabSz="1523848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8pPr>
      <a:lvl9pPr marL="6095390" algn="l" defTabSz="1523848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12523" userDrawn="1">
          <p15:clr>
            <a:srgbClr val="F26B43"/>
          </p15:clr>
        </p15:guide>
        <p15:guide id="2" pos="276" userDrawn="1">
          <p15:clr>
            <a:srgbClr val="F26B43"/>
          </p15:clr>
        </p15:guide>
        <p15:guide id="3" orient="horz" pos="266" userDrawn="1">
          <p15:clr>
            <a:srgbClr val="F26B43"/>
          </p15:clr>
        </p15:guide>
        <p15:guide id="4" orient="horz" pos="6911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2124C9A-1A6B-0A47-A80A-9BE7F1D1BB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645877" y="10339754"/>
            <a:ext cx="16672536" cy="0"/>
          </a:xfrm>
          <a:prstGeom prst="line">
            <a:avLst/>
          </a:prstGeom>
          <a:ln w="222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57F28D3-D67E-618C-8F3A-A8EC1886AB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9141708" y="10621111"/>
            <a:ext cx="0" cy="35010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4B70D333-8933-5D45-A645-E2101C8D04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31000" y="10620000"/>
            <a:ext cx="6856413" cy="37781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80B6E45-6B27-3FE5-2C5E-F383AA13173A}"/>
              </a:ext>
            </a:extLst>
          </p:cNvPr>
          <p:cNvSpPr txBox="1"/>
          <p:nvPr userDrawn="1"/>
        </p:nvSpPr>
        <p:spPr>
          <a:xfrm>
            <a:off x="14712457" y="10621110"/>
            <a:ext cx="1699850" cy="350102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r>
              <a:rPr lang="en-US">
                <a:solidFill>
                  <a:schemeClr val="bg1"/>
                </a:solidFill>
              </a:rPr>
              <a:t>mcmaster.ca</a:t>
            </a:r>
          </a:p>
        </p:txBody>
      </p:sp>
      <p:sp>
        <p:nvSpPr>
          <p:cNvPr id="20" name="Date Placeholder 3">
            <a:extLst>
              <a:ext uri="{FF2B5EF4-FFF2-40B4-BE49-F238E27FC236}">
                <a16:creationId xmlns:a16="http://schemas.microsoft.com/office/drawing/2014/main" id="{0FFE53B8-8EDD-64F7-3BAB-DF15C46C59A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6412307" y="10621112"/>
            <a:ext cx="2572579" cy="3501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bg1"/>
                </a:solidFill>
              </a:defRPr>
            </a:lvl1pPr>
          </a:lstStyle>
          <a:p>
            <a:fld id="{D2792E9C-7E5E-F14F-B049-5BFE22D713B7}" type="datetime4">
              <a:rPr lang="en-CA" smtClean="0"/>
              <a:pPr/>
              <a:t>September 30, 2026</a:t>
            </a:fld>
            <a:endParaRPr lang="en-US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1C1AF429-5834-A301-2B81-A35534AD38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9274400" y="10620000"/>
            <a:ext cx="763538" cy="37781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bg1"/>
                </a:solidFill>
              </a:defRPr>
            </a:lvl1pPr>
          </a:lstStyle>
          <a:p>
            <a:fld id="{991AB9B0-3E43-D847-B073-60FE8FAFFDB7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Picture 23" descr="McMaster Brighter World Logo">
            <a:extLst>
              <a:ext uri="{FF2B5EF4-FFF2-40B4-BE49-F238E27FC236}">
                <a16:creationId xmlns:a16="http://schemas.microsoft.com/office/drawing/2014/main" id="{94428B16-60A1-22C3-116E-B4640B101775}"/>
              </a:ext>
            </a:extLst>
          </p:cNvPr>
          <p:cNvPicPr>
            <a:picLocks noChangeAspect="1"/>
          </p:cNvPicPr>
          <p:nvPr userDrawn="1"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rcRect/>
          <a:stretch/>
        </p:blipFill>
        <p:spPr>
          <a:xfrm>
            <a:off x="439230" y="10046677"/>
            <a:ext cx="2919093" cy="924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2829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7" r:id="rId1"/>
    <p:sldLayoutId id="2147483708" r:id="rId2"/>
    <p:sldLayoutId id="2147483709" r:id="rId3"/>
    <p:sldLayoutId id="2147483710" r:id="rId4"/>
    <p:sldLayoutId id="2147483711" r:id="rId5"/>
    <p:sldLayoutId id="2147483712" r:id="rId6"/>
    <p:sldLayoutId id="2147483713" r:id="rId7"/>
    <p:sldLayoutId id="2147483729" r:id="rId8"/>
    <p:sldLayoutId id="2147483730" r:id="rId9"/>
    <p:sldLayoutId id="2147483732" r:id="rId10"/>
    <p:sldLayoutId id="2147483724" r:id="rId11"/>
    <p:sldLayoutId id="2147483715" r:id="rId12"/>
    <p:sldLayoutId id="2147483716" r:id="rId13"/>
    <p:sldLayoutId id="2147483717" r:id="rId14"/>
    <p:sldLayoutId id="2147483739" r:id="rId15"/>
    <p:sldLayoutId id="2147483740" r:id="rId16"/>
    <p:sldLayoutId id="2147483714" r:id="rId17"/>
    <p:sldLayoutId id="2147483725" r:id="rId18"/>
    <p:sldLayoutId id="2147483726" r:id="rId19"/>
    <p:sldLayoutId id="2147483727" r:id="rId20"/>
    <p:sldLayoutId id="2147483728" r:id="rId21"/>
  </p:sldLayoutIdLst>
  <p:hf hdr="0"/>
  <p:txStyles>
    <p:titleStyle>
      <a:lvl1pPr algn="l" defTabSz="1523848" rtl="0" eaLnBrk="1" latinLnBrk="0" hangingPunct="1">
        <a:lnSpc>
          <a:spcPct val="90000"/>
        </a:lnSpc>
        <a:spcBef>
          <a:spcPct val="0"/>
        </a:spcBef>
        <a:buNone/>
        <a:defRPr sz="73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80962" indent="-380962" algn="l" defTabSz="1523848" rtl="0" eaLnBrk="1" latinLnBrk="0" hangingPunct="1">
        <a:lnSpc>
          <a:spcPct val="90000"/>
        </a:lnSpc>
        <a:spcBef>
          <a:spcPts val="1667"/>
        </a:spcBef>
        <a:buFont typeface="Arial" panose="020B0604020202020204" pitchFamily="34" charset="0"/>
        <a:buChar char="•"/>
        <a:defRPr sz="4666" kern="1200">
          <a:solidFill>
            <a:schemeClr val="tx1"/>
          </a:solidFill>
          <a:latin typeface="+mn-lt"/>
          <a:ea typeface="+mn-ea"/>
          <a:cs typeface="+mn-cs"/>
        </a:defRPr>
      </a:lvl1pPr>
      <a:lvl2pPr marL="1142886" indent="-380962" algn="l" defTabSz="1523848" rtl="0" eaLnBrk="1" latinLnBrk="0" hangingPunct="1">
        <a:lnSpc>
          <a:spcPct val="90000"/>
        </a:lnSpc>
        <a:spcBef>
          <a:spcPts val="833"/>
        </a:spcBef>
        <a:buFont typeface="Arial" panose="020B0604020202020204" pitchFamily="34" charset="0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2pPr>
      <a:lvl3pPr marL="1904810" indent="-380962" algn="l" defTabSz="1523848" rtl="0" eaLnBrk="1" latinLnBrk="0" hangingPunct="1">
        <a:lnSpc>
          <a:spcPct val="90000"/>
        </a:lnSpc>
        <a:spcBef>
          <a:spcPts val="833"/>
        </a:spcBef>
        <a:buFont typeface="Arial" panose="020B0604020202020204" pitchFamily="34" charset="0"/>
        <a:buChar char="•"/>
        <a:defRPr sz="3333" kern="1200">
          <a:solidFill>
            <a:schemeClr val="tx1"/>
          </a:solidFill>
          <a:latin typeface="+mn-lt"/>
          <a:ea typeface="+mn-ea"/>
          <a:cs typeface="+mn-cs"/>
        </a:defRPr>
      </a:lvl3pPr>
      <a:lvl4pPr marL="2666733" indent="-380962" algn="l" defTabSz="1523848" rtl="0" eaLnBrk="1" latinLnBrk="0" hangingPunct="1">
        <a:lnSpc>
          <a:spcPct val="90000"/>
        </a:lnSpc>
        <a:spcBef>
          <a:spcPts val="833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4pPr>
      <a:lvl5pPr marL="3428657" indent="-380962" algn="l" defTabSz="1523848" rtl="0" eaLnBrk="1" latinLnBrk="0" hangingPunct="1">
        <a:lnSpc>
          <a:spcPct val="90000"/>
        </a:lnSpc>
        <a:spcBef>
          <a:spcPts val="833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5pPr>
      <a:lvl6pPr marL="4190581" indent="-380962" algn="l" defTabSz="1523848" rtl="0" eaLnBrk="1" latinLnBrk="0" hangingPunct="1">
        <a:lnSpc>
          <a:spcPct val="90000"/>
        </a:lnSpc>
        <a:spcBef>
          <a:spcPts val="833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6pPr>
      <a:lvl7pPr marL="4952505" indent="-380962" algn="l" defTabSz="1523848" rtl="0" eaLnBrk="1" latinLnBrk="0" hangingPunct="1">
        <a:lnSpc>
          <a:spcPct val="90000"/>
        </a:lnSpc>
        <a:spcBef>
          <a:spcPts val="833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7pPr>
      <a:lvl8pPr marL="5714429" indent="-380962" algn="l" defTabSz="1523848" rtl="0" eaLnBrk="1" latinLnBrk="0" hangingPunct="1">
        <a:lnSpc>
          <a:spcPct val="90000"/>
        </a:lnSpc>
        <a:spcBef>
          <a:spcPts val="833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8pPr>
      <a:lvl9pPr marL="6476352" indent="-380962" algn="l" defTabSz="1523848" rtl="0" eaLnBrk="1" latinLnBrk="0" hangingPunct="1">
        <a:lnSpc>
          <a:spcPct val="90000"/>
        </a:lnSpc>
        <a:spcBef>
          <a:spcPts val="833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523848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1pPr>
      <a:lvl2pPr marL="761924" algn="l" defTabSz="1523848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848" algn="l" defTabSz="1523848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3pPr>
      <a:lvl4pPr marL="2285771" algn="l" defTabSz="1523848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4pPr>
      <a:lvl5pPr marL="3047695" algn="l" defTabSz="1523848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5pPr>
      <a:lvl6pPr marL="3809619" algn="l" defTabSz="1523848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6pPr>
      <a:lvl7pPr marL="4571543" algn="l" defTabSz="1523848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7pPr>
      <a:lvl8pPr marL="5333467" algn="l" defTabSz="1523848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8pPr>
      <a:lvl9pPr marL="6095390" algn="l" defTabSz="1523848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6911" userDrawn="1">
          <p15:clr>
            <a:srgbClr val="F26B43"/>
          </p15:clr>
        </p15:guide>
        <p15:guide id="2" pos="276" userDrawn="1">
          <p15:clr>
            <a:srgbClr val="F26B43"/>
          </p15:clr>
        </p15:guide>
        <p15:guide id="3" pos="12523" userDrawn="1">
          <p15:clr>
            <a:srgbClr val="F26B43"/>
          </p15:clr>
        </p15:guide>
        <p15:guide id="4" orient="horz" pos="26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9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2.jpg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2.jpg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2.jpg"/><Relationship Id="rId5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25.tif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4.tiff"/><Relationship Id="rId5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25.tif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4.tiff"/><Relationship Id="rId5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5.tiff"/><Relationship Id="rId5" Type="http://schemas.openxmlformats.org/officeDocument/2006/relationships/image" Target="../media/image24.tiff"/><Relationship Id="rId4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5.tiff"/><Relationship Id="rId5" Type="http://schemas.openxmlformats.org/officeDocument/2006/relationships/image" Target="../media/image24.tiff"/><Relationship Id="rId4" Type="http://schemas.openxmlformats.org/officeDocument/2006/relationships/image" Target="../media/image2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25.tiff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4.tiff"/><Relationship Id="rId5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25.tiff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4.tiff"/><Relationship Id="rId5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25.tiff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4.tiff"/><Relationship Id="rId5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7.gif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gif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9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8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8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8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8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1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8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8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8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35.gif"/><Relationship Id="rId4" Type="http://schemas.openxmlformats.org/officeDocument/2006/relationships/image" Target="../media/image34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8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9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6.tiff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6.tiff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8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8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8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8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BW-CircleShape">
            <a:extLst>
              <a:ext uri="{FF2B5EF4-FFF2-40B4-BE49-F238E27FC236}">
                <a16:creationId xmlns:a16="http://schemas.microsoft.com/office/drawing/2014/main" id="{E70B4EF9-9B95-047B-FF5C-B61225FA63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4499505" y="0"/>
            <a:ext cx="4387409" cy="9352636"/>
          </a:xfrm>
          <a:custGeom>
            <a:avLst/>
            <a:gdLst>
              <a:gd name="connsiteX0" fmla="*/ 157711 w 4387409"/>
              <a:gd name="connsiteY0" fmla="*/ 0 h 9352636"/>
              <a:gd name="connsiteX1" fmla="*/ 2359448 w 4387409"/>
              <a:gd name="connsiteY1" fmla="*/ 0 h 9352636"/>
              <a:gd name="connsiteX2" fmla="*/ 2533410 w 4387409"/>
              <a:gd name="connsiteY2" fmla="*/ 165857 h 9352636"/>
              <a:gd name="connsiteX3" fmla="*/ 4387409 w 4387409"/>
              <a:gd name="connsiteY3" fmla="*/ 4641872 h 9352636"/>
              <a:gd name="connsiteX4" fmla="*/ 2313573 w 4387409"/>
              <a:gd name="connsiteY4" fmla="*/ 9327481 h 9352636"/>
              <a:gd name="connsiteX5" fmla="*/ 2284534 w 4387409"/>
              <a:gd name="connsiteY5" fmla="*/ 9352636 h 9352636"/>
              <a:gd name="connsiteX6" fmla="*/ 0 w 4387409"/>
              <a:gd name="connsiteY6" fmla="*/ 9352636 h 9352636"/>
              <a:gd name="connsiteX7" fmla="*/ 40141 w 4387409"/>
              <a:gd name="connsiteY7" fmla="*/ 9336829 h 9352636"/>
              <a:gd name="connsiteX8" fmla="*/ 1660007 w 4387409"/>
              <a:gd name="connsiteY8" fmla="*/ 8244485 h 9352636"/>
              <a:gd name="connsiteX9" fmla="*/ 2752351 w 4387409"/>
              <a:gd name="connsiteY9" fmla="*/ 6624619 h 9352636"/>
              <a:gd name="connsiteX10" fmla="*/ 3152284 w 4387409"/>
              <a:gd name="connsiteY10" fmla="*/ 4641872 h 9352636"/>
              <a:gd name="connsiteX11" fmla="*/ 2752351 w 4387409"/>
              <a:gd name="connsiteY11" fmla="*/ 2659127 h 9352636"/>
              <a:gd name="connsiteX12" fmla="*/ 1660007 w 4387409"/>
              <a:gd name="connsiteY12" fmla="*/ 1039259 h 9352636"/>
              <a:gd name="connsiteX13" fmla="*/ 264687 w 4387409"/>
              <a:gd name="connsiteY13" fmla="*/ 48301 h 93526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4387409" h="9352636">
                <a:moveTo>
                  <a:pt x="157711" y="0"/>
                </a:moveTo>
                <a:lnTo>
                  <a:pt x="2359448" y="0"/>
                </a:lnTo>
                <a:lnTo>
                  <a:pt x="2533410" y="165857"/>
                </a:lnTo>
                <a:cubicBezTo>
                  <a:pt x="3678911" y="1311358"/>
                  <a:pt x="4387409" y="2893862"/>
                  <a:pt x="4387409" y="4641872"/>
                </a:cubicBezTo>
                <a:cubicBezTo>
                  <a:pt x="4387409" y="6499133"/>
                  <a:pt x="3587581" y="8169553"/>
                  <a:pt x="2313573" y="9327481"/>
                </a:cubicBezTo>
                <a:lnTo>
                  <a:pt x="2284534" y="9352636"/>
                </a:lnTo>
                <a:lnTo>
                  <a:pt x="0" y="9352636"/>
                </a:lnTo>
                <a:lnTo>
                  <a:pt x="40141" y="9336829"/>
                </a:lnTo>
                <a:cubicBezTo>
                  <a:pt x="646711" y="9080294"/>
                  <a:pt x="1191647" y="8712844"/>
                  <a:pt x="1660007" y="8244485"/>
                </a:cubicBezTo>
                <a:cubicBezTo>
                  <a:pt x="2128243" y="7776125"/>
                  <a:pt x="2495816" y="7231189"/>
                  <a:pt x="2752351" y="6624619"/>
                </a:cubicBezTo>
                <a:cubicBezTo>
                  <a:pt x="3017779" y="5997299"/>
                  <a:pt x="3152284" y="5330207"/>
                  <a:pt x="3152284" y="4641872"/>
                </a:cubicBezTo>
                <a:cubicBezTo>
                  <a:pt x="3152284" y="3953537"/>
                  <a:pt x="3017655" y="3286447"/>
                  <a:pt x="2752351" y="2659127"/>
                </a:cubicBezTo>
                <a:cubicBezTo>
                  <a:pt x="2495816" y="2052557"/>
                  <a:pt x="2128366" y="1507619"/>
                  <a:pt x="1660007" y="1039259"/>
                </a:cubicBezTo>
                <a:cubicBezTo>
                  <a:pt x="1250192" y="629554"/>
                  <a:pt x="781749" y="296916"/>
                  <a:pt x="264687" y="48301"/>
                </a:cubicBezTo>
                <a:close/>
              </a:path>
            </a:pathLst>
          </a:custGeom>
          <a:solidFill>
            <a:schemeClr val="accent1">
              <a:alpha val="35000"/>
            </a:schemeClr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E8BD6A6-1D42-E972-B941-F0B554434B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61990" y="3572406"/>
            <a:ext cx="14274909" cy="1653129"/>
          </a:xfrm>
        </p:spPr>
        <p:txBody>
          <a:bodyPr/>
          <a:lstStyle/>
          <a:p>
            <a:r>
              <a:rPr lang="en-US" dirty="0"/>
              <a:t>Sequence Similarity &amp; Searching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5BCCE973-A514-105D-9B0D-04C24EA5C7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61990" y="5562703"/>
            <a:ext cx="6597759" cy="1389929"/>
          </a:xfrm>
        </p:spPr>
        <p:txBody>
          <a:bodyPr/>
          <a:lstStyle/>
          <a:p>
            <a:r>
              <a:rPr lang="en-US" dirty="0"/>
              <a:t>BIOCHEM 3BP3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23292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8E9286E-2D19-AD7C-8249-CE51A1127B03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D31DEF6-8CA4-663D-7B8E-729E13C9FB73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0824B77-96DA-5F42-4897-6668B561EE0C}"/>
              </a:ext>
            </a:extLst>
          </p:cNvPr>
          <p:cNvSpPr txBox="1"/>
          <p:nvPr/>
        </p:nvSpPr>
        <p:spPr>
          <a:xfrm>
            <a:off x="1086843" y="2683222"/>
            <a:ext cx="18144726" cy="680186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I have obtained a DNA sequence via PCR and Sanger sequencing – did I amplify the right sequence?</a:t>
            </a:r>
          </a:p>
          <a:p>
            <a:pPr marL="457200" indent="-457200">
              <a:buFont typeface="+mj-lt"/>
              <a:buAutoNum type="arabicPeriod"/>
            </a:pPr>
            <a:endParaRPr lang="en-US" sz="36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I have been sequencing a genome and have predicted Open Reading Frames and I want to know what they encode</a:t>
            </a:r>
          </a:p>
          <a:p>
            <a:pPr marL="457200" indent="-457200">
              <a:buFont typeface="+mj-lt"/>
              <a:buAutoNum type="arabicPeriod"/>
            </a:pPr>
            <a:endParaRPr lang="en-US" sz="36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I want to find my gene of interest in a genome sequence</a:t>
            </a:r>
          </a:p>
          <a:p>
            <a:pPr marL="457200" indent="-457200">
              <a:buFont typeface="+mj-lt"/>
              <a:buAutoNum type="arabicPeriod"/>
            </a:pPr>
            <a:endParaRPr lang="en-US" sz="36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I want to predict functional domains or motifs for my protein sequence</a:t>
            </a:r>
          </a:p>
          <a:p>
            <a:pPr marL="457200" indent="-457200">
              <a:buFont typeface="+mj-lt"/>
              <a:buAutoNum type="arabicPeriod"/>
            </a:pPr>
            <a:endParaRPr lang="en-US" sz="36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I want to know which regulatory binding sites are 5’ of my gene</a:t>
            </a:r>
          </a:p>
          <a:p>
            <a:pPr marL="800100" lvl="1" indent="-342900">
              <a:buFont typeface="Arial"/>
              <a:buChar char="•"/>
            </a:pPr>
            <a:endParaRPr lang="en-US" sz="2000" dirty="0"/>
          </a:p>
          <a:p>
            <a:pPr marL="800100" lvl="1" indent="-342900">
              <a:buFont typeface="Arial"/>
              <a:buChar char="•"/>
            </a:pPr>
            <a:endParaRPr lang="is-IS" sz="20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6DA1597-A5FE-D465-DBBE-966AA75B3E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8675" y="458787"/>
            <a:ext cx="19441062" cy="738817"/>
          </a:xfrm>
        </p:spPr>
        <p:txBody>
          <a:bodyPr>
            <a:noAutofit/>
          </a:bodyPr>
          <a:lstStyle/>
          <a:p>
            <a:r>
              <a:rPr lang="en-US" sz="6000" dirty="0"/>
              <a:t>What questions can sequence analysis answer?</a:t>
            </a:r>
            <a:endParaRPr lang="en-US" sz="6000" dirty="0">
              <a:latin typeface="Raleway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3527324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042DCC-50C3-8687-A96A-71820DF46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8AA8C3D-DD9B-1B83-5AE5-BD66ED7B2E51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3017248-9DCA-3C3F-DCF6-B954A9C4A8F7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6D8BA08-BE4B-F4F1-1796-927AFE8940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8675" y="458787"/>
            <a:ext cx="19441062" cy="738817"/>
          </a:xfrm>
        </p:spPr>
        <p:txBody>
          <a:bodyPr>
            <a:noAutofit/>
          </a:bodyPr>
          <a:lstStyle/>
          <a:p>
            <a:r>
              <a:rPr lang="en-US" sz="6000" dirty="0">
                <a:latin typeface="Raleway" pitchFamily="2" charset="77"/>
              </a:rPr>
              <a:t>Local vs global alignment</a:t>
            </a:r>
          </a:p>
        </p:txBody>
      </p:sp>
      <p:pic>
        <p:nvPicPr>
          <p:cNvPr id="1026" name="Picture 2" descr="Global vs Local Alignment | Download Scientific Diagram">
            <a:extLst>
              <a:ext uri="{FF2B5EF4-FFF2-40B4-BE49-F238E27FC236}">
                <a16:creationId xmlns:a16="http://schemas.microsoft.com/office/drawing/2014/main" id="{1A929E77-C662-7EE3-D100-9BAAB8A977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26016" y="2439327"/>
            <a:ext cx="14466379" cy="45733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84D8F03-A0A8-356A-FB05-A83FE6FDD4CC}"/>
              </a:ext>
            </a:extLst>
          </p:cNvPr>
          <p:cNvSpPr txBox="1"/>
          <p:nvPr/>
        </p:nvSpPr>
        <p:spPr>
          <a:xfrm>
            <a:off x="1629574" y="7905842"/>
            <a:ext cx="17355312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2800" b="0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 </a:t>
            </a:r>
            <a:r>
              <a:rPr lang="en-CA" sz="2800" b="1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local</a:t>
            </a:r>
            <a:r>
              <a:rPr lang="en-CA" sz="2800" b="0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alignment algorithm doesn't ask "what's the best way to line up these two sequences from start to finish?" It asks: </a:t>
            </a:r>
            <a:r>
              <a:rPr lang="en-CA" sz="2800" b="1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"what is the highest-scoring alignment between any substring of sequence A and any substring of sequence B?"</a:t>
            </a:r>
            <a:r>
              <a:rPr lang="en-CA" sz="2800" b="0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Regions with no meaningful similarity simply don't participate</a:t>
            </a:r>
            <a:endParaRPr 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84854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5C4875-3CDD-1D76-9FD3-54CA76C6A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BD8BC8F-6AB6-1463-13A3-72F5EB273007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81AC2BD-4DB3-8541-62C9-F8978F4517F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0CF7BC2-1E8A-33B7-50B7-5DEFA79C6B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8675" y="458787"/>
            <a:ext cx="19441062" cy="738817"/>
          </a:xfrm>
        </p:spPr>
        <p:txBody>
          <a:bodyPr>
            <a:noAutofit/>
          </a:bodyPr>
          <a:lstStyle/>
          <a:p>
            <a:r>
              <a:rPr lang="en-US" sz="6000" dirty="0">
                <a:latin typeface="Raleway" pitchFamily="2" charset="77"/>
              </a:rPr>
              <a:t>Focusing on three methods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926BDD-2E6E-FC05-0257-30333804381D}"/>
              </a:ext>
            </a:extLst>
          </p:cNvPr>
          <p:cNvSpPr txBox="1"/>
          <p:nvPr/>
        </p:nvSpPr>
        <p:spPr>
          <a:xfrm>
            <a:off x="1444108" y="3613151"/>
            <a:ext cx="9337112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3600" dirty="0"/>
              <a:t>Local sequence alignment, e.g. BLAST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2331F20-48AA-8ED4-67BB-0A0B63C2A18B}"/>
              </a:ext>
            </a:extLst>
          </p:cNvPr>
          <p:cNvSpPr txBox="1"/>
          <p:nvPr/>
        </p:nvSpPr>
        <p:spPr>
          <a:xfrm>
            <a:off x="12093392" y="3605790"/>
            <a:ext cx="8473440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3600" dirty="0"/>
              <a:t>Approximates local alignment at scale</a:t>
            </a:r>
          </a:p>
        </p:txBody>
      </p:sp>
      <p:sp>
        <p:nvSpPr>
          <p:cNvPr id="13" name="Right Arrow 12">
            <a:extLst>
              <a:ext uri="{FF2B5EF4-FFF2-40B4-BE49-F238E27FC236}">
                <a16:creationId xmlns:a16="http://schemas.microsoft.com/office/drawing/2014/main" id="{C8F42F9C-3B0F-453F-DF6A-F4CB79ED03A8}"/>
              </a:ext>
            </a:extLst>
          </p:cNvPr>
          <p:cNvSpPr/>
          <p:nvPr/>
        </p:nvSpPr>
        <p:spPr>
          <a:xfrm>
            <a:off x="10150284" y="3767374"/>
            <a:ext cx="1261872" cy="32316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8F83DFE-341E-41B8-13F3-7F3523AF06FE}"/>
              </a:ext>
            </a:extLst>
          </p:cNvPr>
          <p:cNvSpPr txBox="1"/>
          <p:nvPr/>
        </p:nvSpPr>
        <p:spPr>
          <a:xfrm>
            <a:off x="12093392" y="5945380"/>
            <a:ext cx="7429149" cy="120032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3600" dirty="0"/>
              <a:t>Probabilistic models of ”what a region should look like”</a:t>
            </a:r>
          </a:p>
        </p:txBody>
      </p:sp>
      <p:sp>
        <p:nvSpPr>
          <p:cNvPr id="15" name="Right Brace 14">
            <a:extLst>
              <a:ext uri="{FF2B5EF4-FFF2-40B4-BE49-F238E27FC236}">
                <a16:creationId xmlns:a16="http://schemas.microsoft.com/office/drawing/2014/main" id="{F21E8E14-F7B7-2F45-1274-48172AF295BF}"/>
              </a:ext>
            </a:extLst>
          </p:cNvPr>
          <p:cNvSpPr/>
          <p:nvPr/>
        </p:nvSpPr>
        <p:spPr>
          <a:xfrm>
            <a:off x="10781220" y="5423301"/>
            <a:ext cx="923100" cy="2389934"/>
          </a:xfrm>
          <a:prstGeom prst="rightBrac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5F8ED8E-1DCD-6775-1B1E-B7F35A4967E5}"/>
              </a:ext>
            </a:extLst>
          </p:cNvPr>
          <p:cNvSpPr txBox="1"/>
          <p:nvPr/>
        </p:nvSpPr>
        <p:spPr>
          <a:xfrm>
            <a:off x="1444108" y="5483716"/>
            <a:ext cx="9337112" cy="230832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3600" dirty="0"/>
              <a:t>Hidden Markov Models, e.g. </a:t>
            </a:r>
            <a:r>
              <a:rPr lang="en-US" sz="3600" dirty="0" err="1"/>
              <a:t>Pfam</a:t>
            </a:r>
            <a:r>
              <a:rPr lang="en-US" sz="3600" dirty="0"/>
              <a:t>/</a:t>
            </a:r>
            <a:r>
              <a:rPr lang="en-US" sz="3600" dirty="0" err="1"/>
              <a:t>Hmmer</a:t>
            </a:r>
            <a:endParaRPr lang="en-US" sz="3600" dirty="0"/>
          </a:p>
          <a:p>
            <a:endParaRPr lang="en-US" sz="3600" dirty="0"/>
          </a:p>
          <a:p>
            <a:pPr marL="342900" indent="-342900">
              <a:buFont typeface="Arial"/>
              <a:buChar char="•"/>
            </a:pPr>
            <a:endParaRPr lang="en-US" sz="3600" dirty="0"/>
          </a:p>
          <a:p>
            <a:r>
              <a:rPr lang="en-US" sz="3600" dirty="0"/>
              <a:t>Motif detection, e.g. PROSITE &amp; PSSMs</a:t>
            </a:r>
            <a:endParaRPr lang="is-IS" sz="3600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E0F97D76-AB9D-834A-58D2-E87B0268A98C}"/>
              </a:ext>
            </a:extLst>
          </p:cNvPr>
          <p:cNvSpPr/>
          <p:nvPr/>
        </p:nvSpPr>
        <p:spPr>
          <a:xfrm>
            <a:off x="403737" y="3605790"/>
            <a:ext cx="804672" cy="64633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/>
              <a:t>1</a:t>
            </a:r>
            <a:endParaRPr lang="en-US" b="1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7E41F52E-3B09-3DE7-F3EA-DD8DE5714420}"/>
              </a:ext>
            </a:extLst>
          </p:cNvPr>
          <p:cNvSpPr/>
          <p:nvPr/>
        </p:nvSpPr>
        <p:spPr>
          <a:xfrm>
            <a:off x="440076" y="5447140"/>
            <a:ext cx="804672" cy="64633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/>
              <a:t>2</a:t>
            </a:r>
            <a:endParaRPr lang="en-US" b="1" dirty="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2C24770-E825-2AE4-98E3-4F893BDFDB0C}"/>
              </a:ext>
            </a:extLst>
          </p:cNvPr>
          <p:cNvSpPr/>
          <p:nvPr/>
        </p:nvSpPr>
        <p:spPr>
          <a:xfrm>
            <a:off x="403737" y="7145709"/>
            <a:ext cx="804672" cy="64633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/>
              <a:t>3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660096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12" grpId="0"/>
      <p:bldP spid="13" grpId="0" animBg="1"/>
      <p:bldP spid="14" grpId="0"/>
      <p:bldP spid="15" grpId="0" animBg="1"/>
      <p:bldP spid="16" grpId="0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7921C-8A47-3D70-EBA7-E986B17455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F7CA815-68CC-2708-D82C-FC4BA4E20D8D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E5973C-D05C-4B0C-18BF-522BED8AA713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08FB556-F65E-5D74-FB3F-9400A9DBB3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8675" y="458787"/>
            <a:ext cx="19441062" cy="738817"/>
          </a:xfrm>
        </p:spPr>
        <p:txBody>
          <a:bodyPr>
            <a:noAutofit/>
          </a:bodyPr>
          <a:lstStyle/>
          <a:p>
            <a:r>
              <a:rPr lang="en-US" sz="6000" dirty="0">
                <a:latin typeface="Raleway" pitchFamily="2" charset="77"/>
              </a:rPr>
              <a:t>Learning Objectives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DB8856-91A2-6394-317B-07EBA71F7675}"/>
              </a:ext>
            </a:extLst>
          </p:cNvPr>
          <p:cNvSpPr txBox="1"/>
          <p:nvPr/>
        </p:nvSpPr>
        <p:spPr>
          <a:xfrm>
            <a:off x="1178488" y="2432054"/>
            <a:ext cx="17806398" cy="618630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CA" sz="3600" i="1" dirty="0"/>
              <a:t>By the end of this lecture, you should be able to:</a:t>
            </a:r>
          </a:p>
          <a:p>
            <a:endParaRPr lang="en-CA" sz="3600" i="1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CA" sz="3600" dirty="0"/>
              <a:t>Explain why </a:t>
            </a:r>
            <a:r>
              <a:rPr lang="en-CA" sz="3600" b="1" dirty="0"/>
              <a:t>local</a:t>
            </a:r>
            <a:r>
              <a:rPr lang="en-CA" sz="3600" dirty="0"/>
              <a:t> alignment, not global, is the right tool for detecting conserved domains in divergent sequences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CA" sz="3600" dirty="0"/>
              <a:t>Describe BLAST's seed-and-extend strategy and explain why it trades exactness for speed.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CA" sz="3600" dirty="0"/>
              <a:t>Interpret a BLAST bit score and E-value, and know what each does and doesn't tell you.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CA" sz="3600" dirty="0"/>
              <a:t>Define a </a:t>
            </a:r>
            <a:r>
              <a:rPr lang="en-CA" sz="3600" b="1" dirty="0"/>
              <a:t>Hidden Markov Model </a:t>
            </a:r>
            <a:r>
              <a:rPr lang="en-CA" sz="3600" dirty="0"/>
              <a:t>and describe how HMMs represent protein families.</a:t>
            </a:r>
          </a:p>
          <a:p>
            <a:endParaRPr lang="is-IS" sz="3600" dirty="0"/>
          </a:p>
        </p:txBody>
      </p:sp>
    </p:spTree>
    <p:extLst>
      <p:ext uri="{BB962C8B-B14F-4D97-AF65-F5344CB8AC3E}">
        <p14:creationId xmlns:p14="http://schemas.microsoft.com/office/powerpoint/2010/main" val="21762070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8D98A0-503E-B2D3-B9F6-EE88338F2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ACEFEF-BA71-1F43-D11E-0BF3BEA3B4F5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AAE8D34-8F47-0298-22BB-492E7122A4A2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5E20D4F-A876-9ABB-95DC-1C94B5F1D0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8675" y="458787"/>
            <a:ext cx="19441062" cy="738817"/>
          </a:xfrm>
        </p:spPr>
        <p:txBody>
          <a:bodyPr>
            <a:noAutofit/>
          </a:bodyPr>
          <a:lstStyle/>
          <a:p>
            <a:r>
              <a:rPr lang="en-US" sz="6000" u="sng" dirty="0">
                <a:latin typeface="Raleway" pitchFamily="2" charset="77"/>
              </a:rPr>
              <a:t>B</a:t>
            </a:r>
            <a:r>
              <a:rPr lang="en-US" sz="6000" dirty="0">
                <a:latin typeface="Raleway" pitchFamily="2" charset="77"/>
              </a:rPr>
              <a:t>asic </a:t>
            </a:r>
            <a:r>
              <a:rPr lang="en-US" sz="6000" u="sng" dirty="0">
                <a:latin typeface="Raleway" pitchFamily="2" charset="77"/>
              </a:rPr>
              <a:t>L</a:t>
            </a:r>
            <a:r>
              <a:rPr lang="en-US" sz="6000" dirty="0">
                <a:latin typeface="Raleway" pitchFamily="2" charset="77"/>
              </a:rPr>
              <a:t>ocal </a:t>
            </a:r>
            <a:r>
              <a:rPr lang="en-US" sz="6000" u="sng" dirty="0">
                <a:latin typeface="Raleway" pitchFamily="2" charset="77"/>
              </a:rPr>
              <a:t>A</a:t>
            </a:r>
            <a:r>
              <a:rPr lang="en-US" sz="6000" dirty="0">
                <a:latin typeface="Raleway" pitchFamily="2" charset="77"/>
              </a:rPr>
              <a:t>lignment </a:t>
            </a:r>
            <a:r>
              <a:rPr lang="en-US" sz="6000" u="sng" dirty="0">
                <a:latin typeface="Raleway" pitchFamily="2" charset="77"/>
              </a:rPr>
              <a:t>S</a:t>
            </a:r>
            <a:r>
              <a:rPr lang="en-US" sz="6000" dirty="0">
                <a:latin typeface="Raleway" pitchFamily="2" charset="77"/>
              </a:rPr>
              <a:t>earch </a:t>
            </a:r>
            <a:r>
              <a:rPr lang="en-US" sz="6000" u="sng" dirty="0">
                <a:latin typeface="Raleway" pitchFamily="2" charset="77"/>
              </a:rPr>
              <a:t>T</a:t>
            </a:r>
            <a:r>
              <a:rPr lang="en-US" sz="6000" dirty="0">
                <a:latin typeface="Raleway" pitchFamily="2" charset="77"/>
              </a:rPr>
              <a:t>ool (BLAST)</a:t>
            </a:r>
          </a:p>
        </p:txBody>
      </p:sp>
      <p:pic>
        <p:nvPicPr>
          <p:cNvPr id="13" name="Picture 12" descr="A diagram of a data analysis&#10;&#10;AI-generated content may be incorrect.">
            <a:extLst>
              <a:ext uri="{FF2B5EF4-FFF2-40B4-BE49-F238E27FC236}">
                <a16:creationId xmlns:a16="http://schemas.microsoft.com/office/drawing/2014/main" id="{DD811D0B-17E2-A32A-3045-3B53498C3F5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769" b="4349"/>
          <a:stretch>
            <a:fillRect/>
          </a:stretch>
        </p:blipFill>
        <p:spPr>
          <a:xfrm>
            <a:off x="3534087" y="2014820"/>
            <a:ext cx="13250238" cy="8135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01759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7CBFE-A322-6ADB-1835-B4EA9B003C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51E10C-3006-B101-A839-54B4C006A54F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934DD6E-1FD0-1C55-58DF-720F5A55C37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EED2E8D-5665-222E-9634-B16F7578FF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8675" y="458787"/>
            <a:ext cx="19441062" cy="738817"/>
          </a:xfrm>
        </p:spPr>
        <p:txBody>
          <a:bodyPr>
            <a:noAutofit/>
          </a:bodyPr>
          <a:lstStyle/>
          <a:p>
            <a:r>
              <a:rPr lang="en-US" sz="6000" u="sng" dirty="0">
                <a:latin typeface="Raleway" pitchFamily="2" charset="77"/>
              </a:rPr>
              <a:t>B</a:t>
            </a:r>
            <a:r>
              <a:rPr lang="en-US" sz="6000" dirty="0">
                <a:latin typeface="Raleway" pitchFamily="2" charset="77"/>
              </a:rPr>
              <a:t>asic </a:t>
            </a:r>
            <a:r>
              <a:rPr lang="en-US" sz="6000" u="sng" dirty="0">
                <a:latin typeface="Raleway" pitchFamily="2" charset="77"/>
              </a:rPr>
              <a:t>L</a:t>
            </a:r>
            <a:r>
              <a:rPr lang="en-US" sz="6000" dirty="0">
                <a:latin typeface="Raleway" pitchFamily="2" charset="77"/>
              </a:rPr>
              <a:t>ocal </a:t>
            </a:r>
            <a:r>
              <a:rPr lang="en-US" sz="6000" u="sng" dirty="0">
                <a:latin typeface="Raleway" pitchFamily="2" charset="77"/>
              </a:rPr>
              <a:t>A</a:t>
            </a:r>
            <a:r>
              <a:rPr lang="en-US" sz="6000" dirty="0">
                <a:latin typeface="Raleway" pitchFamily="2" charset="77"/>
              </a:rPr>
              <a:t>lignment </a:t>
            </a:r>
            <a:r>
              <a:rPr lang="en-US" sz="6000" u="sng" dirty="0">
                <a:latin typeface="Raleway" pitchFamily="2" charset="77"/>
              </a:rPr>
              <a:t>S</a:t>
            </a:r>
            <a:r>
              <a:rPr lang="en-US" sz="6000" dirty="0">
                <a:latin typeface="Raleway" pitchFamily="2" charset="77"/>
              </a:rPr>
              <a:t>earch </a:t>
            </a:r>
            <a:r>
              <a:rPr lang="en-US" sz="6000" u="sng" dirty="0">
                <a:latin typeface="Raleway" pitchFamily="2" charset="77"/>
              </a:rPr>
              <a:t>T</a:t>
            </a:r>
            <a:r>
              <a:rPr lang="en-US" sz="6000" dirty="0">
                <a:latin typeface="Raleway" pitchFamily="2" charset="77"/>
              </a:rPr>
              <a:t>ool (BLAST)</a:t>
            </a:r>
          </a:p>
        </p:txBody>
      </p:sp>
      <p:pic>
        <p:nvPicPr>
          <p:cNvPr id="13" name="Picture 12" descr="A diagram of a data analysis&#10;&#10;AI-generated content may be incorrect.">
            <a:extLst>
              <a:ext uri="{FF2B5EF4-FFF2-40B4-BE49-F238E27FC236}">
                <a16:creationId xmlns:a16="http://schemas.microsoft.com/office/drawing/2014/main" id="{689D3D88-5B9C-8187-B94E-7A0DB9B62D4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769" b="4349"/>
          <a:stretch>
            <a:fillRect/>
          </a:stretch>
        </p:blipFill>
        <p:spPr>
          <a:xfrm>
            <a:off x="3534087" y="2014820"/>
            <a:ext cx="13250238" cy="813502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91990DB-1245-CB05-1292-0810731DA7B8}"/>
              </a:ext>
            </a:extLst>
          </p:cNvPr>
          <p:cNvSpPr txBox="1"/>
          <p:nvPr/>
        </p:nvSpPr>
        <p:spPr>
          <a:xfrm>
            <a:off x="962464" y="4723428"/>
            <a:ext cx="8053520" cy="526297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800" dirty="0"/>
              <a:t>Before BLAST: </a:t>
            </a:r>
            <a:r>
              <a:rPr lang="en-US" sz="2800" b="1" dirty="0"/>
              <a:t>Smith-Waterman </a:t>
            </a:r>
          </a:p>
          <a:p>
            <a:endParaRPr lang="en-US" sz="2800" dirty="0"/>
          </a:p>
          <a:p>
            <a:pPr marL="342900" indent="-342900">
              <a:buFont typeface="Arial"/>
              <a:buChar char="•"/>
            </a:pPr>
            <a:r>
              <a:rPr lang="en-US" sz="2800" dirty="0"/>
              <a:t>dynamic programming alignment algorithms to compare the query against each sequence in the database</a:t>
            </a:r>
          </a:p>
          <a:p>
            <a:pPr marL="342900" indent="-342900">
              <a:buFont typeface="Arial"/>
              <a:buChar char="•"/>
            </a:pPr>
            <a:endParaRPr lang="en-US" sz="2800" dirty="0"/>
          </a:p>
          <a:p>
            <a:pPr marL="342900" indent="-342900">
              <a:buFont typeface="Arial"/>
              <a:buChar char="•"/>
            </a:pPr>
            <a:r>
              <a:rPr lang="en-US" sz="2800" dirty="0"/>
              <a:t>each comparison is an exhaustive comparison of each nucleotide or amino acid against all others</a:t>
            </a:r>
          </a:p>
          <a:p>
            <a:pPr marL="342900" indent="-342900">
              <a:buFont typeface="Arial"/>
              <a:buChar char="•"/>
            </a:pPr>
            <a:endParaRPr lang="en-US" sz="2800" dirty="0"/>
          </a:p>
          <a:p>
            <a:pPr marL="342900" indent="-342900">
              <a:buFont typeface="Arial"/>
              <a:buChar char="•"/>
            </a:pPr>
            <a:r>
              <a:rPr lang="en-US" sz="2800" dirty="0"/>
              <a:t>it won’t miss anything, but processing and memory intensive</a:t>
            </a:r>
          </a:p>
        </p:txBody>
      </p:sp>
    </p:spTree>
    <p:extLst>
      <p:ext uri="{BB962C8B-B14F-4D97-AF65-F5344CB8AC3E}">
        <p14:creationId xmlns:p14="http://schemas.microsoft.com/office/powerpoint/2010/main" val="21250705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381CFA-43B4-3892-BDAC-370E470D94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32DB7B0-A8D0-2F73-0090-DD2D9F4AB216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DB993B2-E588-0328-AB65-8D92AFDA4C81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2D6D340A-E303-7153-841D-D3EEF2FB56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8675" y="458787"/>
            <a:ext cx="19441062" cy="738817"/>
          </a:xfrm>
        </p:spPr>
        <p:txBody>
          <a:bodyPr>
            <a:noAutofit/>
          </a:bodyPr>
          <a:lstStyle/>
          <a:p>
            <a:r>
              <a:rPr lang="en-US" sz="6000" u="sng" dirty="0">
                <a:latin typeface="Raleway" pitchFamily="2" charset="77"/>
              </a:rPr>
              <a:t>B</a:t>
            </a:r>
            <a:r>
              <a:rPr lang="en-US" sz="6000" dirty="0">
                <a:latin typeface="Raleway" pitchFamily="2" charset="77"/>
              </a:rPr>
              <a:t>asic </a:t>
            </a:r>
            <a:r>
              <a:rPr lang="en-US" sz="6000" u="sng" dirty="0">
                <a:latin typeface="Raleway" pitchFamily="2" charset="77"/>
              </a:rPr>
              <a:t>L</a:t>
            </a:r>
            <a:r>
              <a:rPr lang="en-US" sz="6000" dirty="0">
                <a:latin typeface="Raleway" pitchFamily="2" charset="77"/>
              </a:rPr>
              <a:t>ocal </a:t>
            </a:r>
            <a:r>
              <a:rPr lang="en-US" sz="6000" u="sng" dirty="0">
                <a:latin typeface="Raleway" pitchFamily="2" charset="77"/>
              </a:rPr>
              <a:t>A</a:t>
            </a:r>
            <a:r>
              <a:rPr lang="en-US" sz="6000" dirty="0">
                <a:latin typeface="Raleway" pitchFamily="2" charset="77"/>
              </a:rPr>
              <a:t>lignment </a:t>
            </a:r>
            <a:r>
              <a:rPr lang="en-US" sz="6000" u="sng" dirty="0">
                <a:latin typeface="Raleway" pitchFamily="2" charset="77"/>
              </a:rPr>
              <a:t>S</a:t>
            </a:r>
            <a:r>
              <a:rPr lang="en-US" sz="6000" dirty="0">
                <a:latin typeface="Raleway" pitchFamily="2" charset="77"/>
              </a:rPr>
              <a:t>earch </a:t>
            </a:r>
            <a:r>
              <a:rPr lang="en-US" sz="6000" u="sng" dirty="0">
                <a:latin typeface="Raleway" pitchFamily="2" charset="77"/>
              </a:rPr>
              <a:t>T</a:t>
            </a:r>
            <a:r>
              <a:rPr lang="en-US" sz="6000" dirty="0">
                <a:latin typeface="Raleway" pitchFamily="2" charset="77"/>
              </a:rPr>
              <a:t>ool (BLAST)</a:t>
            </a:r>
          </a:p>
        </p:txBody>
      </p:sp>
      <p:pic>
        <p:nvPicPr>
          <p:cNvPr id="13" name="Picture 12" descr="A diagram of a data analysis&#10;&#10;AI-generated content may be incorrect.">
            <a:extLst>
              <a:ext uri="{FF2B5EF4-FFF2-40B4-BE49-F238E27FC236}">
                <a16:creationId xmlns:a16="http://schemas.microsoft.com/office/drawing/2014/main" id="{CBDC5872-54E6-2DB3-DBD8-45D109ED0CF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769" b="4349"/>
          <a:stretch>
            <a:fillRect/>
          </a:stretch>
        </p:blipFill>
        <p:spPr>
          <a:xfrm>
            <a:off x="3534087" y="2014820"/>
            <a:ext cx="13250238" cy="813502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D74921D-0A23-0616-CAB6-D1C4A9386A56}"/>
              </a:ext>
            </a:extLst>
          </p:cNvPr>
          <p:cNvSpPr txBox="1"/>
          <p:nvPr/>
        </p:nvSpPr>
        <p:spPr>
          <a:xfrm>
            <a:off x="724720" y="4455974"/>
            <a:ext cx="8620448" cy="569386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800" dirty="0"/>
              <a:t>BLAST</a:t>
            </a:r>
          </a:p>
          <a:p>
            <a:endParaRPr lang="en-US" sz="2800" dirty="0"/>
          </a:p>
          <a:p>
            <a:pPr marL="285750" indent="-285750">
              <a:buFont typeface="Arial"/>
              <a:buChar char="•"/>
            </a:pPr>
            <a:r>
              <a:rPr lang="en-US" sz="2800" dirty="0"/>
              <a:t>novel decrease in the search space</a:t>
            </a:r>
          </a:p>
          <a:p>
            <a:pPr marL="285750" indent="-285750">
              <a:buFont typeface="Arial"/>
              <a:buChar char="•"/>
            </a:pPr>
            <a:endParaRPr lang="en-US" sz="2800" dirty="0"/>
          </a:p>
          <a:p>
            <a:pPr marL="285750" indent="-285750">
              <a:buFont typeface="Arial"/>
              <a:buChar char="•"/>
            </a:pPr>
            <a:r>
              <a:rPr lang="en-US" sz="2800" dirty="0"/>
              <a:t>creates a “word list” from the query sequence with words of a specific length (</a:t>
            </a:r>
            <a:r>
              <a:rPr lang="en-US" sz="2800" i="1" dirty="0"/>
              <a:t>w</a:t>
            </a:r>
            <a:r>
              <a:rPr lang="en-US" sz="2800" dirty="0"/>
              <a:t>)</a:t>
            </a:r>
          </a:p>
          <a:p>
            <a:pPr marL="285750" indent="-285750">
              <a:buFont typeface="Arial"/>
              <a:buChar char="•"/>
            </a:pPr>
            <a:endParaRPr lang="en-US" sz="2800" dirty="0"/>
          </a:p>
          <a:p>
            <a:pPr marL="285750" indent="-285750">
              <a:buFont typeface="Arial"/>
              <a:buChar char="•"/>
            </a:pPr>
            <a:r>
              <a:rPr lang="en-US" sz="2800" dirty="0"/>
              <a:t>local alignments only explored where “words” have complete match to the query</a:t>
            </a:r>
          </a:p>
          <a:p>
            <a:pPr marL="285750" indent="-285750">
              <a:buFont typeface="Arial"/>
              <a:buChar char="•"/>
            </a:pPr>
            <a:endParaRPr lang="en-US" sz="2800" i="1" dirty="0"/>
          </a:p>
          <a:p>
            <a:pPr marL="285750" indent="-285750">
              <a:buFont typeface="Arial"/>
              <a:buChar char="•"/>
            </a:pPr>
            <a:r>
              <a:rPr lang="en-US" sz="2800" dirty="0"/>
              <a:t>short word matching is very amenable to computing – fast and lower memory needs</a:t>
            </a:r>
          </a:p>
          <a:p>
            <a:pPr marL="285750" indent="-285750">
              <a:buFont typeface="Arial"/>
              <a:buChar char="•"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6554521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F5A7AD-E218-6900-18B2-87C665277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62069BA-A474-0853-F92B-34AB01B78845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BC062D0-14DB-D168-217A-05A682B3FE54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1FB4876-0735-A658-B046-E81F910B10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8675" y="458787"/>
            <a:ext cx="19441062" cy="738817"/>
          </a:xfrm>
        </p:spPr>
        <p:txBody>
          <a:bodyPr>
            <a:noAutofit/>
          </a:bodyPr>
          <a:lstStyle/>
          <a:p>
            <a:r>
              <a:rPr lang="en-US" sz="6000" u="sng" dirty="0">
                <a:latin typeface="Raleway" pitchFamily="2" charset="77"/>
              </a:rPr>
              <a:t>B</a:t>
            </a:r>
            <a:r>
              <a:rPr lang="en-US" sz="6000" dirty="0">
                <a:latin typeface="Raleway" pitchFamily="2" charset="77"/>
              </a:rPr>
              <a:t>asic </a:t>
            </a:r>
            <a:r>
              <a:rPr lang="en-US" sz="6000" u="sng" dirty="0">
                <a:latin typeface="Raleway" pitchFamily="2" charset="77"/>
              </a:rPr>
              <a:t>L</a:t>
            </a:r>
            <a:r>
              <a:rPr lang="en-US" sz="6000" dirty="0">
                <a:latin typeface="Raleway" pitchFamily="2" charset="77"/>
              </a:rPr>
              <a:t>ocal </a:t>
            </a:r>
            <a:r>
              <a:rPr lang="en-US" sz="6000" u="sng" dirty="0">
                <a:latin typeface="Raleway" pitchFamily="2" charset="77"/>
              </a:rPr>
              <a:t>A</a:t>
            </a:r>
            <a:r>
              <a:rPr lang="en-US" sz="6000" dirty="0">
                <a:latin typeface="Raleway" pitchFamily="2" charset="77"/>
              </a:rPr>
              <a:t>lignment </a:t>
            </a:r>
            <a:r>
              <a:rPr lang="en-US" sz="6000" u="sng" dirty="0">
                <a:latin typeface="Raleway" pitchFamily="2" charset="77"/>
              </a:rPr>
              <a:t>S</a:t>
            </a:r>
            <a:r>
              <a:rPr lang="en-US" sz="6000" dirty="0">
                <a:latin typeface="Raleway" pitchFamily="2" charset="77"/>
              </a:rPr>
              <a:t>earch </a:t>
            </a:r>
            <a:r>
              <a:rPr lang="en-US" sz="6000" u="sng" dirty="0">
                <a:latin typeface="Raleway" pitchFamily="2" charset="77"/>
              </a:rPr>
              <a:t>T</a:t>
            </a:r>
            <a:r>
              <a:rPr lang="en-US" sz="6000" dirty="0">
                <a:latin typeface="Raleway" pitchFamily="2" charset="77"/>
              </a:rPr>
              <a:t>ool (BLAST)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1C884CF-30F2-E8DC-3D7B-4B98BD8D1356}"/>
              </a:ext>
            </a:extLst>
          </p:cNvPr>
          <p:cNvSpPr txBox="1"/>
          <p:nvPr/>
        </p:nvSpPr>
        <p:spPr>
          <a:xfrm>
            <a:off x="724720" y="4455974"/>
            <a:ext cx="8620448" cy="569386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800" dirty="0"/>
              <a:t>BLAST</a:t>
            </a:r>
          </a:p>
          <a:p>
            <a:endParaRPr lang="en-US" sz="2800" dirty="0"/>
          </a:p>
          <a:p>
            <a:pPr marL="285750" indent="-285750">
              <a:buFont typeface="Arial"/>
              <a:buChar char="•"/>
            </a:pPr>
            <a:r>
              <a:rPr lang="en-US" sz="2800" dirty="0"/>
              <a:t>novel decrease in the search space</a:t>
            </a:r>
          </a:p>
          <a:p>
            <a:pPr marL="285750" indent="-285750">
              <a:buFont typeface="Arial"/>
              <a:buChar char="•"/>
            </a:pPr>
            <a:endParaRPr lang="en-US" sz="2800" dirty="0"/>
          </a:p>
          <a:p>
            <a:pPr marL="285750" indent="-285750">
              <a:buFont typeface="Arial"/>
              <a:buChar char="•"/>
            </a:pPr>
            <a:r>
              <a:rPr lang="en-US" sz="2800" dirty="0"/>
              <a:t>creates a “word list” from the query sequence with words of a specific length (</a:t>
            </a:r>
            <a:r>
              <a:rPr lang="en-US" sz="2800" i="1" dirty="0"/>
              <a:t>w</a:t>
            </a:r>
            <a:r>
              <a:rPr lang="en-US" sz="2800" dirty="0"/>
              <a:t>)</a:t>
            </a:r>
          </a:p>
          <a:p>
            <a:pPr marL="285750" indent="-285750">
              <a:buFont typeface="Arial"/>
              <a:buChar char="•"/>
            </a:pPr>
            <a:endParaRPr lang="en-US" sz="2800" dirty="0"/>
          </a:p>
          <a:p>
            <a:pPr marL="285750" indent="-285750">
              <a:buFont typeface="Arial"/>
              <a:buChar char="•"/>
            </a:pPr>
            <a:r>
              <a:rPr lang="en-US" sz="2800" dirty="0"/>
              <a:t>local alignments only explored where “words” have complete match to the query</a:t>
            </a:r>
          </a:p>
          <a:p>
            <a:pPr marL="285750" indent="-285750">
              <a:buFont typeface="Arial"/>
              <a:buChar char="•"/>
            </a:pPr>
            <a:endParaRPr lang="en-US" sz="2800" i="1" dirty="0"/>
          </a:p>
          <a:p>
            <a:pPr marL="285750" indent="-285750">
              <a:buFont typeface="Arial"/>
              <a:buChar char="•"/>
            </a:pPr>
            <a:r>
              <a:rPr lang="en-US" sz="2800" dirty="0"/>
              <a:t>short word matching is very amenable to computing – fast and lower memory needs</a:t>
            </a:r>
          </a:p>
          <a:p>
            <a:pPr marL="285750" indent="-285750">
              <a:buFont typeface="Arial"/>
              <a:buChar char="•"/>
            </a:pPr>
            <a:endParaRPr lang="en-US" sz="2800" dirty="0"/>
          </a:p>
        </p:txBody>
      </p:sp>
      <p:pic>
        <p:nvPicPr>
          <p:cNvPr id="2" name="Picture 1" descr="blast_f2_FULL.jpg">
            <a:extLst>
              <a:ext uri="{FF2B5EF4-FFF2-40B4-BE49-F238E27FC236}">
                <a16:creationId xmlns:a16="http://schemas.microsoft.com/office/drawing/2014/main" id="{91615880-BD9A-89EB-651C-37575BD23C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4089"/>
          <a:stretch>
            <a:fillRect/>
          </a:stretch>
        </p:blipFill>
        <p:spPr>
          <a:xfrm>
            <a:off x="9345168" y="2147247"/>
            <a:ext cx="10612747" cy="37609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A1F38C5-F342-F7D0-D6E0-FEB36E2A7688}"/>
              </a:ext>
            </a:extLst>
          </p:cNvPr>
          <p:cNvSpPr txBox="1"/>
          <p:nvPr/>
        </p:nvSpPr>
        <p:spPr>
          <a:xfrm>
            <a:off x="11066522" y="8157455"/>
            <a:ext cx="8971416" cy="95410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800" dirty="0"/>
              <a:t>BLAST defaults (</a:t>
            </a:r>
            <a:r>
              <a:rPr lang="en-US" sz="2800" i="1" dirty="0"/>
              <a:t>w</a:t>
            </a:r>
            <a:r>
              <a:rPr lang="en-US" sz="2800" dirty="0"/>
              <a:t>=11 for DNA, </a:t>
            </a:r>
            <a:r>
              <a:rPr lang="en-US" sz="2800" i="1" dirty="0"/>
              <a:t>w</a:t>
            </a:r>
            <a:r>
              <a:rPr lang="en-US" sz="2800" dirty="0"/>
              <a:t>=3 for protein) are often sufficient – but not always!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719D9A8-786A-B039-8090-BAE1EF8CD635}"/>
              </a:ext>
            </a:extLst>
          </p:cNvPr>
          <p:cNvCxnSpPr>
            <a:cxnSpLocks/>
          </p:cNvCxnSpPr>
          <p:nvPr/>
        </p:nvCxnSpPr>
        <p:spPr>
          <a:xfrm>
            <a:off x="11905488" y="6894576"/>
            <a:ext cx="0" cy="621792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5EEBC10-7C9C-B9DB-E970-F991473C4B83}"/>
              </a:ext>
            </a:extLst>
          </p:cNvPr>
          <p:cNvSpPr txBox="1"/>
          <p:nvPr/>
        </p:nvSpPr>
        <p:spPr>
          <a:xfrm>
            <a:off x="12231153" y="6894576"/>
            <a:ext cx="1814031" cy="52322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800" dirty="0"/>
              <a:t>word size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1F06D44-23FA-27B4-5473-9F3E43C8D4EE}"/>
              </a:ext>
            </a:extLst>
          </p:cNvPr>
          <p:cNvCxnSpPr>
            <a:cxnSpLocks/>
          </p:cNvCxnSpPr>
          <p:nvPr/>
        </p:nvCxnSpPr>
        <p:spPr>
          <a:xfrm flipV="1">
            <a:off x="14417040" y="6894576"/>
            <a:ext cx="0" cy="621792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47579C42-300F-3608-7204-8E2A13022D41}"/>
              </a:ext>
            </a:extLst>
          </p:cNvPr>
          <p:cNvSpPr txBox="1"/>
          <p:nvPr/>
        </p:nvSpPr>
        <p:spPr>
          <a:xfrm>
            <a:off x="14742705" y="6894576"/>
            <a:ext cx="1814031" cy="52322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800" dirty="0"/>
              <a:t>resolution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9EE349F-84D2-16B6-4044-2BA23EDEE118}"/>
              </a:ext>
            </a:extLst>
          </p:cNvPr>
          <p:cNvCxnSpPr>
            <a:cxnSpLocks/>
          </p:cNvCxnSpPr>
          <p:nvPr/>
        </p:nvCxnSpPr>
        <p:spPr>
          <a:xfrm flipV="1">
            <a:off x="16845190" y="6894576"/>
            <a:ext cx="0" cy="621792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0587995E-8217-054C-FDDA-AB8A0264EE46}"/>
              </a:ext>
            </a:extLst>
          </p:cNvPr>
          <p:cNvSpPr txBox="1"/>
          <p:nvPr/>
        </p:nvSpPr>
        <p:spPr>
          <a:xfrm>
            <a:off x="17170855" y="6894576"/>
            <a:ext cx="1814031" cy="52322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800" dirty="0"/>
              <a:t>runtime</a:t>
            </a:r>
          </a:p>
        </p:txBody>
      </p:sp>
    </p:spTree>
    <p:extLst>
      <p:ext uri="{BB962C8B-B14F-4D97-AF65-F5344CB8AC3E}">
        <p14:creationId xmlns:p14="http://schemas.microsoft.com/office/powerpoint/2010/main" val="374346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1" grpId="0"/>
      <p:bldP spid="14" grpId="0"/>
      <p:bldP spid="1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84439-0DA7-6E99-D1C2-A672BEF844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7F7C37B-85AF-D33D-FDFD-958207DA9908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51737BF-4788-F69B-0162-C449699A9C9C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35B5912-4D79-DCE0-27B2-523307C230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8675" y="458787"/>
            <a:ext cx="19441062" cy="738817"/>
          </a:xfrm>
        </p:spPr>
        <p:txBody>
          <a:bodyPr>
            <a:noAutofit/>
          </a:bodyPr>
          <a:lstStyle/>
          <a:p>
            <a:r>
              <a:rPr lang="en-US" sz="6000" u="sng" dirty="0">
                <a:latin typeface="Raleway" pitchFamily="2" charset="77"/>
              </a:rPr>
              <a:t>B</a:t>
            </a:r>
            <a:r>
              <a:rPr lang="en-US" sz="6000" dirty="0">
                <a:latin typeface="Raleway" pitchFamily="2" charset="77"/>
              </a:rPr>
              <a:t>asic </a:t>
            </a:r>
            <a:r>
              <a:rPr lang="en-US" sz="6000" u="sng" dirty="0">
                <a:latin typeface="Raleway" pitchFamily="2" charset="77"/>
              </a:rPr>
              <a:t>L</a:t>
            </a:r>
            <a:r>
              <a:rPr lang="en-US" sz="6000" dirty="0">
                <a:latin typeface="Raleway" pitchFamily="2" charset="77"/>
              </a:rPr>
              <a:t>ocal </a:t>
            </a:r>
            <a:r>
              <a:rPr lang="en-US" sz="6000" u="sng" dirty="0">
                <a:latin typeface="Raleway" pitchFamily="2" charset="77"/>
              </a:rPr>
              <a:t>A</a:t>
            </a:r>
            <a:r>
              <a:rPr lang="en-US" sz="6000" dirty="0">
                <a:latin typeface="Raleway" pitchFamily="2" charset="77"/>
              </a:rPr>
              <a:t>lignment </a:t>
            </a:r>
            <a:r>
              <a:rPr lang="en-US" sz="6000" u="sng" dirty="0">
                <a:latin typeface="Raleway" pitchFamily="2" charset="77"/>
              </a:rPr>
              <a:t>S</a:t>
            </a:r>
            <a:r>
              <a:rPr lang="en-US" sz="6000" dirty="0">
                <a:latin typeface="Raleway" pitchFamily="2" charset="77"/>
              </a:rPr>
              <a:t>earch </a:t>
            </a:r>
            <a:r>
              <a:rPr lang="en-US" sz="6000" u="sng" dirty="0">
                <a:latin typeface="Raleway" pitchFamily="2" charset="77"/>
              </a:rPr>
              <a:t>T</a:t>
            </a:r>
            <a:r>
              <a:rPr lang="en-US" sz="6000" dirty="0">
                <a:latin typeface="Raleway" pitchFamily="2" charset="77"/>
              </a:rPr>
              <a:t>ool (BLAST)</a:t>
            </a:r>
          </a:p>
        </p:txBody>
      </p:sp>
      <p:pic>
        <p:nvPicPr>
          <p:cNvPr id="10" name="Picture 9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4F784FDA-5070-488A-45B5-B2A72EBC4E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6264" y="2258462"/>
            <a:ext cx="3471815" cy="220933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DEB88174-77F7-311F-6A2D-7F5DAD2D0563}"/>
              </a:ext>
            </a:extLst>
          </p:cNvPr>
          <p:cNvSpPr/>
          <p:nvPr/>
        </p:nvSpPr>
        <p:spPr>
          <a:xfrm>
            <a:off x="1569688" y="2185310"/>
            <a:ext cx="3130328" cy="2417472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 descr="blast_f2_FULL.jpg">
            <a:extLst>
              <a:ext uri="{FF2B5EF4-FFF2-40B4-BE49-F238E27FC236}">
                <a16:creationId xmlns:a16="http://schemas.microsoft.com/office/drawing/2014/main" id="{D7F503E0-4D62-86A4-ACE4-E92D89A94FE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4089"/>
          <a:stretch>
            <a:fillRect/>
          </a:stretch>
        </p:blipFill>
        <p:spPr>
          <a:xfrm>
            <a:off x="9345168" y="2147247"/>
            <a:ext cx="10612747" cy="3760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98322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B21717-F8DD-108A-5E66-66A067E3B1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EC555C6A-8888-BBFE-CF2A-12CF0443E8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4156" y="4923285"/>
            <a:ext cx="3633920" cy="2314234"/>
          </a:xfrm>
          <a:prstGeom prst="rect">
            <a:avLst/>
          </a:prstGeom>
        </p:spPr>
      </p:pic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E7313AC-532C-B26B-5120-4324A80E1997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6C19AF3-3490-FB04-41D5-B8FEB20F0794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FB2716C-8508-40E3-08D0-143237DFCE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8675" y="458787"/>
            <a:ext cx="19441062" cy="738817"/>
          </a:xfrm>
        </p:spPr>
        <p:txBody>
          <a:bodyPr>
            <a:noAutofit/>
          </a:bodyPr>
          <a:lstStyle/>
          <a:p>
            <a:r>
              <a:rPr lang="en-US" sz="6000" u="sng" dirty="0">
                <a:latin typeface="Raleway" pitchFamily="2" charset="77"/>
              </a:rPr>
              <a:t>B</a:t>
            </a:r>
            <a:r>
              <a:rPr lang="en-US" sz="6000" dirty="0">
                <a:latin typeface="Raleway" pitchFamily="2" charset="77"/>
              </a:rPr>
              <a:t>asic </a:t>
            </a:r>
            <a:r>
              <a:rPr lang="en-US" sz="6000" u="sng" dirty="0">
                <a:latin typeface="Raleway" pitchFamily="2" charset="77"/>
              </a:rPr>
              <a:t>L</a:t>
            </a:r>
            <a:r>
              <a:rPr lang="en-US" sz="6000" dirty="0">
                <a:latin typeface="Raleway" pitchFamily="2" charset="77"/>
              </a:rPr>
              <a:t>ocal </a:t>
            </a:r>
            <a:r>
              <a:rPr lang="en-US" sz="6000" u="sng" dirty="0">
                <a:latin typeface="Raleway" pitchFamily="2" charset="77"/>
              </a:rPr>
              <a:t>A</a:t>
            </a:r>
            <a:r>
              <a:rPr lang="en-US" sz="6000" dirty="0">
                <a:latin typeface="Raleway" pitchFamily="2" charset="77"/>
              </a:rPr>
              <a:t>lignment </a:t>
            </a:r>
            <a:r>
              <a:rPr lang="en-US" sz="6000" u="sng" dirty="0">
                <a:latin typeface="Raleway" pitchFamily="2" charset="77"/>
              </a:rPr>
              <a:t>S</a:t>
            </a:r>
            <a:r>
              <a:rPr lang="en-US" sz="6000" dirty="0">
                <a:latin typeface="Raleway" pitchFamily="2" charset="77"/>
              </a:rPr>
              <a:t>earch </a:t>
            </a:r>
            <a:r>
              <a:rPr lang="en-US" sz="6000" u="sng" dirty="0">
                <a:latin typeface="Raleway" pitchFamily="2" charset="77"/>
              </a:rPr>
              <a:t>T</a:t>
            </a:r>
            <a:r>
              <a:rPr lang="en-US" sz="6000" dirty="0">
                <a:latin typeface="Raleway" pitchFamily="2" charset="77"/>
              </a:rPr>
              <a:t>ool (BLAST)</a:t>
            </a:r>
          </a:p>
        </p:txBody>
      </p:sp>
      <p:pic>
        <p:nvPicPr>
          <p:cNvPr id="10" name="Picture 9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38AB87B3-11D6-1AD9-2B90-28A78FBEFB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6264" y="2258462"/>
            <a:ext cx="3471815" cy="220933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15B4A4A1-6368-EF27-7DC0-F6D80BEB8DCB}"/>
              </a:ext>
            </a:extLst>
          </p:cNvPr>
          <p:cNvSpPr/>
          <p:nvPr/>
        </p:nvSpPr>
        <p:spPr>
          <a:xfrm>
            <a:off x="1569688" y="2185310"/>
            <a:ext cx="3130328" cy="2417472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B96FE70-AED9-C6B1-61E3-4610E4021C87}"/>
              </a:ext>
            </a:extLst>
          </p:cNvPr>
          <p:cNvSpPr/>
          <p:nvPr/>
        </p:nvSpPr>
        <p:spPr>
          <a:xfrm>
            <a:off x="1569688" y="4916318"/>
            <a:ext cx="3130328" cy="2417472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2FFFA4B-A74E-4AA9-A31F-9FFD50938944}"/>
              </a:ext>
            </a:extLst>
          </p:cNvPr>
          <p:cNvCxnSpPr>
            <a:cxnSpLocks/>
          </p:cNvCxnSpPr>
          <p:nvPr/>
        </p:nvCxnSpPr>
        <p:spPr>
          <a:xfrm>
            <a:off x="3134852" y="4602782"/>
            <a:ext cx="0" cy="313536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2945EAC0-1824-5E85-5268-BFDF6E1EABDC}"/>
              </a:ext>
            </a:extLst>
          </p:cNvPr>
          <p:cNvSpPr txBox="1"/>
          <p:nvPr/>
        </p:nvSpPr>
        <p:spPr>
          <a:xfrm>
            <a:off x="5996080" y="5480237"/>
            <a:ext cx="1366008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2400" b="0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Extension stops once the score falls a set amount (</a:t>
            </a:r>
            <a:r>
              <a:rPr lang="en-CA" sz="2400" b="0" i="1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r>
              <a:rPr lang="en-CA" sz="2400" b="0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) below the best score seen so far — there's no benefit in dragging a bad region along once the good stretch has clearly ended. This produces a </a:t>
            </a:r>
            <a:r>
              <a:rPr lang="en-CA" sz="2400" b="1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High Segment Pair (HSP)</a:t>
            </a:r>
            <a:r>
              <a:rPr lang="en-CA" sz="2400" b="0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. 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56101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68E052-2AE1-0A97-79D4-F3F1E5CBA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DDEC21E4-232B-54B4-1CF5-2DA52D190A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4156" y="4923285"/>
            <a:ext cx="3633920" cy="2314234"/>
          </a:xfrm>
          <a:prstGeom prst="rect">
            <a:avLst/>
          </a:prstGeom>
        </p:spPr>
      </p:pic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D90B844-0CEB-C542-BB26-3B5666F774E2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4D6C2BB-569B-ED43-C6F6-004FF5A80F87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4433A1F-AA6F-DF3E-D266-B6650661A4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8675" y="458787"/>
            <a:ext cx="19441062" cy="738817"/>
          </a:xfrm>
        </p:spPr>
        <p:txBody>
          <a:bodyPr>
            <a:noAutofit/>
          </a:bodyPr>
          <a:lstStyle/>
          <a:p>
            <a:r>
              <a:rPr lang="en-US" sz="6000" u="sng" dirty="0">
                <a:latin typeface="Raleway" pitchFamily="2" charset="77"/>
              </a:rPr>
              <a:t>B</a:t>
            </a:r>
            <a:r>
              <a:rPr lang="en-US" sz="6000" dirty="0">
                <a:latin typeface="Raleway" pitchFamily="2" charset="77"/>
              </a:rPr>
              <a:t>asic </a:t>
            </a:r>
            <a:r>
              <a:rPr lang="en-US" sz="6000" u="sng" dirty="0">
                <a:latin typeface="Raleway" pitchFamily="2" charset="77"/>
              </a:rPr>
              <a:t>L</a:t>
            </a:r>
            <a:r>
              <a:rPr lang="en-US" sz="6000" dirty="0">
                <a:latin typeface="Raleway" pitchFamily="2" charset="77"/>
              </a:rPr>
              <a:t>ocal </a:t>
            </a:r>
            <a:r>
              <a:rPr lang="en-US" sz="6000" u="sng" dirty="0">
                <a:latin typeface="Raleway" pitchFamily="2" charset="77"/>
              </a:rPr>
              <a:t>A</a:t>
            </a:r>
            <a:r>
              <a:rPr lang="en-US" sz="6000" dirty="0">
                <a:latin typeface="Raleway" pitchFamily="2" charset="77"/>
              </a:rPr>
              <a:t>lignment </a:t>
            </a:r>
            <a:r>
              <a:rPr lang="en-US" sz="6000" u="sng" dirty="0">
                <a:latin typeface="Raleway" pitchFamily="2" charset="77"/>
              </a:rPr>
              <a:t>S</a:t>
            </a:r>
            <a:r>
              <a:rPr lang="en-US" sz="6000" dirty="0">
                <a:latin typeface="Raleway" pitchFamily="2" charset="77"/>
              </a:rPr>
              <a:t>earch </a:t>
            </a:r>
            <a:r>
              <a:rPr lang="en-US" sz="6000" u="sng" dirty="0">
                <a:latin typeface="Raleway" pitchFamily="2" charset="77"/>
              </a:rPr>
              <a:t>T</a:t>
            </a:r>
            <a:r>
              <a:rPr lang="en-US" sz="6000" dirty="0">
                <a:latin typeface="Raleway" pitchFamily="2" charset="77"/>
              </a:rPr>
              <a:t>ool (BLAST)</a:t>
            </a:r>
          </a:p>
        </p:txBody>
      </p:sp>
      <p:pic>
        <p:nvPicPr>
          <p:cNvPr id="10" name="Picture 9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8D2A089E-3551-07D2-306B-7F932C76BF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6264" y="2258462"/>
            <a:ext cx="3471815" cy="220933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C690B252-210B-D5AE-5E92-DD7907F81995}"/>
              </a:ext>
            </a:extLst>
          </p:cNvPr>
          <p:cNvSpPr/>
          <p:nvPr/>
        </p:nvSpPr>
        <p:spPr>
          <a:xfrm>
            <a:off x="1569688" y="2185310"/>
            <a:ext cx="3130328" cy="2417472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7436CB3-60C9-D640-BBB4-82300D5364B1}"/>
              </a:ext>
            </a:extLst>
          </p:cNvPr>
          <p:cNvSpPr/>
          <p:nvPr/>
        </p:nvSpPr>
        <p:spPr>
          <a:xfrm>
            <a:off x="1569688" y="4916318"/>
            <a:ext cx="3130328" cy="2417472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BB61845-8229-716A-6C34-545503B26FAF}"/>
              </a:ext>
            </a:extLst>
          </p:cNvPr>
          <p:cNvCxnSpPr>
            <a:cxnSpLocks/>
          </p:cNvCxnSpPr>
          <p:nvPr/>
        </p:nvCxnSpPr>
        <p:spPr>
          <a:xfrm>
            <a:off x="3134852" y="4602782"/>
            <a:ext cx="0" cy="313536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" name="Picture 1" descr="blast_f3_FULL.jpg">
            <a:extLst>
              <a:ext uri="{FF2B5EF4-FFF2-40B4-BE49-F238E27FC236}">
                <a16:creationId xmlns:a16="http://schemas.microsoft.com/office/drawing/2014/main" id="{D649A7B8-6D80-6E81-B8B3-94706EE0283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737"/>
          <a:stretch>
            <a:fillRect/>
          </a:stretch>
        </p:blipFill>
        <p:spPr>
          <a:xfrm>
            <a:off x="9509762" y="2018389"/>
            <a:ext cx="6272780" cy="8176754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891A0168-FF76-BCB1-614F-61BE55E8E6C8}"/>
              </a:ext>
            </a:extLst>
          </p:cNvPr>
          <p:cNvSpPr/>
          <p:nvPr/>
        </p:nvSpPr>
        <p:spPr>
          <a:xfrm>
            <a:off x="9034272" y="5696712"/>
            <a:ext cx="1005840" cy="63093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71CD694-B159-EBF3-FBCD-A05FD94D929C}"/>
              </a:ext>
            </a:extLst>
          </p:cNvPr>
          <p:cNvCxnSpPr/>
          <p:nvPr/>
        </p:nvCxnSpPr>
        <p:spPr>
          <a:xfrm flipV="1">
            <a:off x="11283696" y="6876288"/>
            <a:ext cx="4937760" cy="2194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2D9135C-9244-40C8-61F7-91F2415A44FB}"/>
              </a:ext>
            </a:extLst>
          </p:cNvPr>
          <p:cNvCxnSpPr>
            <a:cxnSpLocks/>
          </p:cNvCxnSpPr>
          <p:nvPr/>
        </p:nvCxnSpPr>
        <p:spPr>
          <a:xfrm flipV="1">
            <a:off x="12917424" y="7095744"/>
            <a:ext cx="3494883" cy="50454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1BA7242-A756-3B1D-5A2F-4F84DC195DE6}"/>
              </a:ext>
            </a:extLst>
          </p:cNvPr>
          <p:cNvCxnSpPr>
            <a:cxnSpLocks/>
          </p:cNvCxnSpPr>
          <p:nvPr/>
        </p:nvCxnSpPr>
        <p:spPr>
          <a:xfrm flipV="1">
            <a:off x="14664865" y="7237519"/>
            <a:ext cx="1747442" cy="157123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4F6021EB-7B92-7F43-E1BD-4A085BBD4916}"/>
              </a:ext>
            </a:extLst>
          </p:cNvPr>
          <p:cNvSpPr txBox="1"/>
          <p:nvPr/>
        </p:nvSpPr>
        <p:spPr>
          <a:xfrm>
            <a:off x="16659085" y="6517018"/>
            <a:ext cx="337885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2400" b="1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High Scoring Pair (HSP)</a:t>
            </a:r>
            <a:r>
              <a:rPr lang="en-CA" sz="2400" b="0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2BBCE5A-97ED-2941-2ECC-4F31DB3511AC}"/>
              </a:ext>
            </a:extLst>
          </p:cNvPr>
          <p:cNvSpPr/>
          <p:nvPr/>
        </p:nvSpPr>
        <p:spPr>
          <a:xfrm>
            <a:off x="8851392" y="5998464"/>
            <a:ext cx="11028345" cy="405936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48168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E00796-1F9D-17B6-E3A5-FAF8BB356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C44B1FFA-0EA1-5F85-07F4-70F871B348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4156" y="4923285"/>
            <a:ext cx="3633920" cy="2314234"/>
          </a:xfrm>
          <a:prstGeom prst="rect">
            <a:avLst/>
          </a:prstGeom>
        </p:spPr>
      </p:pic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B18BA64-2C4A-9395-0465-7D5C1274314E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069FB3C-7152-F8D0-65F4-F29047F0172E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EDFCDD4D-1C48-149E-0102-274596E71E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8675" y="458787"/>
            <a:ext cx="19441062" cy="738817"/>
          </a:xfrm>
        </p:spPr>
        <p:txBody>
          <a:bodyPr>
            <a:noAutofit/>
          </a:bodyPr>
          <a:lstStyle/>
          <a:p>
            <a:r>
              <a:rPr lang="en-US" sz="6000" u="sng" dirty="0">
                <a:latin typeface="Raleway" pitchFamily="2" charset="77"/>
              </a:rPr>
              <a:t>B</a:t>
            </a:r>
            <a:r>
              <a:rPr lang="en-US" sz="6000" dirty="0">
                <a:latin typeface="Raleway" pitchFamily="2" charset="77"/>
              </a:rPr>
              <a:t>asic </a:t>
            </a:r>
            <a:r>
              <a:rPr lang="en-US" sz="6000" u="sng" dirty="0">
                <a:latin typeface="Raleway" pitchFamily="2" charset="77"/>
              </a:rPr>
              <a:t>L</a:t>
            </a:r>
            <a:r>
              <a:rPr lang="en-US" sz="6000" dirty="0">
                <a:latin typeface="Raleway" pitchFamily="2" charset="77"/>
              </a:rPr>
              <a:t>ocal </a:t>
            </a:r>
            <a:r>
              <a:rPr lang="en-US" sz="6000" u="sng" dirty="0">
                <a:latin typeface="Raleway" pitchFamily="2" charset="77"/>
              </a:rPr>
              <a:t>A</a:t>
            </a:r>
            <a:r>
              <a:rPr lang="en-US" sz="6000" dirty="0">
                <a:latin typeface="Raleway" pitchFamily="2" charset="77"/>
              </a:rPr>
              <a:t>lignment </a:t>
            </a:r>
            <a:r>
              <a:rPr lang="en-US" sz="6000" u="sng" dirty="0">
                <a:latin typeface="Raleway" pitchFamily="2" charset="77"/>
              </a:rPr>
              <a:t>S</a:t>
            </a:r>
            <a:r>
              <a:rPr lang="en-US" sz="6000" dirty="0">
                <a:latin typeface="Raleway" pitchFamily="2" charset="77"/>
              </a:rPr>
              <a:t>earch </a:t>
            </a:r>
            <a:r>
              <a:rPr lang="en-US" sz="6000" u="sng" dirty="0">
                <a:latin typeface="Raleway" pitchFamily="2" charset="77"/>
              </a:rPr>
              <a:t>T</a:t>
            </a:r>
            <a:r>
              <a:rPr lang="en-US" sz="6000" dirty="0">
                <a:latin typeface="Raleway" pitchFamily="2" charset="77"/>
              </a:rPr>
              <a:t>ool (BLAST)</a:t>
            </a:r>
          </a:p>
        </p:txBody>
      </p:sp>
      <p:pic>
        <p:nvPicPr>
          <p:cNvPr id="10" name="Picture 9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031C276E-31D4-F299-C28A-14CBFBD707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6264" y="2258462"/>
            <a:ext cx="3471815" cy="220933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F4CD868A-D4D8-6DB8-6AC4-B3804C658BB3}"/>
              </a:ext>
            </a:extLst>
          </p:cNvPr>
          <p:cNvSpPr/>
          <p:nvPr/>
        </p:nvSpPr>
        <p:spPr>
          <a:xfrm>
            <a:off x="1569688" y="2185310"/>
            <a:ext cx="3130328" cy="2417472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D3C77D8-48FB-30F3-9C94-4F7368450873}"/>
              </a:ext>
            </a:extLst>
          </p:cNvPr>
          <p:cNvSpPr/>
          <p:nvPr/>
        </p:nvSpPr>
        <p:spPr>
          <a:xfrm>
            <a:off x="1569688" y="4916318"/>
            <a:ext cx="3130328" cy="2417472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27BC9C0-2719-D838-D1C4-B3AB0439B0BB}"/>
              </a:ext>
            </a:extLst>
          </p:cNvPr>
          <p:cNvCxnSpPr>
            <a:cxnSpLocks/>
          </p:cNvCxnSpPr>
          <p:nvPr/>
        </p:nvCxnSpPr>
        <p:spPr>
          <a:xfrm>
            <a:off x="3134852" y="4602782"/>
            <a:ext cx="0" cy="313536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" name="Picture 1" descr="blast_f3_FULL.jpg">
            <a:extLst>
              <a:ext uri="{FF2B5EF4-FFF2-40B4-BE49-F238E27FC236}">
                <a16:creationId xmlns:a16="http://schemas.microsoft.com/office/drawing/2014/main" id="{22A1D0CC-B2D1-791C-4F10-C3CD5D2662B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737"/>
          <a:stretch>
            <a:fillRect/>
          </a:stretch>
        </p:blipFill>
        <p:spPr>
          <a:xfrm>
            <a:off x="9509762" y="2018389"/>
            <a:ext cx="6272780" cy="8176754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FE985DB1-2380-2957-B8FA-338F20D44C59}"/>
              </a:ext>
            </a:extLst>
          </p:cNvPr>
          <p:cNvSpPr/>
          <p:nvPr/>
        </p:nvSpPr>
        <p:spPr>
          <a:xfrm>
            <a:off x="9034272" y="5696712"/>
            <a:ext cx="1005840" cy="63093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253E068-0633-178B-AA80-BD69B154C9FC}"/>
              </a:ext>
            </a:extLst>
          </p:cNvPr>
          <p:cNvCxnSpPr/>
          <p:nvPr/>
        </p:nvCxnSpPr>
        <p:spPr>
          <a:xfrm flipV="1">
            <a:off x="11283696" y="6876288"/>
            <a:ext cx="4937760" cy="2194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AF7A7AF-AFC3-3839-5878-5CBA3A446ED1}"/>
              </a:ext>
            </a:extLst>
          </p:cNvPr>
          <p:cNvCxnSpPr>
            <a:cxnSpLocks/>
          </p:cNvCxnSpPr>
          <p:nvPr/>
        </p:nvCxnSpPr>
        <p:spPr>
          <a:xfrm flipV="1">
            <a:off x="12917424" y="7095744"/>
            <a:ext cx="3494883" cy="50454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780BE74-E31B-D8FD-6030-5F96C11CBC1C}"/>
              </a:ext>
            </a:extLst>
          </p:cNvPr>
          <p:cNvCxnSpPr>
            <a:cxnSpLocks/>
          </p:cNvCxnSpPr>
          <p:nvPr/>
        </p:nvCxnSpPr>
        <p:spPr>
          <a:xfrm flipV="1">
            <a:off x="14664865" y="7237519"/>
            <a:ext cx="1747442" cy="157123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FBBFA20A-60ED-1E66-27ED-87CC0491D77C}"/>
              </a:ext>
            </a:extLst>
          </p:cNvPr>
          <p:cNvSpPr txBox="1"/>
          <p:nvPr/>
        </p:nvSpPr>
        <p:spPr>
          <a:xfrm>
            <a:off x="16659085" y="6517018"/>
            <a:ext cx="337885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2400" b="1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High Scoring Pair (HSP)</a:t>
            </a:r>
            <a:r>
              <a:rPr lang="en-CA" sz="2400" b="0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98761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29124B-E7D7-DFA6-B930-F8E5BFDB6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A screenshot of a test&#10;&#10;AI-generated content may be incorrect.">
            <a:extLst>
              <a:ext uri="{FF2B5EF4-FFF2-40B4-BE49-F238E27FC236}">
                <a16:creationId xmlns:a16="http://schemas.microsoft.com/office/drawing/2014/main" id="{17DBDD49-6EE7-A86E-249B-397999A9BB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6878" y="7743597"/>
            <a:ext cx="3710586" cy="2314234"/>
          </a:xfrm>
          <a:prstGeom prst="rect">
            <a:avLst/>
          </a:prstGeom>
        </p:spPr>
      </p:pic>
      <p:pic>
        <p:nvPicPr>
          <p:cNvPr id="26" name="Picture 25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2B780786-1AE0-EBC5-6F26-1DEBBA21D1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4156" y="4923285"/>
            <a:ext cx="3633920" cy="2314234"/>
          </a:xfrm>
          <a:prstGeom prst="rect">
            <a:avLst/>
          </a:prstGeom>
        </p:spPr>
      </p:pic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47CAC0-3323-0D8D-40F8-715AF3E59B04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DE67759-3002-B759-F577-4A5DC5A92628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9B49321-CFE9-DA99-F6D0-617DA2D686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8675" y="458787"/>
            <a:ext cx="19441062" cy="738817"/>
          </a:xfrm>
        </p:spPr>
        <p:txBody>
          <a:bodyPr>
            <a:noAutofit/>
          </a:bodyPr>
          <a:lstStyle/>
          <a:p>
            <a:r>
              <a:rPr lang="en-US" sz="6000" u="sng" dirty="0">
                <a:latin typeface="Raleway" pitchFamily="2" charset="77"/>
              </a:rPr>
              <a:t>B</a:t>
            </a:r>
            <a:r>
              <a:rPr lang="en-US" sz="6000" dirty="0">
                <a:latin typeface="Raleway" pitchFamily="2" charset="77"/>
              </a:rPr>
              <a:t>asic </a:t>
            </a:r>
            <a:r>
              <a:rPr lang="en-US" sz="6000" u="sng" dirty="0">
                <a:latin typeface="Raleway" pitchFamily="2" charset="77"/>
              </a:rPr>
              <a:t>L</a:t>
            </a:r>
            <a:r>
              <a:rPr lang="en-US" sz="6000" dirty="0">
                <a:latin typeface="Raleway" pitchFamily="2" charset="77"/>
              </a:rPr>
              <a:t>ocal </a:t>
            </a:r>
            <a:r>
              <a:rPr lang="en-US" sz="6000" u="sng" dirty="0">
                <a:latin typeface="Raleway" pitchFamily="2" charset="77"/>
              </a:rPr>
              <a:t>A</a:t>
            </a:r>
            <a:r>
              <a:rPr lang="en-US" sz="6000" dirty="0">
                <a:latin typeface="Raleway" pitchFamily="2" charset="77"/>
              </a:rPr>
              <a:t>lignment </a:t>
            </a:r>
            <a:r>
              <a:rPr lang="en-US" sz="6000" u="sng" dirty="0">
                <a:latin typeface="Raleway" pitchFamily="2" charset="77"/>
              </a:rPr>
              <a:t>S</a:t>
            </a:r>
            <a:r>
              <a:rPr lang="en-US" sz="6000" dirty="0">
                <a:latin typeface="Raleway" pitchFamily="2" charset="77"/>
              </a:rPr>
              <a:t>earch </a:t>
            </a:r>
            <a:r>
              <a:rPr lang="en-US" sz="6000" u="sng" dirty="0">
                <a:latin typeface="Raleway" pitchFamily="2" charset="77"/>
              </a:rPr>
              <a:t>T</a:t>
            </a:r>
            <a:r>
              <a:rPr lang="en-US" sz="6000" dirty="0">
                <a:latin typeface="Raleway" pitchFamily="2" charset="77"/>
              </a:rPr>
              <a:t>ool (BLAST)</a:t>
            </a:r>
          </a:p>
        </p:txBody>
      </p:sp>
      <p:pic>
        <p:nvPicPr>
          <p:cNvPr id="10" name="Picture 9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489E6BC2-BD48-82E1-7B4C-C5D6936B18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06264" y="2258462"/>
            <a:ext cx="3471815" cy="220933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401D069F-4CF6-6AA2-7090-ABBA0D05A7B9}"/>
              </a:ext>
            </a:extLst>
          </p:cNvPr>
          <p:cNvSpPr/>
          <p:nvPr/>
        </p:nvSpPr>
        <p:spPr>
          <a:xfrm>
            <a:off x="1569688" y="2185310"/>
            <a:ext cx="3130328" cy="2417472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DB67D0B-1F01-26D2-CCF9-D217886B05C1}"/>
              </a:ext>
            </a:extLst>
          </p:cNvPr>
          <p:cNvSpPr/>
          <p:nvPr/>
        </p:nvSpPr>
        <p:spPr>
          <a:xfrm>
            <a:off x="1569688" y="4916318"/>
            <a:ext cx="3130328" cy="2417472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2F4D855-A8E7-1C84-F0EA-F4CC7510BE7B}"/>
              </a:ext>
            </a:extLst>
          </p:cNvPr>
          <p:cNvSpPr/>
          <p:nvPr/>
        </p:nvSpPr>
        <p:spPr>
          <a:xfrm>
            <a:off x="1569688" y="7640359"/>
            <a:ext cx="3130328" cy="2417472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5D60564-4745-91C6-7928-03355591D672}"/>
              </a:ext>
            </a:extLst>
          </p:cNvPr>
          <p:cNvCxnSpPr>
            <a:cxnSpLocks/>
          </p:cNvCxnSpPr>
          <p:nvPr/>
        </p:nvCxnSpPr>
        <p:spPr>
          <a:xfrm>
            <a:off x="3134852" y="4602782"/>
            <a:ext cx="0" cy="313536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B3911C9-E366-352A-9C2E-9CC1EE09172E}"/>
              </a:ext>
            </a:extLst>
          </p:cNvPr>
          <p:cNvCxnSpPr>
            <a:cxnSpLocks/>
          </p:cNvCxnSpPr>
          <p:nvPr/>
        </p:nvCxnSpPr>
        <p:spPr>
          <a:xfrm>
            <a:off x="3134852" y="7333790"/>
            <a:ext cx="0" cy="313536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" name="Picture 1" descr="blast_f3_FULL.jpg">
            <a:extLst>
              <a:ext uri="{FF2B5EF4-FFF2-40B4-BE49-F238E27FC236}">
                <a16:creationId xmlns:a16="http://schemas.microsoft.com/office/drawing/2014/main" id="{EE8E4680-21A8-3BEA-4931-BCEB8577B1C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737"/>
          <a:stretch>
            <a:fillRect/>
          </a:stretch>
        </p:blipFill>
        <p:spPr>
          <a:xfrm>
            <a:off x="9509762" y="2018389"/>
            <a:ext cx="6272780" cy="8176754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89C4B6C1-8AB6-3F8F-8B0E-53DE8551BDFD}"/>
              </a:ext>
            </a:extLst>
          </p:cNvPr>
          <p:cNvSpPr/>
          <p:nvPr/>
        </p:nvSpPr>
        <p:spPr>
          <a:xfrm>
            <a:off x="9034272" y="5696712"/>
            <a:ext cx="1005840" cy="63093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C4E0B2B-0F87-C135-D0A6-151EB927DE5F}"/>
              </a:ext>
            </a:extLst>
          </p:cNvPr>
          <p:cNvCxnSpPr>
            <a:cxnSpLocks/>
          </p:cNvCxnSpPr>
          <p:nvPr/>
        </p:nvCxnSpPr>
        <p:spPr>
          <a:xfrm flipV="1">
            <a:off x="14664865" y="7237519"/>
            <a:ext cx="1747442" cy="157123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218C78B-9263-9154-8919-CB2A276C22CC}"/>
              </a:ext>
            </a:extLst>
          </p:cNvPr>
          <p:cNvSpPr txBox="1"/>
          <p:nvPr/>
        </p:nvSpPr>
        <p:spPr>
          <a:xfrm>
            <a:off x="16659085" y="6517018"/>
            <a:ext cx="337885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2400" b="1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High Scoring Pair (HSP)</a:t>
            </a:r>
            <a:r>
              <a:rPr lang="en-CA" sz="2400" b="0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23470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6A1DC2-31C7-F0D0-436F-800D91A02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A screenshot of a test&#10;&#10;AI-generated content may be incorrect.">
            <a:extLst>
              <a:ext uri="{FF2B5EF4-FFF2-40B4-BE49-F238E27FC236}">
                <a16:creationId xmlns:a16="http://schemas.microsoft.com/office/drawing/2014/main" id="{63E04B25-0FDF-0437-5DB0-9212A8824A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6878" y="7743597"/>
            <a:ext cx="3710586" cy="2314234"/>
          </a:xfrm>
          <a:prstGeom prst="rect">
            <a:avLst/>
          </a:prstGeom>
        </p:spPr>
      </p:pic>
      <p:pic>
        <p:nvPicPr>
          <p:cNvPr id="26" name="Picture 25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2E8466D0-8E5E-3D54-BCA8-6159A85EB3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4156" y="4923285"/>
            <a:ext cx="3633920" cy="2314234"/>
          </a:xfrm>
          <a:prstGeom prst="rect">
            <a:avLst/>
          </a:prstGeom>
        </p:spPr>
      </p:pic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52215A6-044F-B8FB-04DD-A65E376CB828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84C37E8-E7FE-6439-1ADD-970CC8DAC359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2837B267-EF31-B966-8B95-EB3399A277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8675" y="458787"/>
            <a:ext cx="19441062" cy="738817"/>
          </a:xfrm>
        </p:spPr>
        <p:txBody>
          <a:bodyPr>
            <a:noAutofit/>
          </a:bodyPr>
          <a:lstStyle/>
          <a:p>
            <a:r>
              <a:rPr lang="en-US" sz="6000" dirty="0">
                <a:latin typeface="Raleway" pitchFamily="2" charset="77"/>
              </a:rPr>
              <a:t>A </a:t>
            </a:r>
            <a:r>
              <a:rPr lang="en-US" sz="6000" u="sng" dirty="0">
                <a:latin typeface="Raleway" pitchFamily="2" charset="77"/>
              </a:rPr>
              <a:t>H</a:t>
            </a:r>
            <a:r>
              <a:rPr lang="en-US" sz="6000" dirty="0">
                <a:latin typeface="Raleway" pitchFamily="2" charset="77"/>
              </a:rPr>
              <a:t>igh </a:t>
            </a:r>
            <a:r>
              <a:rPr lang="en-US" sz="6000" u="sng" dirty="0">
                <a:latin typeface="Raleway" pitchFamily="2" charset="77"/>
              </a:rPr>
              <a:t>S</a:t>
            </a:r>
            <a:r>
              <a:rPr lang="en-US" sz="6000" dirty="0">
                <a:latin typeface="Raleway" pitchFamily="2" charset="77"/>
              </a:rPr>
              <a:t>coring </a:t>
            </a:r>
            <a:r>
              <a:rPr lang="en-US" sz="6000" u="sng" dirty="0">
                <a:latin typeface="Raleway" pitchFamily="2" charset="77"/>
              </a:rPr>
              <a:t>P</a:t>
            </a:r>
            <a:r>
              <a:rPr lang="en-US" sz="6000" dirty="0">
                <a:latin typeface="Raleway" pitchFamily="2" charset="77"/>
              </a:rPr>
              <a:t>air (HSP) </a:t>
            </a:r>
          </a:p>
        </p:txBody>
      </p:sp>
      <p:pic>
        <p:nvPicPr>
          <p:cNvPr id="10" name="Picture 9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007FB71D-E5C6-12C0-60B6-46311BEA3D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06264" y="2258462"/>
            <a:ext cx="3471815" cy="220933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EAB47438-CAFC-E029-4A83-0361DF0741F8}"/>
              </a:ext>
            </a:extLst>
          </p:cNvPr>
          <p:cNvSpPr/>
          <p:nvPr/>
        </p:nvSpPr>
        <p:spPr>
          <a:xfrm>
            <a:off x="1569688" y="2185310"/>
            <a:ext cx="3130328" cy="2417472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3FAAD0B-6E66-2300-63E9-0874A26ADF62}"/>
              </a:ext>
            </a:extLst>
          </p:cNvPr>
          <p:cNvSpPr/>
          <p:nvPr/>
        </p:nvSpPr>
        <p:spPr>
          <a:xfrm>
            <a:off x="1569688" y="4916318"/>
            <a:ext cx="3130328" cy="2417472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4D9363-F2A8-7900-C83B-5FA485AF0EA9}"/>
              </a:ext>
            </a:extLst>
          </p:cNvPr>
          <p:cNvSpPr/>
          <p:nvPr/>
        </p:nvSpPr>
        <p:spPr>
          <a:xfrm>
            <a:off x="1569688" y="7640359"/>
            <a:ext cx="3130328" cy="2417472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4C74D27-56E5-8BD9-8134-6EA14A892E40}"/>
              </a:ext>
            </a:extLst>
          </p:cNvPr>
          <p:cNvCxnSpPr>
            <a:cxnSpLocks/>
          </p:cNvCxnSpPr>
          <p:nvPr/>
        </p:nvCxnSpPr>
        <p:spPr>
          <a:xfrm>
            <a:off x="3134852" y="4602782"/>
            <a:ext cx="0" cy="313536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E55BEBF-FBBB-E1D9-7505-9B943237E8AB}"/>
              </a:ext>
            </a:extLst>
          </p:cNvPr>
          <p:cNvCxnSpPr>
            <a:cxnSpLocks/>
          </p:cNvCxnSpPr>
          <p:nvPr/>
        </p:nvCxnSpPr>
        <p:spPr>
          <a:xfrm>
            <a:off x="3134852" y="7333790"/>
            <a:ext cx="0" cy="313536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4C1A386A-0472-CA0F-32D7-8873B7422E5F}"/>
              </a:ext>
            </a:extLst>
          </p:cNvPr>
          <p:cNvSpPr/>
          <p:nvPr/>
        </p:nvSpPr>
        <p:spPr>
          <a:xfrm>
            <a:off x="9034272" y="5696712"/>
            <a:ext cx="1005840" cy="63093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hsp.tiff">
            <a:extLst>
              <a:ext uri="{FF2B5EF4-FFF2-40B4-BE49-F238E27FC236}">
                <a16:creationId xmlns:a16="http://schemas.microsoft.com/office/drawing/2014/main" id="{A4B00C6E-4093-E6AB-0788-5454E549442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891" y="2075191"/>
            <a:ext cx="10866015" cy="5415367"/>
          </a:xfrm>
          <a:prstGeom prst="rect">
            <a:avLst/>
          </a:prstGeom>
        </p:spPr>
      </p:pic>
      <p:pic>
        <p:nvPicPr>
          <p:cNvPr id="5" name="Picture 4" descr="stats.tiff">
            <a:extLst>
              <a:ext uri="{FF2B5EF4-FFF2-40B4-BE49-F238E27FC236}">
                <a16:creationId xmlns:a16="http://schemas.microsoft.com/office/drawing/2014/main" id="{0C34C3F5-2D18-CA2B-1AF9-99279FC2E3B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891" y="7490558"/>
            <a:ext cx="10866016" cy="738817"/>
          </a:xfrm>
          <a:prstGeom prst="rect">
            <a:avLst/>
          </a:prstGeom>
        </p:spPr>
      </p:pic>
      <p:sp>
        <p:nvSpPr>
          <p:cNvPr id="12" name="Oval 11">
            <a:extLst>
              <a:ext uri="{FF2B5EF4-FFF2-40B4-BE49-F238E27FC236}">
                <a16:creationId xmlns:a16="http://schemas.microsoft.com/office/drawing/2014/main" id="{D53345DB-1A14-B7DE-A0F2-291CDD093A28}"/>
              </a:ext>
            </a:extLst>
          </p:cNvPr>
          <p:cNvSpPr/>
          <p:nvPr/>
        </p:nvSpPr>
        <p:spPr bwMode="auto">
          <a:xfrm>
            <a:off x="14272632" y="6589392"/>
            <a:ext cx="504056" cy="216024"/>
          </a:xfrm>
          <a:prstGeom prst="ellipse">
            <a:avLst/>
          </a:prstGeom>
          <a:noFill/>
          <a:ln w="952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noFill/>
              <a:effectLst/>
              <a:latin typeface="Times" charset="0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60424B2-CC60-A9A2-9EBD-37DE048F38A3}"/>
              </a:ext>
            </a:extLst>
          </p:cNvPr>
          <p:cNvSpPr/>
          <p:nvPr/>
        </p:nvSpPr>
        <p:spPr bwMode="auto">
          <a:xfrm>
            <a:off x="8437076" y="4020045"/>
            <a:ext cx="504056" cy="216024"/>
          </a:xfrm>
          <a:prstGeom prst="ellipse">
            <a:avLst/>
          </a:prstGeom>
          <a:noFill/>
          <a:ln w="952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noFill/>
              <a:effectLst/>
              <a:latin typeface="Times" charset="0"/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FB974C88-9B6C-C817-822C-32AD87C0542F}"/>
              </a:ext>
            </a:extLst>
          </p:cNvPr>
          <p:cNvSpPr/>
          <p:nvPr/>
        </p:nvSpPr>
        <p:spPr bwMode="auto">
          <a:xfrm>
            <a:off x="10129264" y="4882797"/>
            <a:ext cx="504056" cy="216024"/>
          </a:xfrm>
          <a:prstGeom prst="ellipse">
            <a:avLst/>
          </a:prstGeom>
          <a:noFill/>
          <a:ln w="952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noFill/>
              <a:effectLst/>
              <a:latin typeface="Times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08562BB-24AF-027C-DC5D-0C9BD16E25D9}"/>
              </a:ext>
            </a:extLst>
          </p:cNvPr>
          <p:cNvSpPr txBox="1"/>
          <p:nvPr/>
        </p:nvSpPr>
        <p:spPr>
          <a:xfrm>
            <a:off x="14272632" y="8914517"/>
            <a:ext cx="36760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219 – (3-1) + 1 gap = 218</a:t>
            </a:r>
          </a:p>
        </p:txBody>
      </p:sp>
      <p:sp>
        <p:nvSpPr>
          <p:cNvPr id="21" name="Text Box 5">
            <a:extLst>
              <a:ext uri="{FF2B5EF4-FFF2-40B4-BE49-F238E27FC236}">
                <a16:creationId xmlns:a16="http://schemas.microsoft.com/office/drawing/2014/main" id="{318EB58F-FC3F-7473-1C39-B58B383E68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776688" y="9354809"/>
            <a:ext cx="421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i="1" dirty="0"/>
              <a:t>3</a:t>
            </a:r>
            <a:r>
              <a:rPr lang="en-US" i="1" baseline="30000" dirty="0"/>
              <a:t>rd</a:t>
            </a:r>
            <a:r>
              <a:rPr lang="en-US" i="1" dirty="0"/>
              <a:t> amino acid is a part of the alignment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F9C5C9B5-ADAC-682D-0209-2299592FC8ED}"/>
              </a:ext>
            </a:extLst>
          </p:cNvPr>
          <p:cNvCxnSpPr/>
          <p:nvPr/>
        </p:nvCxnSpPr>
        <p:spPr>
          <a:xfrm flipV="1">
            <a:off x="16568928" y="8229375"/>
            <a:ext cx="932688" cy="6197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D9D07A0-69E9-2F6E-D42D-5393EE2A6A7E}"/>
              </a:ext>
            </a:extLst>
          </p:cNvPr>
          <p:cNvCxnSpPr>
            <a:cxnSpLocks/>
          </p:cNvCxnSpPr>
          <p:nvPr/>
        </p:nvCxnSpPr>
        <p:spPr>
          <a:xfrm flipH="1" flipV="1">
            <a:off x="16110635" y="8229375"/>
            <a:ext cx="458293" cy="6197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59CDCD1D-7A11-96DD-DDDC-840EF215D1C0}"/>
              </a:ext>
            </a:extLst>
          </p:cNvPr>
          <p:cNvCxnSpPr>
            <a:cxnSpLocks/>
          </p:cNvCxnSpPr>
          <p:nvPr/>
        </p:nvCxnSpPr>
        <p:spPr>
          <a:xfrm flipH="1" flipV="1">
            <a:off x="14272632" y="8229375"/>
            <a:ext cx="2296295" cy="6197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96626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5" grpId="0" animBg="1"/>
      <p:bldP spid="17" grpId="0" animBg="1"/>
      <p:bldP spid="19" grpId="0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544192-69FB-C881-1B5C-071938726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A screenshot of a test&#10;&#10;AI-generated content may be incorrect.">
            <a:extLst>
              <a:ext uri="{FF2B5EF4-FFF2-40B4-BE49-F238E27FC236}">
                <a16:creationId xmlns:a16="http://schemas.microsoft.com/office/drawing/2014/main" id="{7B8EF2C4-FFAF-1B9F-258C-2DA658C08C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6878" y="7743597"/>
            <a:ext cx="3710586" cy="2314234"/>
          </a:xfrm>
          <a:prstGeom prst="rect">
            <a:avLst/>
          </a:prstGeom>
        </p:spPr>
      </p:pic>
      <p:pic>
        <p:nvPicPr>
          <p:cNvPr id="26" name="Picture 25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E5634B6E-F9AA-55F1-AC4A-753834EADE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4156" y="4923285"/>
            <a:ext cx="3633920" cy="2314234"/>
          </a:xfrm>
          <a:prstGeom prst="rect">
            <a:avLst/>
          </a:prstGeom>
        </p:spPr>
      </p:pic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1FB1249-A0E8-F46D-461E-45C19F6CD841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18DCE92-AC8A-E9F4-946A-F355F5670536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DC98F17-0C1B-1F4B-0BE6-C288AB8C27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8675" y="458787"/>
            <a:ext cx="19441062" cy="738817"/>
          </a:xfrm>
        </p:spPr>
        <p:txBody>
          <a:bodyPr>
            <a:noAutofit/>
          </a:bodyPr>
          <a:lstStyle/>
          <a:p>
            <a:r>
              <a:rPr lang="en-US" sz="6000" dirty="0">
                <a:latin typeface="Raleway" pitchFamily="2" charset="77"/>
              </a:rPr>
              <a:t>A </a:t>
            </a:r>
            <a:r>
              <a:rPr lang="en-US" sz="6000" u="sng" dirty="0">
                <a:latin typeface="Raleway" pitchFamily="2" charset="77"/>
              </a:rPr>
              <a:t>H</a:t>
            </a:r>
            <a:r>
              <a:rPr lang="en-US" sz="6000" dirty="0">
                <a:latin typeface="Raleway" pitchFamily="2" charset="77"/>
              </a:rPr>
              <a:t>igh </a:t>
            </a:r>
            <a:r>
              <a:rPr lang="en-US" sz="6000" u="sng" dirty="0">
                <a:latin typeface="Raleway" pitchFamily="2" charset="77"/>
              </a:rPr>
              <a:t>S</a:t>
            </a:r>
            <a:r>
              <a:rPr lang="en-US" sz="6000" dirty="0">
                <a:latin typeface="Raleway" pitchFamily="2" charset="77"/>
              </a:rPr>
              <a:t>coring </a:t>
            </a:r>
            <a:r>
              <a:rPr lang="en-US" sz="6000" u="sng" dirty="0">
                <a:latin typeface="Raleway" pitchFamily="2" charset="77"/>
              </a:rPr>
              <a:t>P</a:t>
            </a:r>
            <a:r>
              <a:rPr lang="en-US" sz="6000" dirty="0">
                <a:latin typeface="Raleway" pitchFamily="2" charset="77"/>
              </a:rPr>
              <a:t>air (HSP) </a:t>
            </a:r>
          </a:p>
        </p:txBody>
      </p:sp>
      <p:pic>
        <p:nvPicPr>
          <p:cNvPr id="10" name="Picture 9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40F8E22C-84B8-3889-2578-183ED39CEB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06264" y="2258462"/>
            <a:ext cx="3471815" cy="220933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8952E80E-CE76-D271-FE16-543E40F6C5A4}"/>
              </a:ext>
            </a:extLst>
          </p:cNvPr>
          <p:cNvSpPr/>
          <p:nvPr/>
        </p:nvSpPr>
        <p:spPr>
          <a:xfrm>
            <a:off x="1569688" y="2185310"/>
            <a:ext cx="3130328" cy="2417472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0DAFFFE-FD14-5ABF-A145-ED7A3A2073C7}"/>
              </a:ext>
            </a:extLst>
          </p:cNvPr>
          <p:cNvSpPr/>
          <p:nvPr/>
        </p:nvSpPr>
        <p:spPr>
          <a:xfrm>
            <a:off x="1569688" y="4916318"/>
            <a:ext cx="3130328" cy="2417472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F473CEE-FD14-753C-ABB9-70CF3589B6CA}"/>
              </a:ext>
            </a:extLst>
          </p:cNvPr>
          <p:cNvSpPr/>
          <p:nvPr/>
        </p:nvSpPr>
        <p:spPr>
          <a:xfrm>
            <a:off x="1569688" y="7640359"/>
            <a:ext cx="3130328" cy="2417472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F621A9A-05D9-E92E-D242-D1B7371F9017}"/>
              </a:ext>
            </a:extLst>
          </p:cNvPr>
          <p:cNvCxnSpPr>
            <a:cxnSpLocks/>
          </p:cNvCxnSpPr>
          <p:nvPr/>
        </p:nvCxnSpPr>
        <p:spPr>
          <a:xfrm>
            <a:off x="3134852" y="4602782"/>
            <a:ext cx="0" cy="313536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7307B39-1E65-9770-77F8-F395587F9C73}"/>
              </a:ext>
            </a:extLst>
          </p:cNvPr>
          <p:cNvCxnSpPr>
            <a:cxnSpLocks/>
          </p:cNvCxnSpPr>
          <p:nvPr/>
        </p:nvCxnSpPr>
        <p:spPr>
          <a:xfrm>
            <a:off x="3134852" y="7333790"/>
            <a:ext cx="0" cy="313536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173CE982-DAEB-A7FE-BFFB-14D4363A12AF}"/>
              </a:ext>
            </a:extLst>
          </p:cNvPr>
          <p:cNvSpPr/>
          <p:nvPr/>
        </p:nvSpPr>
        <p:spPr>
          <a:xfrm>
            <a:off x="9034272" y="5696712"/>
            <a:ext cx="1005840" cy="63093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hsp.tiff">
            <a:extLst>
              <a:ext uri="{FF2B5EF4-FFF2-40B4-BE49-F238E27FC236}">
                <a16:creationId xmlns:a16="http://schemas.microsoft.com/office/drawing/2014/main" id="{2240777B-70C7-3D9E-9533-A2332550893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891" y="2075191"/>
            <a:ext cx="10866015" cy="5415367"/>
          </a:xfrm>
          <a:prstGeom prst="rect">
            <a:avLst/>
          </a:prstGeom>
        </p:spPr>
      </p:pic>
      <p:pic>
        <p:nvPicPr>
          <p:cNvPr id="5" name="Picture 4" descr="stats.tiff">
            <a:extLst>
              <a:ext uri="{FF2B5EF4-FFF2-40B4-BE49-F238E27FC236}">
                <a16:creationId xmlns:a16="http://schemas.microsoft.com/office/drawing/2014/main" id="{4F060DD2-4D47-F30A-BF03-1D0093371A4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891" y="7490558"/>
            <a:ext cx="10866016" cy="738817"/>
          </a:xfrm>
          <a:prstGeom prst="rect">
            <a:avLst/>
          </a:prstGeom>
        </p:spPr>
      </p:pic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87D0488-C9FF-9B51-AB35-FAD6B0845F47}"/>
              </a:ext>
            </a:extLst>
          </p:cNvPr>
          <p:cNvCxnSpPr>
            <a:cxnSpLocks/>
          </p:cNvCxnSpPr>
          <p:nvPr/>
        </p:nvCxnSpPr>
        <p:spPr>
          <a:xfrm flipH="1" flipV="1">
            <a:off x="16693137" y="5579393"/>
            <a:ext cx="941797" cy="3853872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6AE1028-E502-B3D5-1373-1D102B519B14}"/>
              </a:ext>
            </a:extLst>
          </p:cNvPr>
          <p:cNvCxnSpPr>
            <a:cxnSpLocks/>
          </p:cNvCxnSpPr>
          <p:nvPr/>
        </p:nvCxnSpPr>
        <p:spPr>
          <a:xfrm flipV="1">
            <a:off x="15648035" y="5579393"/>
            <a:ext cx="0" cy="3775416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64EF383-54DC-14A8-5166-669C8C885AFD}"/>
              </a:ext>
            </a:extLst>
          </p:cNvPr>
          <p:cNvCxnSpPr>
            <a:cxnSpLocks/>
          </p:cNvCxnSpPr>
          <p:nvPr/>
        </p:nvCxnSpPr>
        <p:spPr>
          <a:xfrm flipV="1">
            <a:off x="13661136" y="5696712"/>
            <a:ext cx="0" cy="3658097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D6421E5F-95B8-FA97-1D58-4C2B516B2BEF}"/>
              </a:ext>
            </a:extLst>
          </p:cNvPr>
          <p:cNvSpPr txBox="1"/>
          <p:nvPr/>
        </p:nvSpPr>
        <p:spPr>
          <a:xfrm>
            <a:off x="12559712" y="9596166"/>
            <a:ext cx="220284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Exact matches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F968419-C094-9DAA-695A-12820BA70287}"/>
              </a:ext>
            </a:extLst>
          </p:cNvPr>
          <p:cNvSpPr txBox="1"/>
          <p:nvPr/>
        </p:nvSpPr>
        <p:spPr>
          <a:xfrm>
            <a:off x="14967077" y="9433265"/>
            <a:ext cx="206819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Conservative </a:t>
            </a:r>
            <a:br>
              <a:rPr lang="en-US" sz="2400" dirty="0"/>
            </a:br>
            <a:r>
              <a:rPr lang="en-US" sz="2400" dirty="0"/>
              <a:t>change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409A564-1AE7-C028-9A12-4FCA7AFA0BDC}"/>
              </a:ext>
            </a:extLst>
          </p:cNvPr>
          <p:cNvSpPr txBox="1"/>
          <p:nvPr/>
        </p:nvSpPr>
        <p:spPr>
          <a:xfrm>
            <a:off x="17239790" y="9592823"/>
            <a:ext cx="9204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Gaps</a:t>
            </a:r>
          </a:p>
        </p:txBody>
      </p:sp>
    </p:spTree>
    <p:extLst>
      <p:ext uri="{BB962C8B-B14F-4D97-AF65-F5344CB8AC3E}">
        <p14:creationId xmlns:p14="http://schemas.microsoft.com/office/powerpoint/2010/main" val="4313962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A41D3-BE58-67AA-DEB7-93E6518567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95AB906B-824F-F838-62D7-099AB61F82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4156" y="4923285"/>
            <a:ext cx="3633920" cy="2314234"/>
          </a:xfrm>
          <a:prstGeom prst="rect">
            <a:avLst/>
          </a:prstGeom>
        </p:spPr>
      </p:pic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3186181-0A3B-BD60-3FF3-482B73BCF676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18B6B3C-9AE7-3ADE-6DB5-4D0A42563D8B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17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E64B82C0-B25C-D56D-58E8-1281F86C01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8675" y="458787"/>
            <a:ext cx="19441062" cy="738817"/>
          </a:xfrm>
        </p:spPr>
        <p:txBody>
          <a:bodyPr>
            <a:noAutofit/>
          </a:bodyPr>
          <a:lstStyle/>
          <a:p>
            <a:r>
              <a:rPr lang="en-US" sz="6000" dirty="0">
                <a:latin typeface="Raleway" pitchFamily="2" charset="77"/>
              </a:rPr>
              <a:t>A </a:t>
            </a:r>
            <a:r>
              <a:rPr lang="en-US" sz="6000" u="sng" dirty="0">
                <a:latin typeface="Raleway" pitchFamily="2" charset="77"/>
              </a:rPr>
              <a:t>H</a:t>
            </a:r>
            <a:r>
              <a:rPr lang="en-US" sz="6000" dirty="0">
                <a:latin typeface="Raleway" pitchFamily="2" charset="77"/>
              </a:rPr>
              <a:t>igh </a:t>
            </a:r>
            <a:r>
              <a:rPr lang="en-US" sz="6000" u="sng" dirty="0">
                <a:latin typeface="Raleway" pitchFamily="2" charset="77"/>
              </a:rPr>
              <a:t>S</a:t>
            </a:r>
            <a:r>
              <a:rPr lang="en-US" sz="6000" dirty="0">
                <a:latin typeface="Raleway" pitchFamily="2" charset="77"/>
              </a:rPr>
              <a:t>coring </a:t>
            </a:r>
            <a:r>
              <a:rPr lang="en-US" sz="6000" u="sng" dirty="0">
                <a:latin typeface="Raleway" pitchFamily="2" charset="77"/>
              </a:rPr>
              <a:t>P</a:t>
            </a:r>
            <a:r>
              <a:rPr lang="en-US" sz="6000" dirty="0">
                <a:latin typeface="Raleway" pitchFamily="2" charset="77"/>
              </a:rPr>
              <a:t>air (HSP) </a:t>
            </a:r>
          </a:p>
        </p:txBody>
      </p:sp>
      <p:pic>
        <p:nvPicPr>
          <p:cNvPr id="10" name="Picture 9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CC5294B2-CDC5-964C-62AB-E354361438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6264" y="2258462"/>
            <a:ext cx="3471815" cy="220933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7D528F86-EBBD-AEFC-46EB-7BFD6ECF509D}"/>
              </a:ext>
            </a:extLst>
          </p:cNvPr>
          <p:cNvSpPr/>
          <p:nvPr/>
        </p:nvSpPr>
        <p:spPr>
          <a:xfrm>
            <a:off x="1569688" y="2185310"/>
            <a:ext cx="3130328" cy="2417472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97BDCF7-D948-F30D-47A0-E0AE388532EE}"/>
              </a:ext>
            </a:extLst>
          </p:cNvPr>
          <p:cNvSpPr/>
          <p:nvPr/>
        </p:nvSpPr>
        <p:spPr>
          <a:xfrm>
            <a:off x="1569688" y="4916318"/>
            <a:ext cx="3130328" cy="2417472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660AC20-D48E-2625-DF02-FBB05102F734}"/>
              </a:ext>
            </a:extLst>
          </p:cNvPr>
          <p:cNvCxnSpPr>
            <a:cxnSpLocks/>
          </p:cNvCxnSpPr>
          <p:nvPr/>
        </p:nvCxnSpPr>
        <p:spPr>
          <a:xfrm>
            <a:off x="3134852" y="4602782"/>
            <a:ext cx="0" cy="313536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C89F1FA6-0ECA-228F-B0AF-32B6049F0D68}"/>
              </a:ext>
            </a:extLst>
          </p:cNvPr>
          <p:cNvCxnSpPr>
            <a:cxnSpLocks/>
          </p:cNvCxnSpPr>
          <p:nvPr/>
        </p:nvCxnSpPr>
        <p:spPr>
          <a:xfrm>
            <a:off x="3134852" y="7333790"/>
            <a:ext cx="0" cy="313536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29AA5DE6-6A43-4A1F-F8C9-4F58BDB7FCB3}"/>
              </a:ext>
            </a:extLst>
          </p:cNvPr>
          <p:cNvSpPr/>
          <p:nvPr/>
        </p:nvSpPr>
        <p:spPr>
          <a:xfrm>
            <a:off x="9034272" y="5696712"/>
            <a:ext cx="1005840" cy="63093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hsp.tiff">
            <a:extLst>
              <a:ext uri="{FF2B5EF4-FFF2-40B4-BE49-F238E27FC236}">
                <a16:creationId xmlns:a16="http://schemas.microsoft.com/office/drawing/2014/main" id="{A3CD3123-144A-9991-F7BD-014A8D65EEF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891" y="2075191"/>
            <a:ext cx="10866015" cy="5415367"/>
          </a:xfrm>
          <a:prstGeom prst="rect">
            <a:avLst/>
          </a:prstGeom>
        </p:spPr>
      </p:pic>
      <p:pic>
        <p:nvPicPr>
          <p:cNvPr id="5" name="Picture 4" descr="stats.tiff">
            <a:extLst>
              <a:ext uri="{FF2B5EF4-FFF2-40B4-BE49-F238E27FC236}">
                <a16:creationId xmlns:a16="http://schemas.microsoft.com/office/drawing/2014/main" id="{511A65C5-DABB-6C80-A971-45FB09B9ED0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891" y="7490558"/>
            <a:ext cx="10866016" cy="738817"/>
          </a:xfrm>
          <a:prstGeom prst="rect">
            <a:avLst/>
          </a:prstGeom>
        </p:spPr>
      </p:pic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AF4F83C-6F53-B0D5-8862-A769A8657D54}"/>
              </a:ext>
            </a:extLst>
          </p:cNvPr>
          <p:cNvCxnSpPr>
            <a:cxnSpLocks/>
          </p:cNvCxnSpPr>
          <p:nvPr/>
        </p:nvCxnSpPr>
        <p:spPr>
          <a:xfrm flipH="1" flipV="1">
            <a:off x="16693137" y="5579393"/>
            <a:ext cx="941797" cy="3853872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9151519-86DA-F5E0-CF95-5B373B5397A0}"/>
              </a:ext>
            </a:extLst>
          </p:cNvPr>
          <p:cNvCxnSpPr>
            <a:cxnSpLocks/>
          </p:cNvCxnSpPr>
          <p:nvPr/>
        </p:nvCxnSpPr>
        <p:spPr>
          <a:xfrm flipV="1">
            <a:off x="15648035" y="5579393"/>
            <a:ext cx="0" cy="3775416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782A8959-B052-73D1-D8D4-77C5B3EB5E42}"/>
              </a:ext>
            </a:extLst>
          </p:cNvPr>
          <p:cNvCxnSpPr>
            <a:cxnSpLocks/>
          </p:cNvCxnSpPr>
          <p:nvPr/>
        </p:nvCxnSpPr>
        <p:spPr>
          <a:xfrm flipV="1">
            <a:off x="13661136" y="5696712"/>
            <a:ext cx="0" cy="3658097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E03A70D-FD14-7CDA-9772-088AE960EEC1}"/>
              </a:ext>
            </a:extLst>
          </p:cNvPr>
          <p:cNvSpPr txBox="1"/>
          <p:nvPr/>
        </p:nvSpPr>
        <p:spPr>
          <a:xfrm>
            <a:off x="12559712" y="9596166"/>
            <a:ext cx="220284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Exact matches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7DBD2CC-1F79-9C1F-572F-8E9BBA72F805}"/>
              </a:ext>
            </a:extLst>
          </p:cNvPr>
          <p:cNvSpPr txBox="1"/>
          <p:nvPr/>
        </p:nvSpPr>
        <p:spPr>
          <a:xfrm>
            <a:off x="14967077" y="9433265"/>
            <a:ext cx="206819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Conservative </a:t>
            </a:r>
            <a:br>
              <a:rPr lang="en-US" sz="2400" dirty="0"/>
            </a:br>
            <a:r>
              <a:rPr lang="en-US" sz="2400" dirty="0"/>
              <a:t>change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C157A0C-B29E-2FC5-1E4B-2CB40FF22A4B}"/>
              </a:ext>
            </a:extLst>
          </p:cNvPr>
          <p:cNvSpPr txBox="1"/>
          <p:nvPr/>
        </p:nvSpPr>
        <p:spPr>
          <a:xfrm>
            <a:off x="17239790" y="9592823"/>
            <a:ext cx="9204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Gaps</a:t>
            </a:r>
          </a:p>
        </p:txBody>
      </p:sp>
      <p:pic>
        <p:nvPicPr>
          <p:cNvPr id="2" name="Picture 3" descr="aminoacids.gif                                                 0016A66F Lochinver                      B79ED4A9:">
            <a:extLst>
              <a:ext uri="{FF2B5EF4-FFF2-40B4-BE49-F238E27FC236}">
                <a16:creationId xmlns:a16="http://schemas.microsoft.com/office/drawing/2014/main" id="{85EC2F64-D013-96C9-9795-F349042BF5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8247" y="2020134"/>
            <a:ext cx="6810126" cy="8120536"/>
          </a:xfrm>
          <a:prstGeom prst="rect">
            <a:avLst/>
          </a:prstGeom>
          <a:noFill/>
          <a:ln w="9525">
            <a:solidFill>
              <a:schemeClr val="bg2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 Box 5">
            <a:extLst>
              <a:ext uri="{FF2B5EF4-FFF2-40B4-BE49-F238E27FC236}">
                <a16:creationId xmlns:a16="http://schemas.microsoft.com/office/drawing/2014/main" id="{ED0CA943-D55C-2326-69C3-48D54971DA5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3730" y="9354809"/>
            <a:ext cx="4316286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i="1" dirty="0"/>
              <a:t>conservative = similar </a:t>
            </a:r>
            <a:r>
              <a:rPr lang="en-US" i="1" dirty="0" err="1"/>
              <a:t>physico</a:t>
            </a:r>
            <a:r>
              <a:rPr lang="en-US" i="1" dirty="0"/>
              <a:t>-chemical properties</a:t>
            </a:r>
          </a:p>
        </p:txBody>
      </p:sp>
    </p:spTree>
    <p:extLst>
      <p:ext uri="{BB962C8B-B14F-4D97-AF65-F5344CB8AC3E}">
        <p14:creationId xmlns:p14="http://schemas.microsoft.com/office/powerpoint/2010/main" val="6312839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21A532-A311-4335-1ABC-82185CC08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88E50EF2-94A7-1467-549C-EC5829E5BD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4156" y="4923285"/>
            <a:ext cx="3633920" cy="2314234"/>
          </a:xfrm>
          <a:prstGeom prst="rect">
            <a:avLst/>
          </a:prstGeom>
        </p:spPr>
      </p:pic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6FD496B-24C5-ACC9-0C91-5D563FC57B82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E9C0694-0459-81DC-111F-958F28DA31C5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18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11174D7-384A-7E74-19BF-38FE4EB002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8675" y="458787"/>
            <a:ext cx="19441062" cy="738817"/>
          </a:xfrm>
        </p:spPr>
        <p:txBody>
          <a:bodyPr>
            <a:noAutofit/>
          </a:bodyPr>
          <a:lstStyle/>
          <a:p>
            <a:r>
              <a:rPr lang="en-US" sz="6000" dirty="0">
                <a:latin typeface="Raleway" pitchFamily="2" charset="77"/>
              </a:rPr>
              <a:t>A </a:t>
            </a:r>
            <a:r>
              <a:rPr lang="en-US" sz="6000" u="sng" dirty="0">
                <a:latin typeface="Raleway" pitchFamily="2" charset="77"/>
              </a:rPr>
              <a:t>H</a:t>
            </a:r>
            <a:r>
              <a:rPr lang="en-US" sz="6000" dirty="0">
                <a:latin typeface="Raleway" pitchFamily="2" charset="77"/>
              </a:rPr>
              <a:t>igh </a:t>
            </a:r>
            <a:r>
              <a:rPr lang="en-US" sz="6000" u="sng" dirty="0">
                <a:latin typeface="Raleway" pitchFamily="2" charset="77"/>
              </a:rPr>
              <a:t>S</a:t>
            </a:r>
            <a:r>
              <a:rPr lang="en-US" sz="6000" dirty="0">
                <a:latin typeface="Raleway" pitchFamily="2" charset="77"/>
              </a:rPr>
              <a:t>coring </a:t>
            </a:r>
            <a:r>
              <a:rPr lang="en-US" sz="6000" u="sng" dirty="0">
                <a:latin typeface="Raleway" pitchFamily="2" charset="77"/>
              </a:rPr>
              <a:t>P</a:t>
            </a:r>
            <a:r>
              <a:rPr lang="en-US" sz="6000" dirty="0">
                <a:latin typeface="Raleway" pitchFamily="2" charset="77"/>
              </a:rPr>
              <a:t>air (HSP) </a:t>
            </a:r>
          </a:p>
        </p:txBody>
      </p:sp>
      <p:pic>
        <p:nvPicPr>
          <p:cNvPr id="10" name="Picture 9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FB2F7A39-B114-DC91-C17D-07827D0AB1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6264" y="2258462"/>
            <a:ext cx="3471815" cy="220933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F2F560DF-78D9-5FB5-7C17-B1ECC6025932}"/>
              </a:ext>
            </a:extLst>
          </p:cNvPr>
          <p:cNvSpPr/>
          <p:nvPr/>
        </p:nvSpPr>
        <p:spPr>
          <a:xfrm>
            <a:off x="1569688" y="2185310"/>
            <a:ext cx="3130328" cy="2417472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E2E24F4-CE45-7CEB-1345-FBB33964C69B}"/>
              </a:ext>
            </a:extLst>
          </p:cNvPr>
          <p:cNvSpPr/>
          <p:nvPr/>
        </p:nvSpPr>
        <p:spPr>
          <a:xfrm>
            <a:off x="1569688" y="4916318"/>
            <a:ext cx="3130328" cy="2417472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E9C55CD-1D29-D0CD-3C52-0FF43D554807}"/>
              </a:ext>
            </a:extLst>
          </p:cNvPr>
          <p:cNvCxnSpPr>
            <a:cxnSpLocks/>
          </p:cNvCxnSpPr>
          <p:nvPr/>
        </p:nvCxnSpPr>
        <p:spPr>
          <a:xfrm>
            <a:off x="3134852" y="4602782"/>
            <a:ext cx="0" cy="313536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35A040B-D1F3-49DD-9A66-824FA8039F46}"/>
              </a:ext>
            </a:extLst>
          </p:cNvPr>
          <p:cNvCxnSpPr>
            <a:cxnSpLocks/>
          </p:cNvCxnSpPr>
          <p:nvPr/>
        </p:nvCxnSpPr>
        <p:spPr>
          <a:xfrm>
            <a:off x="3134852" y="7333790"/>
            <a:ext cx="0" cy="313536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F08EA479-4DF9-1D93-3084-1000084AE390}"/>
              </a:ext>
            </a:extLst>
          </p:cNvPr>
          <p:cNvSpPr/>
          <p:nvPr/>
        </p:nvSpPr>
        <p:spPr>
          <a:xfrm>
            <a:off x="9034272" y="5696712"/>
            <a:ext cx="1005840" cy="63093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hsp.tiff">
            <a:extLst>
              <a:ext uri="{FF2B5EF4-FFF2-40B4-BE49-F238E27FC236}">
                <a16:creationId xmlns:a16="http://schemas.microsoft.com/office/drawing/2014/main" id="{81C15323-D7DE-70C2-BA88-61B2BC54133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891" y="2075191"/>
            <a:ext cx="10866015" cy="5415367"/>
          </a:xfrm>
          <a:prstGeom prst="rect">
            <a:avLst/>
          </a:prstGeom>
        </p:spPr>
      </p:pic>
      <p:pic>
        <p:nvPicPr>
          <p:cNvPr id="5" name="Picture 4" descr="stats.tiff">
            <a:extLst>
              <a:ext uri="{FF2B5EF4-FFF2-40B4-BE49-F238E27FC236}">
                <a16:creationId xmlns:a16="http://schemas.microsoft.com/office/drawing/2014/main" id="{A9A4C4B0-0643-4911-CE4D-96A2A24E9B6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891" y="7490558"/>
            <a:ext cx="10866016" cy="738817"/>
          </a:xfrm>
          <a:prstGeom prst="rect">
            <a:avLst/>
          </a:prstGeom>
        </p:spPr>
      </p:pic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270A634C-94EE-6820-4C15-AC3EDE9B3DD7}"/>
              </a:ext>
            </a:extLst>
          </p:cNvPr>
          <p:cNvCxnSpPr>
            <a:cxnSpLocks/>
          </p:cNvCxnSpPr>
          <p:nvPr/>
        </p:nvCxnSpPr>
        <p:spPr>
          <a:xfrm flipH="1" flipV="1">
            <a:off x="17562919" y="8238519"/>
            <a:ext cx="875657" cy="1194746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F8C84F9-CFBA-9144-C63A-8E507727F4EE}"/>
              </a:ext>
            </a:extLst>
          </p:cNvPr>
          <p:cNvCxnSpPr>
            <a:cxnSpLocks/>
          </p:cNvCxnSpPr>
          <p:nvPr/>
        </p:nvCxnSpPr>
        <p:spPr>
          <a:xfrm flipV="1">
            <a:off x="15648035" y="8229375"/>
            <a:ext cx="0" cy="1125434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D65FAD23-0BC5-0854-2EE3-8A6C5A8C2310}"/>
              </a:ext>
            </a:extLst>
          </p:cNvPr>
          <p:cNvCxnSpPr>
            <a:cxnSpLocks/>
            <a:stCxn id="11" idx="0"/>
          </p:cNvCxnSpPr>
          <p:nvPr/>
        </p:nvCxnSpPr>
        <p:spPr>
          <a:xfrm flipV="1">
            <a:off x="12355195" y="8229375"/>
            <a:ext cx="1305941" cy="965036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A3404ECC-C90D-DFA3-F2B6-9194DBE351C4}"/>
              </a:ext>
            </a:extLst>
          </p:cNvPr>
          <p:cNvSpPr txBox="1"/>
          <p:nvPr/>
        </p:nvSpPr>
        <p:spPr>
          <a:xfrm>
            <a:off x="11253771" y="9194411"/>
            <a:ext cx="220284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Exact matches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000F0CD-2C66-5FDE-FB39-87109B253624}"/>
              </a:ext>
            </a:extLst>
          </p:cNvPr>
          <p:cNvSpPr txBox="1"/>
          <p:nvPr/>
        </p:nvSpPr>
        <p:spPr>
          <a:xfrm>
            <a:off x="14758761" y="9433265"/>
            <a:ext cx="413108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Exact matches + conservative changes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A97EA58-36F6-8CE2-2C33-9DA8E7250C70}"/>
              </a:ext>
            </a:extLst>
          </p:cNvPr>
          <p:cNvSpPr txBox="1"/>
          <p:nvPr/>
        </p:nvSpPr>
        <p:spPr>
          <a:xfrm>
            <a:off x="18429621" y="9539475"/>
            <a:ext cx="9204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Gaps</a:t>
            </a:r>
          </a:p>
        </p:txBody>
      </p:sp>
      <p:pic>
        <p:nvPicPr>
          <p:cNvPr id="2" name="Picture 3" descr="aminoacids.gif                                                 0016A66F Lochinver                      B79ED4A9:">
            <a:extLst>
              <a:ext uri="{FF2B5EF4-FFF2-40B4-BE49-F238E27FC236}">
                <a16:creationId xmlns:a16="http://schemas.microsoft.com/office/drawing/2014/main" id="{8A6CFEA7-7545-94B0-D46C-E7D9A24D23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8247" y="2020134"/>
            <a:ext cx="6810126" cy="8120536"/>
          </a:xfrm>
          <a:prstGeom prst="rect">
            <a:avLst/>
          </a:prstGeom>
          <a:noFill/>
          <a:ln w="9525">
            <a:solidFill>
              <a:schemeClr val="bg2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 Box 5">
            <a:extLst>
              <a:ext uri="{FF2B5EF4-FFF2-40B4-BE49-F238E27FC236}">
                <a16:creationId xmlns:a16="http://schemas.microsoft.com/office/drawing/2014/main" id="{1280DDF4-BD6B-6ECD-C996-83F12A71240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3730" y="9354809"/>
            <a:ext cx="4316286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i="1" dirty="0"/>
              <a:t>conservative = similar </a:t>
            </a:r>
            <a:r>
              <a:rPr lang="en-US" i="1" dirty="0" err="1"/>
              <a:t>physico</a:t>
            </a:r>
            <a:r>
              <a:rPr lang="en-US" i="1" dirty="0"/>
              <a:t>-chemical properties</a:t>
            </a:r>
          </a:p>
        </p:txBody>
      </p:sp>
    </p:spTree>
    <p:extLst>
      <p:ext uri="{BB962C8B-B14F-4D97-AF65-F5344CB8AC3E}">
        <p14:creationId xmlns:p14="http://schemas.microsoft.com/office/powerpoint/2010/main" val="39132020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9307B-1C10-8AD0-8878-E91B869B02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A screenshot of a test&#10;&#10;AI-generated content may be incorrect.">
            <a:extLst>
              <a:ext uri="{FF2B5EF4-FFF2-40B4-BE49-F238E27FC236}">
                <a16:creationId xmlns:a16="http://schemas.microsoft.com/office/drawing/2014/main" id="{86F5C070-473F-66CC-BC3E-3A4BA00C14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6878" y="7743597"/>
            <a:ext cx="3710586" cy="2314234"/>
          </a:xfrm>
          <a:prstGeom prst="rect">
            <a:avLst/>
          </a:prstGeom>
        </p:spPr>
      </p:pic>
      <p:pic>
        <p:nvPicPr>
          <p:cNvPr id="26" name="Picture 25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4A37DA04-BC23-1B13-1AEE-CDFE6C5338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4156" y="4923285"/>
            <a:ext cx="3633920" cy="2314234"/>
          </a:xfrm>
          <a:prstGeom prst="rect">
            <a:avLst/>
          </a:prstGeom>
        </p:spPr>
      </p:pic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009B5C-68DB-043F-FA1B-E4C051E6AF1C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6F4CFFA-DC45-41C3-38C4-FEDF938D117A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19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AD8DBDD-451C-E177-4151-96ED239ECA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8675" y="458787"/>
            <a:ext cx="19441062" cy="738817"/>
          </a:xfrm>
        </p:spPr>
        <p:txBody>
          <a:bodyPr>
            <a:noAutofit/>
          </a:bodyPr>
          <a:lstStyle/>
          <a:p>
            <a:r>
              <a:rPr lang="en-US" sz="6000" dirty="0">
                <a:latin typeface="Raleway" pitchFamily="2" charset="77"/>
              </a:rPr>
              <a:t>A </a:t>
            </a:r>
            <a:r>
              <a:rPr lang="en-US" sz="6000" u="sng" dirty="0">
                <a:latin typeface="Raleway" pitchFamily="2" charset="77"/>
              </a:rPr>
              <a:t>H</a:t>
            </a:r>
            <a:r>
              <a:rPr lang="en-US" sz="6000" dirty="0">
                <a:latin typeface="Raleway" pitchFamily="2" charset="77"/>
              </a:rPr>
              <a:t>igh </a:t>
            </a:r>
            <a:r>
              <a:rPr lang="en-US" sz="6000" u="sng" dirty="0">
                <a:latin typeface="Raleway" pitchFamily="2" charset="77"/>
              </a:rPr>
              <a:t>S</a:t>
            </a:r>
            <a:r>
              <a:rPr lang="en-US" sz="6000" dirty="0">
                <a:latin typeface="Raleway" pitchFamily="2" charset="77"/>
              </a:rPr>
              <a:t>coring </a:t>
            </a:r>
            <a:r>
              <a:rPr lang="en-US" sz="6000" u="sng" dirty="0">
                <a:latin typeface="Raleway" pitchFamily="2" charset="77"/>
              </a:rPr>
              <a:t>P</a:t>
            </a:r>
            <a:r>
              <a:rPr lang="en-US" sz="6000" dirty="0">
                <a:latin typeface="Raleway" pitchFamily="2" charset="77"/>
              </a:rPr>
              <a:t>air (HSP) </a:t>
            </a:r>
          </a:p>
        </p:txBody>
      </p:sp>
      <p:pic>
        <p:nvPicPr>
          <p:cNvPr id="10" name="Picture 9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C28A0296-89E1-9100-54FE-D2AD08C0C8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06264" y="2258462"/>
            <a:ext cx="3471815" cy="220933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8AA8C685-3C83-E270-7DCC-0B8EB7B91F9D}"/>
              </a:ext>
            </a:extLst>
          </p:cNvPr>
          <p:cNvSpPr/>
          <p:nvPr/>
        </p:nvSpPr>
        <p:spPr>
          <a:xfrm>
            <a:off x="1569688" y="2185310"/>
            <a:ext cx="3130328" cy="2417472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303DCA7-2DEF-1F19-867B-8A7BE70FA2D0}"/>
              </a:ext>
            </a:extLst>
          </p:cNvPr>
          <p:cNvSpPr/>
          <p:nvPr/>
        </p:nvSpPr>
        <p:spPr>
          <a:xfrm>
            <a:off x="1569688" y="4916318"/>
            <a:ext cx="3130328" cy="2417472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F2C4346-4951-01FA-5203-F1BA17AE76C8}"/>
              </a:ext>
            </a:extLst>
          </p:cNvPr>
          <p:cNvSpPr/>
          <p:nvPr/>
        </p:nvSpPr>
        <p:spPr>
          <a:xfrm>
            <a:off x="1569688" y="7640359"/>
            <a:ext cx="3130328" cy="2417472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74832C1-DCEF-EC92-E311-4FA1BD2BBC0E}"/>
              </a:ext>
            </a:extLst>
          </p:cNvPr>
          <p:cNvCxnSpPr>
            <a:cxnSpLocks/>
          </p:cNvCxnSpPr>
          <p:nvPr/>
        </p:nvCxnSpPr>
        <p:spPr>
          <a:xfrm>
            <a:off x="3134852" y="4602782"/>
            <a:ext cx="0" cy="313536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2EC51D6-C345-06EA-CFCC-4506F3AC92A6}"/>
              </a:ext>
            </a:extLst>
          </p:cNvPr>
          <p:cNvCxnSpPr>
            <a:cxnSpLocks/>
          </p:cNvCxnSpPr>
          <p:nvPr/>
        </p:nvCxnSpPr>
        <p:spPr>
          <a:xfrm>
            <a:off x="3134852" y="7333790"/>
            <a:ext cx="0" cy="313536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CCD1193E-2EE8-648D-E13D-FD85D0C8F208}"/>
              </a:ext>
            </a:extLst>
          </p:cNvPr>
          <p:cNvSpPr/>
          <p:nvPr/>
        </p:nvSpPr>
        <p:spPr>
          <a:xfrm>
            <a:off x="9034272" y="5696712"/>
            <a:ext cx="1005840" cy="63093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hsp.tiff">
            <a:extLst>
              <a:ext uri="{FF2B5EF4-FFF2-40B4-BE49-F238E27FC236}">
                <a16:creationId xmlns:a16="http://schemas.microsoft.com/office/drawing/2014/main" id="{F4227083-A620-00BF-1C0F-0A2527736F0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891" y="2075191"/>
            <a:ext cx="10866015" cy="5415367"/>
          </a:xfrm>
          <a:prstGeom prst="rect">
            <a:avLst/>
          </a:prstGeom>
        </p:spPr>
      </p:pic>
      <p:pic>
        <p:nvPicPr>
          <p:cNvPr id="5" name="Picture 4" descr="stats.tiff">
            <a:extLst>
              <a:ext uri="{FF2B5EF4-FFF2-40B4-BE49-F238E27FC236}">
                <a16:creationId xmlns:a16="http://schemas.microsoft.com/office/drawing/2014/main" id="{B164BB95-5596-9F2B-0BE6-B154DBED99F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891" y="7490558"/>
            <a:ext cx="10866016" cy="738817"/>
          </a:xfrm>
          <a:prstGeom prst="rect">
            <a:avLst/>
          </a:prstGeom>
        </p:spPr>
      </p:pic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ED86B375-3F95-7006-D839-DD0A79E0F431}"/>
              </a:ext>
            </a:extLst>
          </p:cNvPr>
          <p:cNvCxnSpPr>
            <a:cxnSpLocks/>
          </p:cNvCxnSpPr>
          <p:nvPr/>
        </p:nvCxnSpPr>
        <p:spPr>
          <a:xfrm flipV="1">
            <a:off x="6562846" y="7956394"/>
            <a:ext cx="898658" cy="448591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 Box 5">
            <a:extLst>
              <a:ext uri="{FF2B5EF4-FFF2-40B4-BE49-F238E27FC236}">
                <a16:creationId xmlns:a16="http://schemas.microsoft.com/office/drawing/2014/main" id="{5F619681-C3BA-3A22-EF0F-17646511A1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78076" y="8368145"/>
            <a:ext cx="14959862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2400" dirty="0"/>
              <a:t>The bit score gives an indication of how good the alignment is; a bit is a measure of information content; </a:t>
            </a:r>
            <a:r>
              <a:rPr lang="en-US" sz="2400" b="1" dirty="0"/>
              <a:t>the higher the score, the better the alignment</a:t>
            </a:r>
            <a:r>
              <a:rPr lang="en-US" sz="2400" dirty="0"/>
              <a:t>. Bit score uses identity, positives, and gaps (i.e. all data).</a:t>
            </a:r>
          </a:p>
          <a:p>
            <a:endParaRPr lang="en-US" sz="2400" b="1" dirty="0"/>
          </a:p>
          <a:p>
            <a:r>
              <a:rPr lang="en-US" sz="2400" dirty="0"/>
              <a:t>Bit score is independent of query sequence length and database size (i.e. normalized) allowing comparison among different searches or databases.</a:t>
            </a:r>
          </a:p>
        </p:txBody>
      </p:sp>
    </p:spTree>
    <p:extLst>
      <p:ext uri="{BB962C8B-B14F-4D97-AF65-F5344CB8AC3E}">
        <p14:creationId xmlns:p14="http://schemas.microsoft.com/office/powerpoint/2010/main" val="37397102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B67C91-3343-FA12-8175-3D18849F4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A screenshot of a test&#10;&#10;AI-generated content may be incorrect.">
            <a:extLst>
              <a:ext uri="{FF2B5EF4-FFF2-40B4-BE49-F238E27FC236}">
                <a16:creationId xmlns:a16="http://schemas.microsoft.com/office/drawing/2014/main" id="{9D27AB8F-7B13-2821-4676-29FEDB6C7A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6878" y="7743597"/>
            <a:ext cx="3710586" cy="2314234"/>
          </a:xfrm>
          <a:prstGeom prst="rect">
            <a:avLst/>
          </a:prstGeom>
        </p:spPr>
      </p:pic>
      <p:pic>
        <p:nvPicPr>
          <p:cNvPr id="26" name="Picture 25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ECAF0D59-CDFC-CB69-1CCF-2034F271D2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4156" y="4923285"/>
            <a:ext cx="3633920" cy="2314234"/>
          </a:xfrm>
          <a:prstGeom prst="rect">
            <a:avLst/>
          </a:prstGeom>
        </p:spPr>
      </p:pic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35A4895-8892-9023-C627-5D7E1007975A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8A36D9B-9D8F-4AEC-1D2B-B360872AEC46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20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F5C5919-6EE3-7E50-6E45-F2658116BE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8675" y="458787"/>
            <a:ext cx="19441062" cy="738817"/>
          </a:xfrm>
        </p:spPr>
        <p:txBody>
          <a:bodyPr>
            <a:noAutofit/>
          </a:bodyPr>
          <a:lstStyle/>
          <a:p>
            <a:r>
              <a:rPr lang="en-US" sz="6000" dirty="0">
                <a:latin typeface="Raleway" pitchFamily="2" charset="77"/>
              </a:rPr>
              <a:t>A </a:t>
            </a:r>
            <a:r>
              <a:rPr lang="en-US" sz="6000" u="sng" dirty="0">
                <a:latin typeface="Raleway" pitchFamily="2" charset="77"/>
              </a:rPr>
              <a:t>H</a:t>
            </a:r>
            <a:r>
              <a:rPr lang="en-US" sz="6000" dirty="0">
                <a:latin typeface="Raleway" pitchFamily="2" charset="77"/>
              </a:rPr>
              <a:t>igh </a:t>
            </a:r>
            <a:r>
              <a:rPr lang="en-US" sz="6000" u="sng" dirty="0">
                <a:latin typeface="Raleway" pitchFamily="2" charset="77"/>
              </a:rPr>
              <a:t>S</a:t>
            </a:r>
            <a:r>
              <a:rPr lang="en-US" sz="6000" dirty="0">
                <a:latin typeface="Raleway" pitchFamily="2" charset="77"/>
              </a:rPr>
              <a:t>coring </a:t>
            </a:r>
            <a:r>
              <a:rPr lang="en-US" sz="6000" u="sng" dirty="0">
                <a:latin typeface="Raleway" pitchFamily="2" charset="77"/>
              </a:rPr>
              <a:t>P</a:t>
            </a:r>
            <a:r>
              <a:rPr lang="en-US" sz="6000" dirty="0">
                <a:latin typeface="Raleway" pitchFamily="2" charset="77"/>
              </a:rPr>
              <a:t>air (HSP) </a:t>
            </a:r>
          </a:p>
        </p:txBody>
      </p:sp>
      <p:pic>
        <p:nvPicPr>
          <p:cNvPr id="10" name="Picture 9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544446B2-D780-0619-B609-23FCAD0FEA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06264" y="2258462"/>
            <a:ext cx="3471815" cy="220933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A5494660-8C3C-73FE-D378-E97C3375BE65}"/>
              </a:ext>
            </a:extLst>
          </p:cNvPr>
          <p:cNvSpPr/>
          <p:nvPr/>
        </p:nvSpPr>
        <p:spPr>
          <a:xfrm>
            <a:off x="1569688" y="2185310"/>
            <a:ext cx="3130328" cy="2417472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9B9DB18-C52A-4D7A-8B1D-7003DB46BA00}"/>
              </a:ext>
            </a:extLst>
          </p:cNvPr>
          <p:cNvSpPr/>
          <p:nvPr/>
        </p:nvSpPr>
        <p:spPr>
          <a:xfrm>
            <a:off x="1569688" y="4916318"/>
            <a:ext cx="3130328" cy="2417472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63F8E96-ED36-2F5C-263A-BA53E17842E2}"/>
              </a:ext>
            </a:extLst>
          </p:cNvPr>
          <p:cNvSpPr/>
          <p:nvPr/>
        </p:nvSpPr>
        <p:spPr>
          <a:xfrm>
            <a:off x="1569688" y="7640359"/>
            <a:ext cx="3130328" cy="2417472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DED51B0-BD2B-5786-E6AB-828E8ADEC02A}"/>
              </a:ext>
            </a:extLst>
          </p:cNvPr>
          <p:cNvCxnSpPr>
            <a:cxnSpLocks/>
          </p:cNvCxnSpPr>
          <p:nvPr/>
        </p:nvCxnSpPr>
        <p:spPr>
          <a:xfrm>
            <a:off x="3134852" y="4602782"/>
            <a:ext cx="0" cy="313536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56F78EA-B2C1-2764-A01C-F3AB3493AC2B}"/>
              </a:ext>
            </a:extLst>
          </p:cNvPr>
          <p:cNvCxnSpPr>
            <a:cxnSpLocks/>
          </p:cNvCxnSpPr>
          <p:nvPr/>
        </p:nvCxnSpPr>
        <p:spPr>
          <a:xfrm>
            <a:off x="3134852" y="7333790"/>
            <a:ext cx="0" cy="313536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D0BBAEEC-A888-979E-0D4B-4115A48E9F97}"/>
              </a:ext>
            </a:extLst>
          </p:cNvPr>
          <p:cNvSpPr/>
          <p:nvPr/>
        </p:nvSpPr>
        <p:spPr>
          <a:xfrm>
            <a:off x="9034272" y="5696712"/>
            <a:ext cx="1005840" cy="63093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hsp.tiff">
            <a:extLst>
              <a:ext uri="{FF2B5EF4-FFF2-40B4-BE49-F238E27FC236}">
                <a16:creationId xmlns:a16="http://schemas.microsoft.com/office/drawing/2014/main" id="{7CF38112-C98F-BC09-E9C8-A062667CCCA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891" y="2075191"/>
            <a:ext cx="10866015" cy="5415367"/>
          </a:xfrm>
          <a:prstGeom prst="rect">
            <a:avLst/>
          </a:prstGeom>
        </p:spPr>
      </p:pic>
      <p:pic>
        <p:nvPicPr>
          <p:cNvPr id="5" name="Picture 4" descr="stats.tiff">
            <a:extLst>
              <a:ext uri="{FF2B5EF4-FFF2-40B4-BE49-F238E27FC236}">
                <a16:creationId xmlns:a16="http://schemas.microsoft.com/office/drawing/2014/main" id="{6EC40FE5-634A-62D4-1F14-3813AA25995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891" y="7490558"/>
            <a:ext cx="10866016" cy="738817"/>
          </a:xfrm>
          <a:prstGeom prst="rect">
            <a:avLst/>
          </a:prstGeom>
        </p:spPr>
      </p:pic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CB52E8C5-DF9A-B51F-EE4F-AA671FEC9449}"/>
              </a:ext>
            </a:extLst>
          </p:cNvPr>
          <p:cNvCxnSpPr>
            <a:cxnSpLocks/>
          </p:cNvCxnSpPr>
          <p:nvPr/>
        </p:nvCxnSpPr>
        <p:spPr>
          <a:xfrm flipV="1">
            <a:off x="6071616" y="7758770"/>
            <a:ext cx="3096438" cy="506892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 Box 5">
            <a:extLst>
              <a:ext uri="{FF2B5EF4-FFF2-40B4-BE49-F238E27FC236}">
                <a16:creationId xmlns:a16="http://schemas.microsoft.com/office/drawing/2014/main" id="{BF757A65-D8E1-D489-3C33-514B86E621D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78076" y="8274929"/>
            <a:ext cx="14959862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2400" dirty="0"/>
              <a:t>The expectation value (e-value) estimates the </a:t>
            </a:r>
            <a:r>
              <a:rPr lang="en-US" sz="2400" b="1" dirty="0"/>
              <a:t>likelihood that a given sequence match is purely by chance</a:t>
            </a:r>
            <a:r>
              <a:rPr lang="en-US" sz="2400" dirty="0"/>
              <a:t>. The lower the expectation value, the less likely the database match is a result of random chance.</a:t>
            </a:r>
          </a:p>
          <a:p>
            <a:endParaRPr lang="en-US" sz="2400" dirty="0"/>
          </a:p>
          <a:p>
            <a:r>
              <a:rPr lang="en-US" sz="2400" dirty="0"/>
              <a:t>E-value is a function of database size – how good is the database’s sample of “sequence space” to determine random matches?</a:t>
            </a:r>
          </a:p>
        </p:txBody>
      </p:sp>
    </p:spTree>
    <p:extLst>
      <p:ext uri="{BB962C8B-B14F-4D97-AF65-F5344CB8AC3E}">
        <p14:creationId xmlns:p14="http://schemas.microsoft.com/office/powerpoint/2010/main" val="31409854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35067A-453F-F764-53FE-1DA444FFB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A screenshot of a test&#10;&#10;AI-generated content may be incorrect.">
            <a:extLst>
              <a:ext uri="{FF2B5EF4-FFF2-40B4-BE49-F238E27FC236}">
                <a16:creationId xmlns:a16="http://schemas.microsoft.com/office/drawing/2014/main" id="{BB721024-4837-FFF1-BC30-F7EBAF77D9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6878" y="7743597"/>
            <a:ext cx="3710586" cy="2314234"/>
          </a:xfrm>
          <a:prstGeom prst="rect">
            <a:avLst/>
          </a:prstGeom>
        </p:spPr>
      </p:pic>
      <p:pic>
        <p:nvPicPr>
          <p:cNvPr id="26" name="Picture 25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FD629F35-AC46-025A-0496-C9AFACEDE6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4156" y="4923285"/>
            <a:ext cx="3633920" cy="2314234"/>
          </a:xfrm>
          <a:prstGeom prst="rect">
            <a:avLst/>
          </a:prstGeom>
        </p:spPr>
      </p:pic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3C7CAED-ED3C-3185-4B2A-84009A1B38A8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E13F099-1430-B823-9E85-8A334604CA76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21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46B1602-D130-1D98-B42F-A40DB2DF90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8675" y="458787"/>
            <a:ext cx="19441062" cy="738817"/>
          </a:xfrm>
        </p:spPr>
        <p:txBody>
          <a:bodyPr>
            <a:noAutofit/>
          </a:bodyPr>
          <a:lstStyle/>
          <a:p>
            <a:r>
              <a:rPr lang="en-US" sz="6000" dirty="0">
                <a:latin typeface="Raleway" pitchFamily="2" charset="77"/>
              </a:rPr>
              <a:t>A </a:t>
            </a:r>
            <a:r>
              <a:rPr lang="en-US" sz="6000" u="sng" dirty="0">
                <a:latin typeface="Raleway" pitchFamily="2" charset="77"/>
              </a:rPr>
              <a:t>H</a:t>
            </a:r>
            <a:r>
              <a:rPr lang="en-US" sz="6000" dirty="0">
                <a:latin typeface="Raleway" pitchFamily="2" charset="77"/>
              </a:rPr>
              <a:t>igh </a:t>
            </a:r>
            <a:r>
              <a:rPr lang="en-US" sz="6000" u="sng" dirty="0">
                <a:latin typeface="Raleway" pitchFamily="2" charset="77"/>
              </a:rPr>
              <a:t>S</a:t>
            </a:r>
            <a:r>
              <a:rPr lang="en-US" sz="6000" dirty="0">
                <a:latin typeface="Raleway" pitchFamily="2" charset="77"/>
              </a:rPr>
              <a:t>coring </a:t>
            </a:r>
            <a:r>
              <a:rPr lang="en-US" sz="6000" u="sng" dirty="0">
                <a:latin typeface="Raleway" pitchFamily="2" charset="77"/>
              </a:rPr>
              <a:t>P</a:t>
            </a:r>
            <a:r>
              <a:rPr lang="en-US" sz="6000" dirty="0">
                <a:latin typeface="Raleway" pitchFamily="2" charset="77"/>
              </a:rPr>
              <a:t>air (HSP) </a:t>
            </a:r>
          </a:p>
        </p:txBody>
      </p:sp>
      <p:pic>
        <p:nvPicPr>
          <p:cNvPr id="10" name="Picture 9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9888E330-49C4-15FE-F2F8-35C01B805D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06264" y="2258462"/>
            <a:ext cx="3471815" cy="220933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EFCE376E-6F6D-64F8-9A73-8478D1098E3E}"/>
              </a:ext>
            </a:extLst>
          </p:cNvPr>
          <p:cNvSpPr/>
          <p:nvPr/>
        </p:nvSpPr>
        <p:spPr>
          <a:xfrm>
            <a:off x="1569688" y="2185310"/>
            <a:ext cx="3130328" cy="2417472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F1544E8-9C9C-68F8-56C7-C732F9B40D6A}"/>
              </a:ext>
            </a:extLst>
          </p:cNvPr>
          <p:cNvSpPr/>
          <p:nvPr/>
        </p:nvSpPr>
        <p:spPr>
          <a:xfrm>
            <a:off x="1569688" y="4916318"/>
            <a:ext cx="3130328" cy="2417472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43C9C04-1B29-60A8-5230-9E3C6ECD431E}"/>
              </a:ext>
            </a:extLst>
          </p:cNvPr>
          <p:cNvSpPr/>
          <p:nvPr/>
        </p:nvSpPr>
        <p:spPr>
          <a:xfrm>
            <a:off x="1569688" y="7640359"/>
            <a:ext cx="3130328" cy="2417472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0404C66-DA6B-309B-69F2-9BF69BC93A3B}"/>
              </a:ext>
            </a:extLst>
          </p:cNvPr>
          <p:cNvCxnSpPr>
            <a:cxnSpLocks/>
          </p:cNvCxnSpPr>
          <p:nvPr/>
        </p:nvCxnSpPr>
        <p:spPr>
          <a:xfrm>
            <a:off x="3134852" y="4602782"/>
            <a:ext cx="0" cy="313536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E3E8D50-5DE2-908E-37B2-DA67FFA65C22}"/>
              </a:ext>
            </a:extLst>
          </p:cNvPr>
          <p:cNvCxnSpPr>
            <a:cxnSpLocks/>
          </p:cNvCxnSpPr>
          <p:nvPr/>
        </p:nvCxnSpPr>
        <p:spPr>
          <a:xfrm>
            <a:off x="3134852" y="7333790"/>
            <a:ext cx="0" cy="313536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5721A879-8505-C490-A227-5241766DEC8B}"/>
              </a:ext>
            </a:extLst>
          </p:cNvPr>
          <p:cNvSpPr/>
          <p:nvPr/>
        </p:nvSpPr>
        <p:spPr>
          <a:xfrm>
            <a:off x="9034272" y="5696712"/>
            <a:ext cx="1005840" cy="63093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hsp.tiff">
            <a:extLst>
              <a:ext uri="{FF2B5EF4-FFF2-40B4-BE49-F238E27FC236}">
                <a16:creationId xmlns:a16="http://schemas.microsoft.com/office/drawing/2014/main" id="{B864C6CE-319E-73B6-54DE-BD671757D42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891" y="2075191"/>
            <a:ext cx="10866015" cy="5415367"/>
          </a:xfrm>
          <a:prstGeom prst="rect">
            <a:avLst/>
          </a:prstGeom>
        </p:spPr>
      </p:pic>
      <p:pic>
        <p:nvPicPr>
          <p:cNvPr id="5" name="Picture 4" descr="stats.tiff">
            <a:extLst>
              <a:ext uri="{FF2B5EF4-FFF2-40B4-BE49-F238E27FC236}">
                <a16:creationId xmlns:a16="http://schemas.microsoft.com/office/drawing/2014/main" id="{BFB682D0-D4E4-3F3E-182A-9C2A65B036C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891" y="7490558"/>
            <a:ext cx="10866016" cy="738817"/>
          </a:xfrm>
          <a:prstGeom prst="rect">
            <a:avLst/>
          </a:prstGeom>
        </p:spPr>
      </p:pic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537FC44-0F40-EF54-448F-63A01D49C864}"/>
              </a:ext>
            </a:extLst>
          </p:cNvPr>
          <p:cNvCxnSpPr>
            <a:cxnSpLocks/>
          </p:cNvCxnSpPr>
          <p:nvPr/>
        </p:nvCxnSpPr>
        <p:spPr>
          <a:xfrm flipV="1">
            <a:off x="6071616" y="7758770"/>
            <a:ext cx="3096438" cy="506892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 Box 5">
            <a:extLst>
              <a:ext uri="{FF2B5EF4-FFF2-40B4-BE49-F238E27FC236}">
                <a16:creationId xmlns:a16="http://schemas.microsoft.com/office/drawing/2014/main" id="{5B3E156C-3A07-9001-B267-92FF4D1DA8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78076" y="8274929"/>
            <a:ext cx="14959862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2400" dirty="0"/>
              <a:t>As a database grows, the same search will produce an altered expectation value. Different sized databases will produce different expectation values for the same HSPs.</a:t>
            </a:r>
          </a:p>
          <a:p>
            <a:endParaRPr lang="en-US" sz="2400" dirty="0"/>
          </a:p>
          <a:p>
            <a:r>
              <a:rPr lang="en-US" sz="2400" dirty="0"/>
              <a:t>There is no “best” expectation value but some generalizations are used: e</a:t>
            </a:r>
            <a:r>
              <a:rPr lang="en-US" sz="2400" baseline="30000" dirty="0"/>
              <a:t>-10</a:t>
            </a:r>
            <a:r>
              <a:rPr lang="en-US" sz="2400" dirty="0"/>
              <a:t> or smaller is worth examining; 0.01 or larger is noise.</a:t>
            </a:r>
          </a:p>
        </p:txBody>
      </p:sp>
    </p:spTree>
    <p:extLst>
      <p:ext uri="{BB962C8B-B14F-4D97-AF65-F5344CB8AC3E}">
        <p14:creationId xmlns:p14="http://schemas.microsoft.com/office/powerpoint/2010/main" val="190837790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8A3A8B-5BCC-B747-5C17-D5F94CAF94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9399A43-5ED7-1E5C-ACB5-4ACFC58163E5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0D142CC-EEDB-A086-CB00-3A01C27ACBCC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22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9DAC6ED-3617-7521-8B03-0BA10B538E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8675" y="458787"/>
            <a:ext cx="19441062" cy="738817"/>
          </a:xfrm>
        </p:spPr>
        <p:txBody>
          <a:bodyPr>
            <a:noAutofit/>
          </a:bodyPr>
          <a:lstStyle/>
          <a:p>
            <a:r>
              <a:rPr lang="en-US" sz="6000" dirty="0">
                <a:latin typeface="Raleway" pitchFamily="2" charset="77"/>
              </a:rPr>
              <a:t>How does BLAST use physio-chemical properties?</a:t>
            </a:r>
          </a:p>
        </p:txBody>
      </p:sp>
      <p:pic>
        <p:nvPicPr>
          <p:cNvPr id="2" name="Picture 3" descr="aminoacids.gif                                                 0016A66F Lochinver                      B79ED4A9:">
            <a:extLst>
              <a:ext uri="{FF2B5EF4-FFF2-40B4-BE49-F238E27FC236}">
                <a16:creationId xmlns:a16="http://schemas.microsoft.com/office/drawing/2014/main" id="{11FD2B49-BC8C-9AE7-1F7A-6D5FF254E7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8247" y="2020134"/>
            <a:ext cx="6810126" cy="8120536"/>
          </a:xfrm>
          <a:prstGeom prst="rect">
            <a:avLst/>
          </a:prstGeom>
          <a:noFill/>
          <a:ln w="9525">
            <a:solidFill>
              <a:schemeClr val="bg2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 Box 5">
            <a:extLst>
              <a:ext uri="{FF2B5EF4-FFF2-40B4-BE49-F238E27FC236}">
                <a16:creationId xmlns:a16="http://schemas.microsoft.com/office/drawing/2014/main" id="{98446A43-C231-071A-A131-0D735916E2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3730" y="9354809"/>
            <a:ext cx="4316286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i="1" dirty="0"/>
              <a:t>conservative = similar </a:t>
            </a:r>
            <a:r>
              <a:rPr lang="en-US" i="1" dirty="0" err="1"/>
              <a:t>physico</a:t>
            </a:r>
            <a:r>
              <a:rPr lang="en-US" i="1" dirty="0"/>
              <a:t>-chemical properties</a:t>
            </a:r>
          </a:p>
        </p:txBody>
      </p:sp>
      <p:pic>
        <p:nvPicPr>
          <p:cNvPr id="12" name="Picture 11" descr="BLOSUM62.gif">
            <a:extLst>
              <a:ext uri="{FF2B5EF4-FFF2-40B4-BE49-F238E27FC236}">
                <a16:creationId xmlns:a16="http://schemas.microsoft.com/office/drawing/2014/main" id="{46B9C5CF-BE72-662A-5DF2-3BE09336B5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18078" y="2251033"/>
            <a:ext cx="7964416" cy="4393880"/>
          </a:xfrm>
          <a:prstGeom prst="rect">
            <a:avLst/>
          </a:prstGeom>
        </p:spPr>
      </p:pic>
      <p:sp>
        <p:nvSpPr>
          <p:cNvPr id="14" name="Text Box 5">
            <a:extLst>
              <a:ext uri="{FF2B5EF4-FFF2-40B4-BE49-F238E27FC236}">
                <a16:creationId xmlns:a16="http://schemas.microsoft.com/office/drawing/2014/main" id="{5FFB8CD0-7AD6-A2CD-110F-33CA2D16EE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74924" y="6923741"/>
            <a:ext cx="11859759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2400" dirty="0"/>
              <a:t>BLOSUM62 matrix (</a:t>
            </a:r>
            <a:r>
              <a:rPr lang="en-US" sz="2400" dirty="0" err="1"/>
              <a:t>BLOcks</a:t>
            </a:r>
            <a:r>
              <a:rPr lang="en-US" sz="2400" dirty="0"/>
              <a:t> </a:t>
            </a:r>
            <a:r>
              <a:rPr lang="en-US" sz="2400" dirty="0" err="1"/>
              <a:t>SUbstitution</a:t>
            </a:r>
            <a:r>
              <a:rPr lang="en-US" sz="2400" dirty="0"/>
              <a:t> Matrix) reflects the relative rate of substitution among amino acids observed in conserved regions (no more than 62% similarity) of known protein sequences.</a:t>
            </a:r>
          </a:p>
          <a:p>
            <a:pPr marL="285750" indent="-285750">
              <a:buFont typeface="Arial"/>
              <a:buChar char="•"/>
            </a:pPr>
            <a:endParaRPr lang="en-US" sz="2400" dirty="0"/>
          </a:p>
          <a:p>
            <a:pPr marL="285750" indent="-285750">
              <a:buFont typeface="Arial"/>
              <a:buChar char="•"/>
            </a:pPr>
            <a:r>
              <a:rPr lang="en-US" sz="2400" dirty="0"/>
              <a:t>BLOSUM62 is the BLAST default. Since is it based on conserved regions with 62% similarity</a:t>
            </a:r>
            <a:r>
              <a:rPr lang="en-US" sz="2400" b="1" dirty="0"/>
              <a:t> or less</a:t>
            </a:r>
            <a:r>
              <a:rPr lang="en-US" sz="2400" dirty="0"/>
              <a:t> it is among the best for detecting most weak protein similarities.</a:t>
            </a:r>
          </a:p>
          <a:p>
            <a:pPr marL="285750" indent="-285750">
              <a:buFont typeface="Arial"/>
              <a:buChar char="•"/>
            </a:pPr>
            <a:endParaRPr lang="en-US" sz="2400" dirty="0"/>
          </a:p>
          <a:p>
            <a:pPr marL="285750" indent="-285750">
              <a:buFont typeface="Arial"/>
              <a:buChar char="•"/>
            </a:pPr>
            <a:r>
              <a:rPr lang="en-US" sz="2400" dirty="0"/>
              <a:t>Other BLOSUM or PAM matrices exist for detection of more or less divergent proteins.</a:t>
            </a:r>
          </a:p>
        </p:txBody>
      </p:sp>
    </p:spTree>
    <p:extLst>
      <p:ext uri="{BB962C8B-B14F-4D97-AF65-F5344CB8AC3E}">
        <p14:creationId xmlns:p14="http://schemas.microsoft.com/office/powerpoint/2010/main" val="1183115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34CAFF-359C-9EB3-5957-46B5050565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16A2300-765E-ECD4-39C9-E75E2E9EC127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72EE6C4-34FF-D853-A948-54372BE02766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23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3B58FCE-B4DA-C674-3A6F-A96AE11BD4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8675" y="458787"/>
            <a:ext cx="19441062" cy="738817"/>
          </a:xfrm>
        </p:spPr>
        <p:txBody>
          <a:bodyPr>
            <a:noAutofit/>
          </a:bodyPr>
          <a:lstStyle/>
          <a:p>
            <a:r>
              <a:rPr lang="en-US" sz="6000" dirty="0">
                <a:latin typeface="Raleway" pitchFamily="2" charset="77"/>
              </a:rPr>
              <a:t>BLAST Programs</a:t>
            </a:r>
          </a:p>
        </p:txBody>
      </p:sp>
      <p:pic>
        <p:nvPicPr>
          <p:cNvPr id="4" name="Picture 3" descr="Reading_Frames4.gif">
            <a:extLst>
              <a:ext uri="{FF2B5EF4-FFF2-40B4-BE49-F238E27FC236}">
                <a16:creationId xmlns:a16="http://schemas.microsoft.com/office/drawing/2014/main" id="{B7D78651-8B6B-3AB9-EB40-4D2C14B89B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595"/>
          <a:stretch>
            <a:fillRect/>
          </a:stretch>
        </p:blipFill>
        <p:spPr>
          <a:xfrm>
            <a:off x="3513798" y="5964855"/>
            <a:ext cx="13656576" cy="4251960"/>
          </a:xfrm>
          <a:prstGeom prst="rect">
            <a:avLst/>
          </a:prstGeom>
        </p:spPr>
      </p:pic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97918432-4F27-7560-102D-FEE1C22E51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3932856"/>
              </p:ext>
            </p:extLst>
          </p:nvPr>
        </p:nvGraphicFramePr>
        <p:xfrm>
          <a:off x="1521776" y="2416983"/>
          <a:ext cx="17274860" cy="35661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534732">
                  <a:extLst>
                    <a:ext uri="{9D8B030D-6E8A-4147-A177-3AD203B41FA5}">
                      <a16:colId xmlns:a16="http://schemas.microsoft.com/office/drawing/2014/main" val="331428319"/>
                    </a:ext>
                  </a:extLst>
                </a:gridCol>
                <a:gridCol w="5065776">
                  <a:extLst>
                    <a:ext uri="{9D8B030D-6E8A-4147-A177-3AD203B41FA5}">
                      <a16:colId xmlns:a16="http://schemas.microsoft.com/office/drawing/2014/main" val="4011324342"/>
                    </a:ext>
                  </a:extLst>
                </a:gridCol>
                <a:gridCol w="3822192">
                  <a:extLst>
                    <a:ext uri="{9D8B030D-6E8A-4147-A177-3AD203B41FA5}">
                      <a16:colId xmlns:a16="http://schemas.microsoft.com/office/drawing/2014/main" val="4211898072"/>
                    </a:ext>
                  </a:extLst>
                </a:gridCol>
                <a:gridCol w="5852160">
                  <a:extLst>
                    <a:ext uri="{9D8B030D-6E8A-4147-A177-3AD203B41FA5}">
                      <a16:colId xmlns:a16="http://schemas.microsoft.com/office/drawing/2014/main" val="33035588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Program</a:t>
                      </a:r>
                    </a:p>
                  </a:txBody>
                  <a:tcPr>
                    <a:solidFill>
                      <a:schemeClr val="tx2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Query</a:t>
                      </a:r>
                    </a:p>
                  </a:txBody>
                  <a:tcPr>
                    <a:solidFill>
                      <a:schemeClr val="tx2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Database</a:t>
                      </a:r>
                    </a:p>
                  </a:txBody>
                  <a:tcPr>
                    <a:solidFill>
                      <a:schemeClr val="tx2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Use Care</a:t>
                      </a:r>
                    </a:p>
                  </a:txBody>
                  <a:tcPr>
                    <a:solidFill>
                      <a:schemeClr val="tx2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7963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BLASTN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Nucleotide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Nucleotide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Find matching DNA/RNA sequence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03087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BLASTP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Protein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Protein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Find protein with similar sequence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8443168"/>
                  </a:ext>
                </a:extLst>
              </a:tr>
              <a:tr h="569041">
                <a:tc>
                  <a:txBody>
                    <a:bodyPr/>
                    <a:lstStyle/>
                    <a:p>
                      <a:r>
                        <a:rPr lang="en-US" dirty="0"/>
                        <a:t>BLASTX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Nucleotide (6-frame translated)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Protein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Identify coding region in DNA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87561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2047176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694D15-DCF8-C4D2-6A3A-EDBBA7C81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E999220-AEB9-07CB-D6CB-CD74F7628399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D232927-16FD-BE14-9AC0-B03FE6EE0DDA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24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EB5E4B29-B850-C17D-BBFE-80B08C4A2F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8675" y="458787"/>
            <a:ext cx="19441062" cy="738817"/>
          </a:xfrm>
        </p:spPr>
        <p:txBody>
          <a:bodyPr>
            <a:noAutofit/>
          </a:bodyPr>
          <a:lstStyle/>
          <a:p>
            <a:r>
              <a:rPr lang="en-US" sz="6000" dirty="0">
                <a:latin typeface="Raleway" pitchFamily="2" charset="77"/>
              </a:rPr>
              <a:t>BLAST Programs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A1C69C8-7F0C-CBD2-3279-9AA7DD949F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7236193"/>
              </p:ext>
            </p:extLst>
          </p:nvPr>
        </p:nvGraphicFramePr>
        <p:xfrm>
          <a:off x="1521776" y="2416983"/>
          <a:ext cx="17274860" cy="5577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534732">
                  <a:extLst>
                    <a:ext uri="{9D8B030D-6E8A-4147-A177-3AD203B41FA5}">
                      <a16:colId xmlns:a16="http://schemas.microsoft.com/office/drawing/2014/main" val="331428319"/>
                    </a:ext>
                  </a:extLst>
                </a:gridCol>
                <a:gridCol w="5065776">
                  <a:extLst>
                    <a:ext uri="{9D8B030D-6E8A-4147-A177-3AD203B41FA5}">
                      <a16:colId xmlns:a16="http://schemas.microsoft.com/office/drawing/2014/main" val="4011324342"/>
                    </a:ext>
                  </a:extLst>
                </a:gridCol>
                <a:gridCol w="3822192">
                  <a:extLst>
                    <a:ext uri="{9D8B030D-6E8A-4147-A177-3AD203B41FA5}">
                      <a16:colId xmlns:a16="http://schemas.microsoft.com/office/drawing/2014/main" val="4211898072"/>
                    </a:ext>
                  </a:extLst>
                </a:gridCol>
                <a:gridCol w="5852160">
                  <a:extLst>
                    <a:ext uri="{9D8B030D-6E8A-4147-A177-3AD203B41FA5}">
                      <a16:colId xmlns:a16="http://schemas.microsoft.com/office/drawing/2014/main" val="33035588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Program</a:t>
                      </a:r>
                    </a:p>
                  </a:txBody>
                  <a:tcPr>
                    <a:solidFill>
                      <a:schemeClr val="tx2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Query</a:t>
                      </a:r>
                    </a:p>
                  </a:txBody>
                  <a:tcPr>
                    <a:solidFill>
                      <a:schemeClr val="tx2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Database</a:t>
                      </a:r>
                    </a:p>
                  </a:txBody>
                  <a:tcPr>
                    <a:solidFill>
                      <a:schemeClr val="tx2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Use Care</a:t>
                      </a:r>
                    </a:p>
                  </a:txBody>
                  <a:tcPr>
                    <a:solidFill>
                      <a:schemeClr val="tx2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7963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BLASTN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Nucleotide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Nucleotide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Find matching DNA/RNA sequence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03087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BLASTP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Protein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Protein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Find protein with similar sequence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8443168"/>
                  </a:ext>
                </a:extLst>
              </a:tr>
              <a:tr h="569041">
                <a:tc>
                  <a:txBody>
                    <a:bodyPr/>
                    <a:lstStyle/>
                    <a:p>
                      <a:r>
                        <a:rPr lang="en-US" dirty="0"/>
                        <a:t>BLASTX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Nucleotide (6-frame translated)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Protein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Identify coding region in DNA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87561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TBLASTN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Protein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Nucleotide (6-frame translation)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3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Find a protein-coding gene in unannotated genomic DNA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00466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TBLASTX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152384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Nucleotide (6-frame translated)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152384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Nucleotide (6-frame translated)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3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Compare coding potential between two DNA sequences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50249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46859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25609-D910-FCB3-BBA5-5D9B91AF59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E0986DE-7FEF-08FF-42D5-FA44723DEF65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47FDEB4-9A9B-3095-3757-9DE86F538D07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25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16B71C2-4E37-36F4-F0B3-3235E1DC80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8675" y="458787"/>
            <a:ext cx="19441062" cy="738817"/>
          </a:xfrm>
        </p:spPr>
        <p:txBody>
          <a:bodyPr>
            <a:noAutofit/>
          </a:bodyPr>
          <a:lstStyle/>
          <a:p>
            <a:r>
              <a:rPr lang="en-US" sz="6000" dirty="0">
                <a:latin typeface="Raleway" pitchFamily="2" charset="77"/>
              </a:rPr>
              <a:t>Importantly: BLAST is not Functional Biology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FC0B572-4686-F2A7-F1D0-083E76338579}"/>
              </a:ext>
            </a:extLst>
          </p:cNvPr>
          <p:cNvSpPr txBox="1"/>
          <p:nvPr/>
        </p:nvSpPr>
        <p:spPr>
          <a:xfrm>
            <a:off x="966086" y="2312008"/>
            <a:ext cx="18386240" cy="1141851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is-IS" sz="3200" dirty="0"/>
              <a:t>A local alignment (HSP) found by BLAST may have little to do with protein function</a:t>
            </a:r>
          </a:p>
          <a:p>
            <a:pPr marL="342900" indent="-342900">
              <a:buFont typeface="Arial"/>
              <a:buChar char="•"/>
            </a:pPr>
            <a:endParaRPr lang="is-IS" sz="3200" dirty="0"/>
          </a:p>
          <a:p>
            <a:pPr marL="342900" indent="-342900">
              <a:buFont typeface="Arial"/>
              <a:buChar char="•"/>
            </a:pPr>
            <a:r>
              <a:rPr lang="is-IS" sz="3200" dirty="0"/>
              <a:t>BLAST knows about nucleotides, amino acids, and gaps but does not understand functional domains; it will not even detect functional domain similarity if it is outside of BLOSUM62 range</a:t>
            </a:r>
          </a:p>
          <a:p>
            <a:pPr marL="342900" indent="-342900">
              <a:buFont typeface="Arial"/>
              <a:buChar char="•"/>
            </a:pPr>
            <a:endParaRPr lang="is-IS" sz="3200" dirty="0"/>
          </a:p>
          <a:p>
            <a:pPr marL="342900" indent="-342900">
              <a:buFont typeface="Arial"/>
              <a:buChar char="•"/>
            </a:pPr>
            <a:r>
              <a:rPr lang="is-IS" sz="3200" dirty="0"/>
              <a:t>Multi-domain proteins can give mis-leading BLAST results: </a:t>
            </a:r>
          </a:p>
          <a:p>
            <a:pPr marL="342900" indent="-342900">
              <a:buFont typeface="Arial"/>
              <a:buChar char="•"/>
            </a:pPr>
            <a:endParaRPr lang="is-IS" sz="3200" dirty="0"/>
          </a:p>
          <a:p>
            <a:pPr marL="800100" lvl="1" indent="-342900">
              <a:buFont typeface="Arial"/>
              <a:buChar char="•"/>
            </a:pPr>
            <a:r>
              <a:rPr lang="is-IS" sz="3200" dirty="0"/>
              <a:t>an </a:t>
            </a:r>
            <a:r>
              <a:rPr lang="en-US" sz="3200" dirty="0"/>
              <a:t>ANT(3'')-AAC(6’) fusion protein will have BLAST hits to three types of proteins:</a:t>
            </a:r>
          </a:p>
          <a:p>
            <a:pPr marL="1257300" lvl="2" indent="-342900">
              <a:buFont typeface="Arial"/>
              <a:buChar char="•"/>
            </a:pPr>
            <a:r>
              <a:rPr lang="en-US" sz="3200" dirty="0"/>
              <a:t>other ANT(3'’)-AAC(6’) proteins</a:t>
            </a:r>
          </a:p>
          <a:p>
            <a:pPr marL="1257300" lvl="2" indent="-342900">
              <a:buFont typeface="Arial"/>
              <a:buChar char="•"/>
            </a:pPr>
            <a:r>
              <a:rPr lang="en-US" sz="3200" dirty="0"/>
              <a:t>ANT(3’’) proteins</a:t>
            </a:r>
          </a:p>
          <a:p>
            <a:pPr marL="1257300" lvl="2" indent="-342900">
              <a:buFont typeface="Arial"/>
              <a:buChar char="•"/>
            </a:pPr>
            <a:r>
              <a:rPr lang="en-US" sz="3200" dirty="0"/>
              <a:t>AAC(6’) proteins</a:t>
            </a:r>
          </a:p>
          <a:p>
            <a:pPr marL="1257300" lvl="2" indent="-342900">
              <a:buFont typeface="Arial"/>
              <a:buChar char="•"/>
            </a:pPr>
            <a:endParaRPr lang="en-US" sz="3200" dirty="0"/>
          </a:p>
          <a:p>
            <a:pPr marL="800100" lvl="1" indent="-342900">
              <a:buFont typeface="Arial"/>
              <a:buChar char="•"/>
            </a:pPr>
            <a:r>
              <a:rPr lang="en-US" sz="3200" dirty="0"/>
              <a:t>If the AAC(6’) domain is poorly conserved, the query ANT(3'')-AAC(6’) fusion protein will only have good HSPs to:</a:t>
            </a:r>
          </a:p>
          <a:p>
            <a:pPr marL="1257300" lvl="2" indent="-342900">
              <a:buFont typeface="Arial"/>
              <a:buChar char="•"/>
            </a:pPr>
            <a:r>
              <a:rPr lang="en-US" sz="3200" dirty="0"/>
              <a:t>ANT(3’’) proteins</a:t>
            </a:r>
          </a:p>
          <a:p>
            <a:pPr marL="1257300" lvl="2" indent="-342900">
              <a:buFont typeface="Arial"/>
              <a:buChar char="•"/>
            </a:pPr>
            <a:endParaRPr lang="en-US" sz="3200" dirty="0"/>
          </a:p>
          <a:p>
            <a:pPr lvl="1"/>
            <a:endParaRPr lang="en-US" sz="3200" dirty="0"/>
          </a:p>
          <a:p>
            <a:pPr marL="800100" lvl="1" indent="-342900">
              <a:buFont typeface="Arial"/>
              <a:buChar char="•"/>
            </a:pPr>
            <a:endParaRPr lang="en-US" sz="3200" dirty="0"/>
          </a:p>
          <a:p>
            <a:pPr marL="800100" lvl="1" indent="-342900">
              <a:buFont typeface="Arial"/>
              <a:buChar char="•"/>
            </a:pPr>
            <a:endParaRPr lang="en-US" sz="3200" dirty="0"/>
          </a:p>
          <a:p>
            <a:pPr marL="800100" lvl="1" indent="-342900">
              <a:buFont typeface="Arial"/>
              <a:buChar char="•"/>
            </a:pPr>
            <a:endParaRPr lang="en-US" sz="3200" dirty="0"/>
          </a:p>
          <a:p>
            <a:pPr lvl="1"/>
            <a:endParaRPr lang="en-US" sz="3200" dirty="0"/>
          </a:p>
          <a:p>
            <a:pPr marL="342900" indent="-342900">
              <a:buFont typeface="Arial"/>
              <a:buChar char="•"/>
            </a:pPr>
            <a:endParaRPr lang="en-US" sz="3200" dirty="0"/>
          </a:p>
          <a:p>
            <a:pPr marL="342900" indent="-342900">
              <a:buFont typeface="Arial"/>
              <a:buChar char="•"/>
            </a:pPr>
            <a:endParaRPr lang="is-IS" sz="3200" dirty="0"/>
          </a:p>
        </p:txBody>
      </p:sp>
    </p:spTree>
    <p:extLst>
      <p:ext uri="{BB962C8B-B14F-4D97-AF65-F5344CB8AC3E}">
        <p14:creationId xmlns:p14="http://schemas.microsoft.com/office/powerpoint/2010/main" val="210918216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988D5B-C80B-DAC1-EC2B-1BA823D7AA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0DC65A8-77F7-60A0-04BA-A699AD9A93BA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CE267CB-952F-95CA-B52F-024CDEFED289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26</a:t>
            </a:fld>
            <a:endParaRPr lang="en-US"/>
          </a:p>
        </p:txBody>
      </p:sp>
      <p:pic>
        <p:nvPicPr>
          <p:cNvPr id="13" name="Picture 12" descr="A diagram of a data analysis&#10;&#10;AI-generated content may be incorrect.">
            <a:extLst>
              <a:ext uri="{FF2B5EF4-FFF2-40B4-BE49-F238E27FC236}">
                <a16:creationId xmlns:a16="http://schemas.microsoft.com/office/drawing/2014/main" id="{1711BB04-F9FE-0469-DCA1-BDC29003C1A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769" b="4349"/>
          <a:stretch>
            <a:fillRect/>
          </a:stretch>
        </p:blipFill>
        <p:spPr>
          <a:xfrm>
            <a:off x="3534087" y="2014820"/>
            <a:ext cx="13250238" cy="813502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B4001A04-E796-A14B-525C-5EC9A7D2C9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8675" y="458787"/>
            <a:ext cx="19441062" cy="738817"/>
          </a:xfrm>
        </p:spPr>
        <p:txBody>
          <a:bodyPr>
            <a:noAutofit/>
          </a:bodyPr>
          <a:lstStyle/>
          <a:p>
            <a:r>
              <a:rPr lang="en-US" sz="6000" u="sng" dirty="0">
                <a:latin typeface="Raleway" pitchFamily="2" charset="77"/>
              </a:rPr>
              <a:t>B</a:t>
            </a:r>
            <a:r>
              <a:rPr lang="en-US" sz="6000" dirty="0">
                <a:latin typeface="Raleway" pitchFamily="2" charset="77"/>
              </a:rPr>
              <a:t>asic </a:t>
            </a:r>
            <a:r>
              <a:rPr lang="en-US" sz="6000" u="sng" dirty="0">
                <a:latin typeface="Raleway" pitchFamily="2" charset="77"/>
              </a:rPr>
              <a:t>L</a:t>
            </a:r>
            <a:r>
              <a:rPr lang="en-US" sz="6000" dirty="0">
                <a:latin typeface="Raleway" pitchFamily="2" charset="77"/>
              </a:rPr>
              <a:t>ocal </a:t>
            </a:r>
            <a:r>
              <a:rPr lang="en-US" sz="6000" u="sng" dirty="0">
                <a:latin typeface="Raleway" pitchFamily="2" charset="77"/>
              </a:rPr>
              <a:t>A</a:t>
            </a:r>
            <a:r>
              <a:rPr lang="en-US" sz="6000" dirty="0">
                <a:latin typeface="Raleway" pitchFamily="2" charset="77"/>
              </a:rPr>
              <a:t>lignment </a:t>
            </a:r>
            <a:r>
              <a:rPr lang="en-US" sz="6000" u="sng" dirty="0">
                <a:latin typeface="Raleway" pitchFamily="2" charset="77"/>
              </a:rPr>
              <a:t>S</a:t>
            </a:r>
            <a:r>
              <a:rPr lang="en-US" sz="6000" dirty="0">
                <a:latin typeface="Raleway" pitchFamily="2" charset="77"/>
              </a:rPr>
              <a:t>earch </a:t>
            </a:r>
            <a:r>
              <a:rPr lang="en-US" sz="6000" u="sng" dirty="0">
                <a:latin typeface="Raleway" pitchFamily="2" charset="77"/>
              </a:rPr>
              <a:t>T</a:t>
            </a:r>
            <a:r>
              <a:rPr lang="en-US" sz="6000" dirty="0">
                <a:latin typeface="Raleway" pitchFamily="2" charset="77"/>
              </a:rPr>
              <a:t>ool (BLAST)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856829-FBC6-1722-529E-123077360709}"/>
              </a:ext>
            </a:extLst>
          </p:cNvPr>
          <p:cNvSpPr txBox="1"/>
          <p:nvPr/>
        </p:nvSpPr>
        <p:spPr>
          <a:xfrm>
            <a:off x="-201168" y="6168137"/>
            <a:ext cx="9512938" cy="649408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lvl="2"/>
            <a:r>
              <a:rPr lang="en-CA" sz="3200" dirty="0"/>
              <a:t>What if, instead, we want to capture </a:t>
            </a:r>
            <a:r>
              <a:rPr lang="en-CA" sz="3200" b="1" dirty="0"/>
              <a:t>what an entire protein family has in common</a:t>
            </a:r>
            <a:r>
              <a:rPr lang="en-CA" sz="3200" i="1" dirty="0"/>
              <a:t>,</a:t>
            </a:r>
            <a:r>
              <a:rPr lang="en-CA" sz="3200" dirty="0"/>
              <a:t> including the fact that some positions are highly conserved, some tolerate several substitutions, and some vary so much they might as well be random?</a:t>
            </a:r>
            <a:endParaRPr lang="en-US" sz="4800" dirty="0"/>
          </a:p>
          <a:p>
            <a:pPr lvl="1"/>
            <a:endParaRPr lang="en-US" sz="3200" dirty="0"/>
          </a:p>
          <a:p>
            <a:pPr marL="800100" lvl="1" indent="-342900">
              <a:buFont typeface="Arial"/>
              <a:buChar char="•"/>
            </a:pPr>
            <a:endParaRPr lang="en-US" sz="3200" dirty="0"/>
          </a:p>
          <a:p>
            <a:pPr marL="800100" lvl="1" indent="-342900">
              <a:buFont typeface="Arial"/>
              <a:buChar char="•"/>
            </a:pPr>
            <a:endParaRPr lang="en-US" sz="3200" dirty="0"/>
          </a:p>
          <a:p>
            <a:pPr marL="800100" lvl="1" indent="-342900">
              <a:buFont typeface="Arial"/>
              <a:buChar char="•"/>
            </a:pPr>
            <a:endParaRPr lang="en-US" sz="3200" dirty="0"/>
          </a:p>
          <a:p>
            <a:pPr lvl="1"/>
            <a:endParaRPr lang="en-US" sz="3200" dirty="0"/>
          </a:p>
          <a:p>
            <a:pPr marL="342900" indent="-342900">
              <a:buFont typeface="Arial"/>
              <a:buChar char="•"/>
            </a:pPr>
            <a:endParaRPr lang="en-US" sz="3200" dirty="0"/>
          </a:p>
          <a:p>
            <a:pPr marL="342900" indent="-342900">
              <a:buFont typeface="Arial"/>
              <a:buChar char="•"/>
            </a:pPr>
            <a:endParaRPr lang="is-IS" sz="3200" dirty="0"/>
          </a:p>
        </p:txBody>
      </p:sp>
    </p:spTree>
    <p:extLst>
      <p:ext uri="{BB962C8B-B14F-4D97-AF65-F5344CB8AC3E}">
        <p14:creationId xmlns:p14="http://schemas.microsoft.com/office/powerpoint/2010/main" val="381860883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21F5C7-6E82-79CE-EA0E-200F98099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2605026-C77D-E1F7-DBF6-DE891F31BE3F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16BA83A-74C4-6FA9-401B-E87486002A79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27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AA39F8E-B012-EBC6-F505-9CF4ADADD0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8675" y="458787"/>
            <a:ext cx="19441062" cy="738817"/>
          </a:xfrm>
        </p:spPr>
        <p:txBody>
          <a:bodyPr>
            <a:noAutofit/>
          </a:bodyPr>
          <a:lstStyle/>
          <a:p>
            <a:r>
              <a:rPr lang="en-US" sz="6000" u="sng" dirty="0">
                <a:latin typeface="Raleway" pitchFamily="2" charset="77"/>
              </a:rPr>
              <a:t>H</a:t>
            </a:r>
            <a:r>
              <a:rPr lang="en-US" sz="6000" dirty="0">
                <a:latin typeface="Raleway" pitchFamily="2" charset="77"/>
              </a:rPr>
              <a:t>idden </a:t>
            </a:r>
            <a:r>
              <a:rPr lang="en-US" sz="6000" u="sng" dirty="0">
                <a:latin typeface="Raleway" pitchFamily="2" charset="77"/>
              </a:rPr>
              <a:t>M</a:t>
            </a:r>
            <a:r>
              <a:rPr lang="en-US" sz="6000" dirty="0">
                <a:latin typeface="Raleway" pitchFamily="2" charset="77"/>
              </a:rPr>
              <a:t>arkov </a:t>
            </a:r>
            <a:r>
              <a:rPr lang="en-US" sz="6000" u="sng" dirty="0">
                <a:latin typeface="Raleway" pitchFamily="2" charset="77"/>
              </a:rPr>
              <a:t>M</a:t>
            </a:r>
            <a:r>
              <a:rPr lang="en-US" sz="6000" dirty="0">
                <a:latin typeface="Raleway" pitchFamily="2" charset="77"/>
              </a:rPr>
              <a:t>odels (HMMs)</a:t>
            </a:r>
          </a:p>
        </p:txBody>
      </p:sp>
      <p:pic>
        <p:nvPicPr>
          <p:cNvPr id="13" name="Picture 12" descr="A diagram of a data analysis&#10;&#10;AI-generated content may be incorrect.">
            <a:extLst>
              <a:ext uri="{FF2B5EF4-FFF2-40B4-BE49-F238E27FC236}">
                <a16:creationId xmlns:a16="http://schemas.microsoft.com/office/drawing/2014/main" id="{29C6BBCC-24F3-4CA5-956A-AC263A50D48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769" b="4349"/>
          <a:stretch>
            <a:fillRect/>
          </a:stretch>
        </p:blipFill>
        <p:spPr>
          <a:xfrm>
            <a:off x="3534087" y="2014820"/>
            <a:ext cx="13250238" cy="8135020"/>
          </a:xfrm>
          <a:prstGeom prst="rect">
            <a:avLst/>
          </a:prstGeom>
        </p:spPr>
      </p:pic>
      <p:pic>
        <p:nvPicPr>
          <p:cNvPr id="3" name="Picture 2" descr="A diagram of a diagram of a diagram&#10;&#10;AI-generated content may be incorrect.">
            <a:extLst>
              <a:ext uri="{FF2B5EF4-FFF2-40B4-BE49-F238E27FC236}">
                <a16:creationId xmlns:a16="http://schemas.microsoft.com/office/drawing/2014/main" id="{3590F52F-200A-F1A9-EE22-803D4C7D4A3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3616" b="5360"/>
          <a:stretch>
            <a:fillRect/>
          </a:stretch>
        </p:blipFill>
        <p:spPr>
          <a:xfrm>
            <a:off x="3534086" y="2014820"/>
            <a:ext cx="13554961" cy="813502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83EBDF4-F238-8508-028F-53FDC767FFFE}"/>
              </a:ext>
            </a:extLst>
          </p:cNvPr>
          <p:cNvSpPr txBox="1"/>
          <p:nvPr/>
        </p:nvSpPr>
        <p:spPr>
          <a:xfrm>
            <a:off x="516636" y="8218670"/>
            <a:ext cx="1017727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3200" b="0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That calls for a </a:t>
            </a:r>
            <a:r>
              <a:rPr lang="en-CA" sz="3200" b="1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probabilistic model </a:t>
            </a:r>
            <a:r>
              <a:rPr lang="en-CA" sz="3200" b="0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of the family, not a single reference sequence.</a:t>
            </a:r>
            <a:endParaRPr 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186442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981E7-8D80-8050-C7EE-36E0A9115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CFC0CFC-40DC-74A2-7BFD-F544343BB42C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3325EB2-BB1D-D9CD-1F5B-146D7B0956A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28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2BE204F-1F51-E3D2-3FCB-BB3CF705B2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8675" y="458787"/>
            <a:ext cx="19441062" cy="738817"/>
          </a:xfrm>
        </p:spPr>
        <p:txBody>
          <a:bodyPr>
            <a:noAutofit/>
          </a:bodyPr>
          <a:lstStyle/>
          <a:p>
            <a:r>
              <a:rPr lang="en-US" sz="6000" u="sng" dirty="0">
                <a:latin typeface="Raleway" pitchFamily="2" charset="77"/>
              </a:rPr>
              <a:t>H</a:t>
            </a:r>
            <a:r>
              <a:rPr lang="en-US" sz="6000" dirty="0">
                <a:latin typeface="Raleway" pitchFamily="2" charset="77"/>
              </a:rPr>
              <a:t>idden </a:t>
            </a:r>
            <a:r>
              <a:rPr lang="en-US" sz="6000" u="sng" dirty="0">
                <a:latin typeface="Raleway" pitchFamily="2" charset="77"/>
              </a:rPr>
              <a:t>M</a:t>
            </a:r>
            <a:r>
              <a:rPr lang="en-US" sz="6000" dirty="0">
                <a:latin typeface="Raleway" pitchFamily="2" charset="77"/>
              </a:rPr>
              <a:t>arkov </a:t>
            </a:r>
            <a:r>
              <a:rPr lang="en-US" sz="6000" u="sng" dirty="0">
                <a:latin typeface="Raleway" pitchFamily="2" charset="77"/>
              </a:rPr>
              <a:t>M</a:t>
            </a:r>
            <a:r>
              <a:rPr lang="en-US" sz="6000" dirty="0">
                <a:latin typeface="Raleway" pitchFamily="2" charset="77"/>
              </a:rPr>
              <a:t>odels (HMMs)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CB7DAB-3A1D-866C-C17D-9C64A9737F1D}"/>
              </a:ext>
            </a:extLst>
          </p:cNvPr>
          <p:cNvSpPr txBox="1"/>
          <p:nvPr/>
        </p:nvSpPr>
        <p:spPr>
          <a:xfrm>
            <a:off x="1246092" y="2504024"/>
            <a:ext cx="17826228" cy="69634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buNone/>
            </a:pPr>
            <a:r>
              <a:rPr lang="en-CA" sz="3200" b="0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 </a:t>
            </a:r>
            <a:r>
              <a:rPr lang="en-CA" sz="3200" b="1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Markov model </a:t>
            </a:r>
            <a:r>
              <a:rPr lang="en-CA" sz="3200" b="0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describes a system that moves between a finite set of </a:t>
            </a:r>
            <a:r>
              <a:rPr lang="en-CA" sz="3200" b="1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states</a:t>
            </a:r>
            <a:r>
              <a:rPr lang="en-CA" sz="3200" b="0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where the probability of the next state depends only on the current one. </a:t>
            </a:r>
          </a:p>
          <a:p>
            <a:pPr algn="l">
              <a:spcAft>
                <a:spcPts val="1200"/>
              </a:spcAft>
              <a:buNone/>
            </a:pPr>
            <a:r>
              <a:rPr lang="en-CA" sz="3200" b="0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In a </a:t>
            </a:r>
            <a:r>
              <a:rPr lang="en-CA" sz="3200" b="1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hidden</a:t>
            </a:r>
            <a:r>
              <a:rPr lang="en-CA" sz="3200" b="0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Markov model, we don't directly observe the states. We only observe a sequence of symbols (here, nucleotides or amino acids) that each state </a:t>
            </a:r>
            <a:r>
              <a:rPr lang="en-CA" sz="3200" b="0" i="1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emits</a:t>
            </a:r>
            <a:r>
              <a:rPr lang="en-CA" sz="3200" b="0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according to its own emission probability distribution. </a:t>
            </a:r>
          </a:p>
          <a:p>
            <a:pPr algn="l">
              <a:spcAft>
                <a:spcPts val="1200"/>
              </a:spcAft>
              <a:buNone/>
            </a:pPr>
            <a:r>
              <a:rPr lang="en-CA" sz="3200" b="0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The task is to infer the hidden path of states that most plausibly explains the observed sequence.</a:t>
            </a:r>
          </a:p>
          <a:p>
            <a:pPr algn="l">
              <a:spcAft>
                <a:spcPts val="1200"/>
              </a:spcAft>
              <a:buNone/>
            </a:pPr>
            <a:endParaRPr lang="en-CA" sz="3200" b="0" i="0" dirty="0">
              <a:solidFill>
                <a:srgbClr val="202422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>
              <a:spcAft>
                <a:spcPts val="1200"/>
              </a:spcAft>
              <a:buNone/>
            </a:pPr>
            <a:r>
              <a:rPr lang="en-CA" sz="3200" b="0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An HMM is fully specified by:</a:t>
            </a:r>
          </a:p>
          <a:p>
            <a:pPr marL="514350" indent="-514350" algn="l">
              <a:spcAft>
                <a:spcPts val="450"/>
              </a:spcAft>
              <a:buFont typeface="+mj-lt"/>
              <a:buAutoNum type="arabicPeriod"/>
            </a:pPr>
            <a:r>
              <a:rPr lang="en-CA" sz="3200" b="0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 set of hidden states.</a:t>
            </a:r>
            <a:endParaRPr lang="en-CA" sz="3200" b="1" i="0" dirty="0">
              <a:solidFill>
                <a:srgbClr val="202422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indent="-514350" algn="l">
              <a:spcAft>
                <a:spcPts val="450"/>
              </a:spcAft>
              <a:buFont typeface="+mj-lt"/>
              <a:buAutoNum type="arabicPeriod"/>
            </a:pPr>
            <a:r>
              <a:rPr lang="en-CA" sz="3200" b="1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Transition probabilities</a:t>
            </a:r>
            <a:r>
              <a:rPr lang="en-CA" sz="3200" b="0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between states.</a:t>
            </a:r>
          </a:p>
          <a:p>
            <a:pPr marL="514350" indent="-514350" algn="l">
              <a:spcAft>
                <a:spcPts val="450"/>
              </a:spcAft>
              <a:buFont typeface="+mj-lt"/>
              <a:buAutoNum type="arabicPeriod"/>
            </a:pPr>
            <a:r>
              <a:rPr lang="en-CA" sz="3200" b="1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Emission probabilities </a:t>
            </a:r>
            <a:r>
              <a:rPr lang="en-CA" sz="3200" b="0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for each state, the probability of emitting each possible symbol.</a:t>
            </a:r>
          </a:p>
          <a:p>
            <a:pPr marL="514350" indent="-514350" algn="l">
              <a:spcAft>
                <a:spcPts val="450"/>
              </a:spcAft>
              <a:buFont typeface="+mj-lt"/>
              <a:buAutoNum type="arabicPeriod"/>
            </a:pPr>
            <a:r>
              <a:rPr lang="en-CA" sz="3200" b="0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Initial (start) state probabilities.</a:t>
            </a:r>
          </a:p>
        </p:txBody>
      </p:sp>
    </p:spTree>
    <p:extLst>
      <p:ext uri="{BB962C8B-B14F-4D97-AF65-F5344CB8AC3E}">
        <p14:creationId xmlns:p14="http://schemas.microsoft.com/office/powerpoint/2010/main" val="197851866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3F9E88-F945-3658-8DA3-D71E2D0F4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7543E2F-A49B-38B4-8AEF-C405591D2D7E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10A97B2-9E6B-F75B-2790-E3CD8717663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29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7493FFD-33F5-97E1-3AB0-DDF9DA835F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8675" y="458787"/>
            <a:ext cx="19441062" cy="738817"/>
          </a:xfrm>
        </p:spPr>
        <p:txBody>
          <a:bodyPr>
            <a:noAutofit/>
          </a:bodyPr>
          <a:lstStyle/>
          <a:p>
            <a:r>
              <a:rPr lang="en-US" sz="6000" dirty="0">
                <a:latin typeface="Raleway" pitchFamily="2" charset="77"/>
              </a:rPr>
              <a:t>A simple DNA HMM</a:t>
            </a:r>
          </a:p>
        </p:txBody>
      </p:sp>
      <p:sp>
        <p:nvSpPr>
          <p:cNvPr id="2" name="Text Box 6">
            <a:extLst>
              <a:ext uri="{FF2B5EF4-FFF2-40B4-BE49-F238E27FC236}">
                <a16:creationId xmlns:a16="http://schemas.microsoft.com/office/drawing/2014/main" id="{8F455C07-436B-1758-7655-2843037034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4374" y="2003167"/>
            <a:ext cx="4267435" cy="2862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3600" dirty="0">
                <a:latin typeface="Courier New" charset="0"/>
              </a:rPr>
              <a:t>ACA</a:t>
            </a:r>
            <a:r>
              <a:rPr lang="en-US" sz="3600" dirty="0">
                <a:solidFill>
                  <a:srgbClr val="FF00FF"/>
                </a:solidFill>
                <a:latin typeface="Courier New" charset="0"/>
              </a:rPr>
              <a:t>---</a:t>
            </a:r>
            <a:r>
              <a:rPr lang="en-US" sz="3600" dirty="0">
                <a:latin typeface="Courier New" charset="0"/>
              </a:rPr>
              <a:t>ATG</a:t>
            </a:r>
          </a:p>
          <a:p>
            <a:r>
              <a:rPr lang="en-US" sz="3600" dirty="0">
                <a:latin typeface="Courier New" charset="0"/>
              </a:rPr>
              <a:t>TCA</a:t>
            </a:r>
            <a:r>
              <a:rPr lang="en-US" sz="3600" dirty="0">
                <a:solidFill>
                  <a:srgbClr val="FF00FF"/>
                </a:solidFill>
                <a:latin typeface="Courier New" charset="0"/>
              </a:rPr>
              <a:t>ACT</a:t>
            </a:r>
            <a:r>
              <a:rPr lang="en-US" sz="3600" dirty="0">
                <a:latin typeface="Courier New" charset="0"/>
              </a:rPr>
              <a:t>ATC</a:t>
            </a:r>
          </a:p>
          <a:p>
            <a:r>
              <a:rPr lang="en-US" sz="3600" dirty="0">
                <a:latin typeface="Courier New" charset="0"/>
              </a:rPr>
              <a:t>ACA</a:t>
            </a:r>
            <a:r>
              <a:rPr lang="en-US" sz="3600" dirty="0">
                <a:solidFill>
                  <a:srgbClr val="FF00FF"/>
                </a:solidFill>
                <a:latin typeface="Courier New" charset="0"/>
              </a:rPr>
              <a:t>C--</a:t>
            </a:r>
            <a:r>
              <a:rPr lang="en-US" sz="3600" dirty="0">
                <a:latin typeface="Courier New" charset="0"/>
              </a:rPr>
              <a:t>AGC</a:t>
            </a:r>
          </a:p>
          <a:p>
            <a:r>
              <a:rPr lang="en-US" sz="3600" dirty="0">
                <a:latin typeface="Courier New" charset="0"/>
              </a:rPr>
              <a:t>AGA</a:t>
            </a:r>
            <a:r>
              <a:rPr lang="en-US" sz="3600" dirty="0">
                <a:solidFill>
                  <a:srgbClr val="FF00FF"/>
                </a:solidFill>
                <a:latin typeface="Courier New" charset="0"/>
              </a:rPr>
              <a:t>---</a:t>
            </a:r>
            <a:r>
              <a:rPr lang="en-US" sz="3600" dirty="0">
                <a:latin typeface="Courier New" charset="0"/>
              </a:rPr>
              <a:t>ATC</a:t>
            </a:r>
          </a:p>
          <a:p>
            <a:r>
              <a:rPr lang="en-US" sz="3600" dirty="0">
                <a:latin typeface="Courier New" charset="0"/>
              </a:rPr>
              <a:t>ACC</a:t>
            </a:r>
            <a:r>
              <a:rPr lang="en-US" sz="3600" dirty="0">
                <a:solidFill>
                  <a:srgbClr val="FF00FF"/>
                </a:solidFill>
                <a:latin typeface="Courier New" charset="0"/>
              </a:rPr>
              <a:t>G--</a:t>
            </a:r>
            <a:r>
              <a:rPr lang="en-US" sz="3600" dirty="0">
                <a:latin typeface="Courier New" charset="0"/>
              </a:rPr>
              <a:t>ATC</a:t>
            </a:r>
            <a:endParaRPr lang="en-US" sz="4000" dirty="0">
              <a:latin typeface="Courier New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BBF0278-1DA0-DB9C-025C-1174F34F54D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52013" y="3081976"/>
            <a:ext cx="4086248" cy="6480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+mj-lt"/>
                <a:ea typeface="ＭＳ Ｐゴシック" charset="-128"/>
                <a:cs typeface="ＭＳ Ｐゴシック" charset="-128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charset="0"/>
                <a:ea typeface="ＭＳ Ｐゴシック" charset="-128"/>
                <a:cs typeface="ＭＳ Ｐゴシック" charset="-128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charset="0"/>
                <a:ea typeface="ＭＳ Ｐゴシック" charset="-128"/>
                <a:cs typeface="ＭＳ Ｐゴシック" charset="-128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charset="0"/>
                <a:ea typeface="ＭＳ Ｐゴシック" charset="-128"/>
                <a:cs typeface="ＭＳ Ｐゴシック" charset="-128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charset="0"/>
                <a:ea typeface="ＭＳ Ｐゴシック" charset="-128"/>
                <a:cs typeface="ＭＳ Ｐゴシック" charset="-128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charset="0"/>
              </a:defRPr>
            </a:lvl9pPr>
          </a:lstStyle>
          <a:p>
            <a:pPr eaLnBrk="1" hangingPunct="1"/>
            <a:r>
              <a:rPr lang="en-US" sz="2800" b="1" dirty="0">
                <a:solidFill>
                  <a:schemeClr val="tx1"/>
                </a:solidFill>
              </a:rPr>
              <a:t>Five species have slightly different DNA binding sites for a regulatory protein</a:t>
            </a:r>
            <a:endParaRPr lang="en-US" sz="2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0283692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357D44-1D09-7803-6D3D-1A96A7E74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73853C1-F96E-998F-858B-34F9A5A770A7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8848FB2-4A84-903F-47D4-9823E0C5C0B5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30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7600F32-AE81-AA8C-A530-7669335A32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8675" y="458787"/>
            <a:ext cx="19441062" cy="738817"/>
          </a:xfrm>
        </p:spPr>
        <p:txBody>
          <a:bodyPr>
            <a:noAutofit/>
          </a:bodyPr>
          <a:lstStyle/>
          <a:p>
            <a:r>
              <a:rPr lang="en-US" sz="6000" dirty="0">
                <a:latin typeface="Raleway" pitchFamily="2" charset="77"/>
              </a:rPr>
              <a:t>A simple DNA HMM</a:t>
            </a:r>
          </a:p>
        </p:txBody>
      </p:sp>
      <p:sp>
        <p:nvSpPr>
          <p:cNvPr id="2" name="Text Box 6">
            <a:extLst>
              <a:ext uri="{FF2B5EF4-FFF2-40B4-BE49-F238E27FC236}">
                <a16:creationId xmlns:a16="http://schemas.microsoft.com/office/drawing/2014/main" id="{22BB0F44-305E-FFA7-1B57-2725C70606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4374" y="2003167"/>
            <a:ext cx="4267435" cy="2862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3600" dirty="0">
                <a:latin typeface="Courier New" charset="0"/>
              </a:rPr>
              <a:t>ACA</a:t>
            </a:r>
            <a:r>
              <a:rPr lang="en-US" sz="3600" dirty="0">
                <a:solidFill>
                  <a:srgbClr val="FF00FF"/>
                </a:solidFill>
                <a:latin typeface="Courier New" charset="0"/>
              </a:rPr>
              <a:t>---</a:t>
            </a:r>
            <a:r>
              <a:rPr lang="en-US" sz="3600" dirty="0">
                <a:latin typeface="Courier New" charset="0"/>
              </a:rPr>
              <a:t>ATG</a:t>
            </a:r>
          </a:p>
          <a:p>
            <a:r>
              <a:rPr lang="en-US" sz="3600" dirty="0">
                <a:latin typeface="Courier New" charset="0"/>
              </a:rPr>
              <a:t>TCA</a:t>
            </a:r>
            <a:r>
              <a:rPr lang="en-US" sz="3600" dirty="0">
                <a:solidFill>
                  <a:srgbClr val="FF00FF"/>
                </a:solidFill>
                <a:latin typeface="Courier New" charset="0"/>
              </a:rPr>
              <a:t>ACT</a:t>
            </a:r>
            <a:r>
              <a:rPr lang="en-US" sz="3600" dirty="0">
                <a:latin typeface="Courier New" charset="0"/>
              </a:rPr>
              <a:t>ATC</a:t>
            </a:r>
          </a:p>
          <a:p>
            <a:r>
              <a:rPr lang="en-US" sz="3600" dirty="0">
                <a:latin typeface="Courier New" charset="0"/>
              </a:rPr>
              <a:t>ACA</a:t>
            </a:r>
            <a:r>
              <a:rPr lang="en-US" sz="3600" dirty="0">
                <a:solidFill>
                  <a:srgbClr val="FF00FF"/>
                </a:solidFill>
                <a:latin typeface="Courier New" charset="0"/>
              </a:rPr>
              <a:t>C--</a:t>
            </a:r>
            <a:r>
              <a:rPr lang="en-US" sz="3600" dirty="0">
                <a:latin typeface="Courier New" charset="0"/>
              </a:rPr>
              <a:t>AGC</a:t>
            </a:r>
          </a:p>
          <a:p>
            <a:r>
              <a:rPr lang="en-US" sz="3600" dirty="0">
                <a:latin typeface="Courier New" charset="0"/>
              </a:rPr>
              <a:t>AGA</a:t>
            </a:r>
            <a:r>
              <a:rPr lang="en-US" sz="3600" dirty="0">
                <a:solidFill>
                  <a:srgbClr val="FF00FF"/>
                </a:solidFill>
                <a:latin typeface="Courier New" charset="0"/>
              </a:rPr>
              <a:t>---</a:t>
            </a:r>
            <a:r>
              <a:rPr lang="en-US" sz="3600" dirty="0">
                <a:latin typeface="Courier New" charset="0"/>
              </a:rPr>
              <a:t>ATC</a:t>
            </a:r>
          </a:p>
          <a:p>
            <a:r>
              <a:rPr lang="en-US" sz="3600" dirty="0">
                <a:latin typeface="Courier New" charset="0"/>
              </a:rPr>
              <a:t>ACC</a:t>
            </a:r>
            <a:r>
              <a:rPr lang="en-US" sz="3600" dirty="0">
                <a:solidFill>
                  <a:srgbClr val="FF00FF"/>
                </a:solidFill>
                <a:latin typeface="Courier New" charset="0"/>
              </a:rPr>
              <a:t>G--</a:t>
            </a:r>
            <a:r>
              <a:rPr lang="en-US" sz="3600" dirty="0">
                <a:latin typeface="Courier New" charset="0"/>
              </a:rPr>
              <a:t>ATC</a:t>
            </a:r>
            <a:endParaRPr lang="en-US" sz="4000" dirty="0">
              <a:latin typeface="Courier New" charset="0"/>
            </a:endParaRPr>
          </a:p>
        </p:txBody>
      </p:sp>
      <p:sp>
        <p:nvSpPr>
          <p:cNvPr id="4" name="Text Box 10">
            <a:extLst>
              <a:ext uri="{FF2B5EF4-FFF2-40B4-BE49-F238E27FC236}">
                <a16:creationId xmlns:a16="http://schemas.microsoft.com/office/drawing/2014/main" id="{F83557F4-9BF3-170E-168B-1EA4FAC949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08774" y="7572756"/>
            <a:ext cx="2020062" cy="255454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>
                <a:latin typeface="Courier New" charset="0"/>
              </a:rPr>
              <a:t>A .8</a:t>
            </a:r>
          </a:p>
          <a:p>
            <a:r>
              <a:rPr lang="en-US" sz="4000">
                <a:latin typeface="Courier New" charset="0"/>
              </a:rPr>
              <a:t>C</a:t>
            </a:r>
          </a:p>
          <a:p>
            <a:r>
              <a:rPr lang="en-US" sz="4000">
                <a:latin typeface="Courier New" charset="0"/>
              </a:rPr>
              <a:t>G</a:t>
            </a:r>
          </a:p>
          <a:p>
            <a:r>
              <a:rPr lang="en-US" sz="4000">
                <a:latin typeface="Courier New" charset="0"/>
              </a:rPr>
              <a:t>T .2</a:t>
            </a:r>
          </a:p>
        </p:txBody>
      </p:sp>
      <p:sp>
        <p:nvSpPr>
          <p:cNvPr id="5" name="Text Box 11">
            <a:extLst>
              <a:ext uri="{FF2B5EF4-FFF2-40B4-BE49-F238E27FC236}">
                <a16:creationId xmlns:a16="http://schemas.microsoft.com/office/drawing/2014/main" id="{BB9937FC-73E7-EEBF-A105-E57861C5183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12447" y="7572756"/>
            <a:ext cx="2020062" cy="255454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>
                <a:latin typeface="Courier New" charset="0"/>
              </a:rPr>
              <a:t>A</a:t>
            </a:r>
          </a:p>
          <a:p>
            <a:r>
              <a:rPr lang="en-US" sz="4000">
                <a:latin typeface="Courier New" charset="0"/>
              </a:rPr>
              <a:t>C .8</a:t>
            </a:r>
          </a:p>
          <a:p>
            <a:r>
              <a:rPr lang="en-US" sz="4000">
                <a:latin typeface="Courier New" charset="0"/>
              </a:rPr>
              <a:t>G .2</a:t>
            </a:r>
          </a:p>
          <a:p>
            <a:r>
              <a:rPr lang="en-US" sz="4000">
                <a:latin typeface="Courier New" charset="0"/>
              </a:rPr>
              <a:t>T</a:t>
            </a:r>
          </a:p>
        </p:txBody>
      </p:sp>
      <p:sp>
        <p:nvSpPr>
          <p:cNvPr id="6" name="Text Box 13">
            <a:extLst>
              <a:ext uri="{FF2B5EF4-FFF2-40B4-BE49-F238E27FC236}">
                <a16:creationId xmlns:a16="http://schemas.microsoft.com/office/drawing/2014/main" id="{3BF2E186-EEF0-22F0-A0DF-AD943C4C7A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16120" y="7572756"/>
            <a:ext cx="2020062" cy="255454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dirty="0">
                <a:latin typeface="Courier New" charset="0"/>
              </a:rPr>
              <a:t>A .8</a:t>
            </a:r>
          </a:p>
          <a:p>
            <a:r>
              <a:rPr lang="en-US" sz="4000" dirty="0">
                <a:latin typeface="Courier New" charset="0"/>
              </a:rPr>
              <a:t>C .2</a:t>
            </a:r>
          </a:p>
          <a:p>
            <a:r>
              <a:rPr lang="en-US" sz="4000" dirty="0">
                <a:latin typeface="Courier New" charset="0"/>
              </a:rPr>
              <a:t>G</a:t>
            </a:r>
          </a:p>
          <a:p>
            <a:r>
              <a:rPr lang="en-US" sz="4000" dirty="0">
                <a:latin typeface="Courier New" charset="0"/>
              </a:rPr>
              <a:t>T</a:t>
            </a:r>
          </a:p>
        </p:txBody>
      </p:sp>
      <p:sp>
        <p:nvSpPr>
          <p:cNvPr id="10" name="Text Box 15">
            <a:extLst>
              <a:ext uri="{FF2B5EF4-FFF2-40B4-BE49-F238E27FC236}">
                <a16:creationId xmlns:a16="http://schemas.microsoft.com/office/drawing/2014/main" id="{72F3B6E0-4FEC-6BAF-0A74-01E3A367DC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950665" y="7542028"/>
            <a:ext cx="2020062" cy="255454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dirty="0">
                <a:latin typeface="Courier New" charset="0"/>
              </a:rPr>
              <a:t>A</a:t>
            </a:r>
          </a:p>
          <a:p>
            <a:r>
              <a:rPr lang="en-US" sz="4000" dirty="0">
                <a:latin typeface="Courier New" charset="0"/>
              </a:rPr>
              <a:t>C</a:t>
            </a:r>
          </a:p>
          <a:p>
            <a:r>
              <a:rPr lang="en-US" sz="4000" dirty="0">
                <a:latin typeface="Courier New" charset="0"/>
              </a:rPr>
              <a:t>G .2</a:t>
            </a:r>
          </a:p>
          <a:p>
            <a:r>
              <a:rPr lang="en-US" sz="4000" dirty="0">
                <a:latin typeface="Courier New" charset="0"/>
              </a:rPr>
              <a:t>T .8</a:t>
            </a:r>
          </a:p>
        </p:txBody>
      </p:sp>
      <p:sp>
        <p:nvSpPr>
          <p:cNvPr id="11" name="Text Box 16">
            <a:extLst>
              <a:ext uri="{FF2B5EF4-FFF2-40B4-BE49-F238E27FC236}">
                <a16:creationId xmlns:a16="http://schemas.microsoft.com/office/drawing/2014/main" id="{E22DEC1A-5F25-3B05-990B-F45F22C452A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254338" y="7605017"/>
            <a:ext cx="2020062" cy="255454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>
                <a:latin typeface="Courier New" charset="0"/>
              </a:rPr>
              <a:t>A</a:t>
            </a:r>
          </a:p>
          <a:p>
            <a:r>
              <a:rPr lang="en-US" sz="4000">
                <a:latin typeface="Courier New" charset="0"/>
              </a:rPr>
              <a:t>C .8</a:t>
            </a:r>
          </a:p>
          <a:p>
            <a:r>
              <a:rPr lang="en-US" sz="4000">
                <a:latin typeface="Courier New" charset="0"/>
              </a:rPr>
              <a:t>G .2</a:t>
            </a:r>
          </a:p>
          <a:p>
            <a:r>
              <a:rPr lang="en-US" sz="4000">
                <a:latin typeface="Courier New" charset="0"/>
              </a:rPr>
              <a:t>T</a:t>
            </a:r>
          </a:p>
        </p:txBody>
      </p:sp>
      <p:sp>
        <p:nvSpPr>
          <p:cNvPr id="12" name="Text Box 17">
            <a:extLst>
              <a:ext uri="{FF2B5EF4-FFF2-40B4-BE49-F238E27FC236}">
                <a16:creationId xmlns:a16="http://schemas.microsoft.com/office/drawing/2014/main" id="{74525C8F-66DB-02D4-8D72-311C61520C4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243156" y="3178039"/>
            <a:ext cx="2020062" cy="255454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dirty="0">
                <a:latin typeface="Courier New" charset="0"/>
              </a:rPr>
              <a:t>A .2</a:t>
            </a:r>
          </a:p>
          <a:p>
            <a:r>
              <a:rPr lang="en-US" sz="4000" dirty="0">
                <a:latin typeface="Courier New" charset="0"/>
              </a:rPr>
              <a:t>C .4</a:t>
            </a:r>
          </a:p>
          <a:p>
            <a:r>
              <a:rPr lang="en-US" sz="4000" dirty="0">
                <a:latin typeface="Courier New" charset="0"/>
              </a:rPr>
              <a:t>G .2</a:t>
            </a:r>
          </a:p>
          <a:p>
            <a:r>
              <a:rPr lang="en-US" sz="4000" dirty="0">
                <a:latin typeface="Courier New" charset="0"/>
              </a:rPr>
              <a:t>T .2</a:t>
            </a:r>
          </a:p>
        </p:txBody>
      </p:sp>
      <p:sp>
        <p:nvSpPr>
          <p:cNvPr id="13" name="Line 18">
            <a:extLst>
              <a:ext uri="{FF2B5EF4-FFF2-40B4-BE49-F238E27FC236}">
                <a16:creationId xmlns:a16="http://schemas.microsoft.com/office/drawing/2014/main" id="{04CA5E1F-0F65-2A0E-7158-5A7C3743E655}"/>
              </a:ext>
            </a:extLst>
          </p:cNvPr>
          <p:cNvSpPr>
            <a:spLocks noChangeShapeType="1"/>
          </p:cNvSpPr>
          <p:nvPr/>
        </p:nvSpPr>
        <p:spPr bwMode="auto">
          <a:xfrm>
            <a:off x="3237904" y="8893134"/>
            <a:ext cx="1040375" cy="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14" name="Text Box 20">
            <a:extLst>
              <a:ext uri="{FF2B5EF4-FFF2-40B4-BE49-F238E27FC236}">
                <a16:creationId xmlns:a16="http://schemas.microsoft.com/office/drawing/2014/main" id="{81FB35E6-88F3-9DD0-9AB2-AAE19776C3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84984" y="7995672"/>
            <a:ext cx="1621251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>
                <a:latin typeface="Courier New" charset="0"/>
              </a:rPr>
              <a:t>1.0</a:t>
            </a:r>
          </a:p>
        </p:txBody>
      </p:sp>
      <p:sp>
        <p:nvSpPr>
          <p:cNvPr id="15" name="Line 21">
            <a:extLst>
              <a:ext uri="{FF2B5EF4-FFF2-40B4-BE49-F238E27FC236}">
                <a16:creationId xmlns:a16="http://schemas.microsoft.com/office/drawing/2014/main" id="{865E79A7-C6AF-D38E-F095-4985C4430095}"/>
              </a:ext>
            </a:extLst>
          </p:cNvPr>
          <p:cNvSpPr>
            <a:spLocks noChangeShapeType="1"/>
          </p:cNvSpPr>
          <p:nvPr/>
        </p:nvSpPr>
        <p:spPr bwMode="auto">
          <a:xfrm>
            <a:off x="6600541" y="8893134"/>
            <a:ext cx="1040375" cy="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 dirty="0"/>
          </a:p>
        </p:txBody>
      </p:sp>
      <p:sp>
        <p:nvSpPr>
          <p:cNvPr id="16" name="Text Box 22">
            <a:extLst>
              <a:ext uri="{FF2B5EF4-FFF2-40B4-BE49-F238E27FC236}">
                <a16:creationId xmlns:a16="http://schemas.microsoft.com/office/drawing/2014/main" id="{6EF9CC04-C27A-75A0-05C3-1481D3FD336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00109" y="7945819"/>
            <a:ext cx="1127514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dirty="0">
                <a:latin typeface="Courier New" charset="0"/>
              </a:rPr>
              <a:t>1.0</a:t>
            </a:r>
          </a:p>
        </p:txBody>
      </p:sp>
      <p:sp>
        <p:nvSpPr>
          <p:cNvPr id="17" name="Line 23">
            <a:extLst>
              <a:ext uri="{FF2B5EF4-FFF2-40B4-BE49-F238E27FC236}">
                <a16:creationId xmlns:a16="http://schemas.microsoft.com/office/drawing/2014/main" id="{9F7214D2-55D7-0E24-2D6A-D9823EC425CC}"/>
              </a:ext>
            </a:extLst>
          </p:cNvPr>
          <p:cNvSpPr>
            <a:spLocks noChangeShapeType="1"/>
          </p:cNvSpPr>
          <p:nvPr/>
        </p:nvSpPr>
        <p:spPr bwMode="auto">
          <a:xfrm>
            <a:off x="9913482" y="8893134"/>
            <a:ext cx="1040375" cy="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18" name="Text Box 24">
            <a:extLst>
              <a:ext uri="{FF2B5EF4-FFF2-40B4-BE49-F238E27FC236}">
                <a16:creationId xmlns:a16="http://schemas.microsoft.com/office/drawing/2014/main" id="{79425440-D29F-DEAA-E0E3-D32E4D067B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873727" y="7954612"/>
            <a:ext cx="1248450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dirty="0">
                <a:latin typeface="Courier New" charset="0"/>
              </a:rPr>
              <a:t>.4</a:t>
            </a:r>
          </a:p>
        </p:txBody>
      </p:sp>
      <p:sp>
        <p:nvSpPr>
          <p:cNvPr id="19" name="Line 25">
            <a:extLst>
              <a:ext uri="{FF2B5EF4-FFF2-40B4-BE49-F238E27FC236}">
                <a16:creationId xmlns:a16="http://schemas.microsoft.com/office/drawing/2014/main" id="{721267E5-5CDD-B758-D16F-C5F9D1E16C4E}"/>
              </a:ext>
            </a:extLst>
          </p:cNvPr>
          <p:cNvSpPr>
            <a:spLocks noChangeShapeType="1"/>
          </p:cNvSpPr>
          <p:nvPr/>
        </p:nvSpPr>
        <p:spPr bwMode="auto">
          <a:xfrm>
            <a:off x="16074057" y="8838270"/>
            <a:ext cx="1040375" cy="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20" name="Text Box 26">
            <a:extLst>
              <a:ext uri="{FF2B5EF4-FFF2-40B4-BE49-F238E27FC236}">
                <a16:creationId xmlns:a16="http://schemas.microsoft.com/office/drawing/2014/main" id="{B20F1CCF-3F8F-A4A1-2714-D829D80265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811000" y="7995672"/>
            <a:ext cx="1621251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dirty="0">
                <a:latin typeface="Courier New" charset="0"/>
              </a:rPr>
              <a:t>1.0</a:t>
            </a:r>
          </a:p>
        </p:txBody>
      </p:sp>
      <p:sp>
        <p:nvSpPr>
          <p:cNvPr id="21" name="Line 27">
            <a:extLst>
              <a:ext uri="{FF2B5EF4-FFF2-40B4-BE49-F238E27FC236}">
                <a16:creationId xmlns:a16="http://schemas.microsoft.com/office/drawing/2014/main" id="{FF26A3E3-6D65-B4F6-92CD-8883DEA5D5A2}"/>
              </a:ext>
            </a:extLst>
          </p:cNvPr>
          <p:cNvSpPr>
            <a:spLocks noChangeShapeType="1"/>
          </p:cNvSpPr>
          <p:nvPr/>
        </p:nvSpPr>
        <p:spPr bwMode="auto">
          <a:xfrm>
            <a:off x="12849481" y="8893134"/>
            <a:ext cx="1040375" cy="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22" name="Text Box 28">
            <a:extLst>
              <a:ext uri="{FF2B5EF4-FFF2-40B4-BE49-F238E27FC236}">
                <a16:creationId xmlns:a16="http://schemas.microsoft.com/office/drawing/2014/main" id="{012EA144-340D-AA9E-87FF-109DAA4049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996986" y="8006663"/>
            <a:ext cx="1621251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dirty="0">
                <a:latin typeface="Courier New" charset="0"/>
              </a:rPr>
              <a:t>1.0</a:t>
            </a:r>
          </a:p>
        </p:txBody>
      </p:sp>
      <p:sp>
        <p:nvSpPr>
          <p:cNvPr id="23" name="Line 29">
            <a:extLst>
              <a:ext uri="{FF2B5EF4-FFF2-40B4-BE49-F238E27FC236}">
                <a16:creationId xmlns:a16="http://schemas.microsoft.com/office/drawing/2014/main" id="{DB7A68E8-9BF3-405E-CE5E-B389DC32F86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339698" y="5813108"/>
            <a:ext cx="832300" cy="145652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24" name="Text Box 30">
            <a:extLst>
              <a:ext uri="{FF2B5EF4-FFF2-40B4-BE49-F238E27FC236}">
                <a16:creationId xmlns:a16="http://schemas.microsoft.com/office/drawing/2014/main" id="{DD91C0A0-7153-E2EA-FE68-8BD7AF33F4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15622" y="6007299"/>
            <a:ext cx="1248450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dirty="0">
                <a:latin typeface="Courier New" charset="0"/>
              </a:rPr>
              <a:t>.6</a:t>
            </a:r>
          </a:p>
        </p:txBody>
      </p:sp>
      <p:sp>
        <p:nvSpPr>
          <p:cNvPr id="25" name="Line 31">
            <a:extLst>
              <a:ext uri="{FF2B5EF4-FFF2-40B4-BE49-F238E27FC236}">
                <a16:creationId xmlns:a16="http://schemas.microsoft.com/office/drawing/2014/main" id="{C9464C2D-5D8A-54B5-0B28-89A31F69961D}"/>
              </a:ext>
            </a:extLst>
          </p:cNvPr>
          <p:cNvSpPr>
            <a:spLocks noChangeShapeType="1"/>
          </p:cNvSpPr>
          <p:nvPr/>
        </p:nvSpPr>
        <p:spPr bwMode="auto">
          <a:xfrm>
            <a:off x="11307291" y="5910748"/>
            <a:ext cx="624225" cy="145652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26" name="Text Box 32">
            <a:extLst>
              <a:ext uri="{FF2B5EF4-FFF2-40B4-BE49-F238E27FC236}">
                <a16:creationId xmlns:a16="http://schemas.microsoft.com/office/drawing/2014/main" id="{46A7C924-F333-AEF6-BD44-7D4B99DDDB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919577" y="6007299"/>
            <a:ext cx="1248450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>
                <a:latin typeface="Courier New" charset="0"/>
              </a:rPr>
              <a:t>.6</a:t>
            </a:r>
          </a:p>
        </p:txBody>
      </p:sp>
      <p:sp>
        <p:nvSpPr>
          <p:cNvPr id="27" name="Freeform 33">
            <a:extLst>
              <a:ext uri="{FF2B5EF4-FFF2-40B4-BE49-F238E27FC236}">
                <a16:creationId xmlns:a16="http://schemas.microsoft.com/office/drawing/2014/main" id="{8525BD17-DD34-23AC-A8CE-8AB4051356F5}"/>
              </a:ext>
            </a:extLst>
          </p:cNvPr>
          <p:cNvSpPr>
            <a:spLocks/>
          </p:cNvSpPr>
          <p:nvPr/>
        </p:nvSpPr>
        <p:spPr bwMode="auto">
          <a:xfrm>
            <a:off x="7961518" y="2147769"/>
            <a:ext cx="1621251" cy="2167448"/>
          </a:xfrm>
          <a:custGeom>
            <a:avLst/>
            <a:gdLst>
              <a:gd name="T0" fmla="*/ 253 w 374"/>
              <a:gd name="T1" fmla="*/ 500 h 500"/>
              <a:gd name="T2" fmla="*/ 27 w 374"/>
              <a:gd name="T3" fmla="*/ 430 h 500"/>
              <a:gd name="T4" fmla="*/ 9 w 374"/>
              <a:gd name="T5" fmla="*/ 378 h 500"/>
              <a:gd name="T6" fmla="*/ 0 w 374"/>
              <a:gd name="T7" fmla="*/ 352 h 500"/>
              <a:gd name="T8" fmla="*/ 9 w 374"/>
              <a:gd name="T9" fmla="*/ 196 h 500"/>
              <a:gd name="T10" fmla="*/ 70 w 374"/>
              <a:gd name="T11" fmla="*/ 100 h 500"/>
              <a:gd name="T12" fmla="*/ 200 w 374"/>
              <a:gd name="T13" fmla="*/ 4 h 500"/>
              <a:gd name="T14" fmla="*/ 287 w 374"/>
              <a:gd name="T15" fmla="*/ 13 h 500"/>
              <a:gd name="T16" fmla="*/ 348 w 374"/>
              <a:gd name="T17" fmla="*/ 74 h 500"/>
              <a:gd name="T18" fmla="*/ 374 w 374"/>
              <a:gd name="T19" fmla="*/ 117 h 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374" h="500">
                <a:moveTo>
                  <a:pt x="253" y="500"/>
                </a:moveTo>
                <a:cubicBezTo>
                  <a:pt x="181" y="480"/>
                  <a:pt x="89" y="473"/>
                  <a:pt x="27" y="430"/>
                </a:cubicBezTo>
                <a:cubicBezTo>
                  <a:pt x="21" y="412"/>
                  <a:pt x="15" y="395"/>
                  <a:pt x="9" y="378"/>
                </a:cubicBezTo>
                <a:cubicBezTo>
                  <a:pt x="6" y="369"/>
                  <a:pt x="0" y="352"/>
                  <a:pt x="0" y="352"/>
                </a:cubicBezTo>
                <a:cubicBezTo>
                  <a:pt x="3" y="300"/>
                  <a:pt x="3" y="247"/>
                  <a:pt x="9" y="196"/>
                </a:cubicBezTo>
                <a:cubicBezTo>
                  <a:pt x="12" y="163"/>
                  <a:pt x="61" y="110"/>
                  <a:pt x="70" y="100"/>
                </a:cubicBezTo>
                <a:cubicBezTo>
                  <a:pt x="114" y="46"/>
                  <a:pt x="131" y="18"/>
                  <a:pt x="200" y="4"/>
                </a:cubicBezTo>
                <a:cubicBezTo>
                  <a:pt x="229" y="7"/>
                  <a:pt x="260" y="0"/>
                  <a:pt x="287" y="13"/>
                </a:cubicBezTo>
                <a:cubicBezTo>
                  <a:pt x="312" y="25"/>
                  <a:pt x="348" y="74"/>
                  <a:pt x="348" y="74"/>
                </a:cubicBezTo>
                <a:cubicBezTo>
                  <a:pt x="359" y="107"/>
                  <a:pt x="350" y="93"/>
                  <a:pt x="374" y="117"/>
                </a:cubicBezTo>
              </a:path>
            </a:pathLst>
          </a:custGeom>
          <a:noFill/>
          <a:ln w="2857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28" name="Text Box 34">
            <a:extLst>
              <a:ext uri="{FF2B5EF4-FFF2-40B4-BE49-F238E27FC236}">
                <a16:creationId xmlns:a16="http://schemas.microsoft.com/office/drawing/2014/main" id="{22FD46B4-3613-3BFA-06CB-7A176EE1953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63866" y="2182920"/>
            <a:ext cx="1248450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dirty="0">
                <a:latin typeface="Courier New" charset="0"/>
              </a:rPr>
              <a:t>.4</a:t>
            </a:r>
          </a:p>
        </p:txBody>
      </p:sp>
      <p:sp>
        <p:nvSpPr>
          <p:cNvPr id="29" name="Text Box 35">
            <a:extLst>
              <a:ext uri="{FF2B5EF4-FFF2-40B4-BE49-F238E27FC236}">
                <a16:creationId xmlns:a16="http://schemas.microsoft.com/office/drawing/2014/main" id="{86B25AF9-1102-32F6-6EBF-1BF69F0AEB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02930" y="7556742"/>
            <a:ext cx="1647261" cy="255454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>
                <a:latin typeface="Courier New" charset="0"/>
              </a:rPr>
              <a:t>A 1</a:t>
            </a:r>
          </a:p>
          <a:p>
            <a:r>
              <a:rPr lang="en-US" sz="4000">
                <a:latin typeface="Courier New" charset="0"/>
              </a:rPr>
              <a:t>C </a:t>
            </a:r>
          </a:p>
          <a:p>
            <a:r>
              <a:rPr lang="en-US" sz="4000">
                <a:latin typeface="Courier New" charset="0"/>
              </a:rPr>
              <a:t>G</a:t>
            </a:r>
          </a:p>
          <a:p>
            <a:r>
              <a:rPr lang="en-US" sz="4000">
                <a:latin typeface="Courier New" charset="0"/>
              </a:rPr>
              <a:t>T</a:t>
            </a:r>
          </a:p>
        </p:txBody>
      </p:sp>
      <p:sp>
        <p:nvSpPr>
          <p:cNvPr id="32" name="Text Box 30">
            <a:extLst>
              <a:ext uri="{FF2B5EF4-FFF2-40B4-BE49-F238E27FC236}">
                <a16:creationId xmlns:a16="http://schemas.microsoft.com/office/drawing/2014/main" id="{BA1C9014-3223-B090-8E79-38AE19CF855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40664" y="5887584"/>
            <a:ext cx="2544089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i="1" dirty="0">
                <a:solidFill>
                  <a:schemeClr val="tx2">
                    <a:lumMod val="60000"/>
                    <a:lumOff val="40000"/>
                  </a:schemeClr>
                </a:solidFill>
                <a:latin typeface="Courier New" charset="0"/>
              </a:rPr>
              <a:t>state</a:t>
            </a:r>
          </a:p>
        </p:txBody>
      </p:sp>
      <p:sp>
        <p:nvSpPr>
          <p:cNvPr id="33" name="Text Box 30">
            <a:extLst>
              <a:ext uri="{FF2B5EF4-FFF2-40B4-BE49-F238E27FC236}">
                <a16:creationId xmlns:a16="http://schemas.microsoft.com/office/drawing/2014/main" id="{76AADEE6-859E-EB7F-E1DA-C1B42D519C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69223" y="5887584"/>
            <a:ext cx="2544089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i="1" dirty="0">
                <a:solidFill>
                  <a:schemeClr val="tx2">
                    <a:lumMod val="60000"/>
                    <a:lumOff val="40000"/>
                  </a:schemeClr>
                </a:solidFill>
                <a:latin typeface="Courier New" charset="0"/>
              </a:rPr>
              <a:t>state</a:t>
            </a:r>
          </a:p>
        </p:txBody>
      </p:sp>
      <p:sp>
        <p:nvSpPr>
          <p:cNvPr id="34" name="Rectangle 2">
            <a:extLst>
              <a:ext uri="{FF2B5EF4-FFF2-40B4-BE49-F238E27FC236}">
                <a16:creationId xmlns:a16="http://schemas.microsoft.com/office/drawing/2014/main" id="{54FBF3FF-0D0E-CEDF-8059-C436F49C479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88436" y="5880888"/>
            <a:ext cx="4086248" cy="648072"/>
          </a:xfrm>
          <a:prstGeom prst="rect">
            <a:avLst/>
          </a:prstGeom>
          <a:noFill/>
          <a:ln w="9525">
            <a:solidFill>
              <a:schemeClr val="bg1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+mj-lt"/>
                <a:ea typeface="ＭＳ Ｐゴシック" charset="-128"/>
                <a:cs typeface="ＭＳ Ｐゴシック" charset="-128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charset="0"/>
                <a:ea typeface="ＭＳ Ｐゴシック" charset="-128"/>
                <a:cs typeface="ＭＳ Ｐゴシック" charset="-128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charset="0"/>
                <a:ea typeface="ＭＳ Ｐゴシック" charset="-128"/>
                <a:cs typeface="ＭＳ Ｐゴシック" charset="-128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charset="0"/>
                <a:ea typeface="ＭＳ Ｐゴシック" charset="-128"/>
                <a:cs typeface="ＭＳ Ｐゴシック" charset="-128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charset="0"/>
                <a:ea typeface="ＭＳ Ｐゴシック" charset="-128"/>
                <a:cs typeface="ＭＳ Ｐゴシック" charset="-128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charset="0"/>
              </a:defRPr>
            </a:lvl9pPr>
          </a:lstStyle>
          <a:p>
            <a:pPr eaLnBrk="1" hangingPunct="1"/>
            <a:r>
              <a:rPr lang="en-US" sz="2800" b="1" dirty="0">
                <a:solidFill>
                  <a:srgbClr val="C00000"/>
                </a:solidFill>
              </a:rPr>
              <a:t>state</a:t>
            </a:r>
            <a:endParaRPr lang="en-US" sz="2800" dirty="0">
              <a:solidFill>
                <a:srgbClr val="C00000"/>
              </a:solidFill>
            </a:endParaRPr>
          </a:p>
        </p:txBody>
      </p:sp>
      <p:sp>
        <p:nvSpPr>
          <p:cNvPr id="35" name="Rectangle 2">
            <a:extLst>
              <a:ext uri="{FF2B5EF4-FFF2-40B4-BE49-F238E27FC236}">
                <a16:creationId xmlns:a16="http://schemas.microsoft.com/office/drawing/2014/main" id="{C174B821-0078-5432-5250-9D9E109462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21448" y="5880888"/>
            <a:ext cx="4086248" cy="648072"/>
          </a:xfrm>
          <a:prstGeom prst="rect">
            <a:avLst/>
          </a:prstGeom>
          <a:noFill/>
          <a:ln w="9525">
            <a:solidFill>
              <a:schemeClr val="bg1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+mj-lt"/>
                <a:ea typeface="ＭＳ Ｐゴシック" charset="-128"/>
                <a:cs typeface="ＭＳ Ｐゴシック" charset="-128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charset="0"/>
                <a:ea typeface="ＭＳ Ｐゴシック" charset="-128"/>
                <a:cs typeface="ＭＳ Ｐゴシック" charset="-128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charset="0"/>
                <a:ea typeface="ＭＳ Ｐゴシック" charset="-128"/>
                <a:cs typeface="ＭＳ Ｐゴシック" charset="-128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charset="0"/>
                <a:ea typeface="ＭＳ Ｐゴシック" charset="-128"/>
                <a:cs typeface="ＭＳ Ｐゴシック" charset="-128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charset="0"/>
                <a:ea typeface="ＭＳ Ｐゴシック" charset="-128"/>
                <a:cs typeface="ＭＳ Ｐゴシック" charset="-128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charset="0"/>
              </a:defRPr>
            </a:lvl9pPr>
          </a:lstStyle>
          <a:p>
            <a:pPr eaLnBrk="1" hangingPunct="1"/>
            <a:r>
              <a:rPr lang="en-US" sz="2800" b="1" dirty="0">
                <a:solidFill>
                  <a:srgbClr val="C00000"/>
                </a:solidFill>
              </a:rPr>
              <a:t>state</a:t>
            </a:r>
            <a:endParaRPr lang="en-US" sz="2800" dirty="0">
              <a:solidFill>
                <a:srgbClr val="C00000"/>
              </a:solidFill>
            </a:endParaRPr>
          </a:p>
        </p:txBody>
      </p:sp>
      <p:sp>
        <p:nvSpPr>
          <p:cNvPr id="36" name="Line 18">
            <a:extLst>
              <a:ext uri="{FF2B5EF4-FFF2-40B4-BE49-F238E27FC236}">
                <a16:creationId xmlns:a16="http://schemas.microsoft.com/office/drawing/2014/main" id="{6F3FF82D-5DE3-9979-50CC-9D4E07CFF01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947991" y="6528960"/>
            <a:ext cx="6697" cy="946561"/>
          </a:xfrm>
          <a:prstGeom prst="line">
            <a:avLst/>
          </a:prstGeom>
          <a:noFill/>
          <a:ln w="28575">
            <a:solidFill>
              <a:srgbClr val="C00000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37" name="Line 18">
            <a:extLst>
              <a:ext uri="{FF2B5EF4-FFF2-40B4-BE49-F238E27FC236}">
                <a16:creationId xmlns:a16="http://schemas.microsoft.com/office/drawing/2014/main" id="{5C10BEAD-3EB0-992A-EB97-CED3B0DD5E5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264572" y="6575513"/>
            <a:ext cx="6697" cy="946561"/>
          </a:xfrm>
          <a:prstGeom prst="line">
            <a:avLst/>
          </a:prstGeom>
          <a:noFill/>
          <a:ln w="28575">
            <a:solidFill>
              <a:srgbClr val="C00000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/>
          </a:p>
        </p:txBody>
      </p:sp>
    </p:spTree>
    <p:extLst>
      <p:ext uri="{BB962C8B-B14F-4D97-AF65-F5344CB8AC3E}">
        <p14:creationId xmlns:p14="http://schemas.microsoft.com/office/powerpoint/2010/main" val="102087165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F53D2-8F1C-539D-A7B0-F0E393586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F150B67-8B44-84DA-A2FD-1C1BCD3EE249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D30274-56A2-1F0A-B754-C9B20EF46F87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31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28AA59DF-1B61-DB91-6B95-A71F045B32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8675" y="458787"/>
            <a:ext cx="19441062" cy="738817"/>
          </a:xfrm>
        </p:spPr>
        <p:txBody>
          <a:bodyPr>
            <a:noAutofit/>
          </a:bodyPr>
          <a:lstStyle/>
          <a:p>
            <a:r>
              <a:rPr lang="en-US" sz="6000" dirty="0">
                <a:latin typeface="Raleway" pitchFamily="2" charset="77"/>
              </a:rPr>
              <a:t>A simple DNA HMM</a:t>
            </a:r>
          </a:p>
        </p:txBody>
      </p:sp>
      <p:sp>
        <p:nvSpPr>
          <p:cNvPr id="2" name="Text Box 6">
            <a:extLst>
              <a:ext uri="{FF2B5EF4-FFF2-40B4-BE49-F238E27FC236}">
                <a16:creationId xmlns:a16="http://schemas.microsoft.com/office/drawing/2014/main" id="{7A891663-CBBD-ECC4-809B-939C527D24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4374" y="2003167"/>
            <a:ext cx="4267435" cy="2862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3600" dirty="0">
                <a:latin typeface="Courier New" charset="0"/>
              </a:rPr>
              <a:t>ACA</a:t>
            </a:r>
            <a:r>
              <a:rPr lang="en-US" sz="3600" dirty="0">
                <a:solidFill>
                  <a:srgbClr val="FF00FF"/>
                </a:solidFill>
                <a:latin typeface="Courier New" charset="0"/>
              </a:rPr>
              <a:t>---</a:t>
            </a:r>
            <a:r>
              <a:rPr lang="en-US" sz="3600" dirty="0">
                <a:latin typeface="Courier New" charset="0"/>
              </a:rPr>
              <a:t>ATG</a:t>
            </a:r>
          </a:p>
          <a:p>
            <a:r>
              <a:rPr lang="en-US" sz="3600" dirty="0">
                <a:latin typeface="Courier New" charset="0"/>
              </a:rPr>
              <a:t>TCA</a:t>
            </a:r>
            <a:r>
              <a:rPr lang="en-US" sz="3600" dirty="0">
                <a:solidFill>
                  <a:srgbClr val="FF00FF"/>
                </a:solidFill>
                <a:latin typeface="Courier New" charset="0"/>
              </a:rPr>
              <a:t>ACT</a:t>
            </a:r>
            <a:r>
              <a:rPr lang="en-US" sz="3600" dirty="0">
                <a:latin typeface="Courier New" charset="0"/>
              </a:rPr>
              <a:t>ATC</a:t>
            </a:r>
          </a:p>
          <a:p>
            <a:r>
              <a:rPr lang="en-US" sz="3600" dirty="0">
                <a:latin typeface="Courier New" charset="0"/>
              </a:rPr>
              <a:t>ACA</a:t>
            </a:r>
            <a:r>
              <a:rPr lang="en-US" sz="3600" dirty="0">
                <a:solidFill>
                  <a:srgbClr val="FF00FF"/>
                </a:solidFill>
                <a:latin typeface="Courier New" charset="0"/>
              </a:rPr>
              <a:t>C--</a:t>
            </a:r>
            <a:r>
              <a:rPr lang="en-US" sz="3600" dirty="0">
                <a:latin typeface="Courier New" charset="0"/>
              </a:rPr>
              <a:t>AGC</a:t>
            </a:r>
          </a:p>
          <a:p>
            <a:r>
              <a:rPr lang="en-US" sz="3600" dirty="0">
                <a:latin typeface="Courier New" charset="0"/>
              </a:rPr>
              <a:t>AGA</a:t>
            </a:r>
            <a:r>
              <a:rPr lang="en-US" sz="3600" dirty="0">
                <a:solidFill>
                  <a:srgbClr val="FF00FF"/>
                </a:solidFill>
                <a:latin typeface="Courier New" charset="0"/>
              </a:rPr>
              <a:t>---</a:t>
            </a:r>
            <a:r>
              <a:rPr lang="en-US" sz="3600" dirty="0">
                <a:latin typeface="Courier New" charset="0"/>
              </a:rPr>
              <a:t>ATC</a:t>
            </a:r>
          </a:p>
          <a:p>
            <a:r>
              <a:rPr lang="en-US" sz="3600" dirty="0">
                <a:latin typeface="Courier New" charset="0"/>
              </a:rPr>
              <a:t>ACC</a:t>
            </a:r>
            <a:r>
              <a:rPr lang="en-US" sz="3600" dirty="0">
                <a:solidFill>
                  <a:srgbClr val="FF00FF"/>
                </a:solidFill>
                <a:latin typeface="Courier New" charset="0"/>
              </a:rPr>
              <a:t>G--</a:t>
            </a:r>
            <a:r>
              <a:rPr lang="en-US" sz="3600" dirty="0">
                <a:latin typeface="Courier New" charset="0"/>
              </a:rPr>
              <a:t>ATC</a:t>
            </a:r>
            <a:endParaRPr lang="en-US" sz="4000" dirty="0">
              <a:latin typeface="Courier New" charset="0"/>
            </a:endParaRPr>
          </a:p>
        </p:txBody>
      </p:sp>
      <p:sp>
        <p:nvSpPr>
          <p:cNvPr id="4" name="Text Box 10">
            <a:extLst>
              <a:ext uri="{FF2B5EF4-FFF2-40B4-BE49-F238E27FC236}">
                <a16:creationId xmlns:a16="http://schemas.microsoft.com/office/drawing/2014/main" id="{92C9F367-2062-AE54-539B-4E53B05B2A1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08774" y="7572756"/>
            <a:ext cx="2020062" cy="255454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>
                <a:latin typeface="Courier New" charset="0"/>
              </a:rPr>
              <a:t>A .8</a:t>
            </a:r>
          </a:p>
          <a:p>
            <a:r>
              <a:rPr lang="en-US" sz="4000">
                <a:latin typeface="Courier New" charset="0"/>
              </a:rPr>
              <a:t>C</a:t>
            </a:r>
          </a:p>
          <a:p>
            <a:r>
              <a:rPr lang="en-US" sz="4000">
                <a:latin typeface="Courier New" charset="0"/>
              </a:rPr>
              <a:t>G</a:t>
            </a:r>
          </a:p>
          <a:p>
            <a:r>
              <a:rPr lang="en-US" sz="4000">
                <a:latin typeface="Courier New" charset="0"/>
              </a:rPr>
              <a:t>T .2</a:t>
            </a:r>
          </a:p>
        </p:txBody>
      </p:sp>
      <p:sp>
        <p:nvSpPr>
          <p:cNvPr id="5" name="Text Box 11">
            <a:extLst>
              <a:ext uri="{FF2B5EF4-FFF2-40B4-BE49-F238E27FC236}">
                <a16:creationId xmlns:a16="http://schemas.microsoft.com/office/drawing/2014/main" id="{FBDE3EBA-82E0-A10C-AB16-871F14661B9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12447" y="7572756"/>
            <a:ext cx="2020062" cy="255454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>
                <a:latin typeface="Courier New" charset="0"/>
              </a:rPr>
              <a:t>A</a:t>
            </a:r>
          </a:p>
          <a:p>
            <a:r>
              <a:rPr lang="en-US" sz="4000">
                <a:latin typeface="Courier New" charset="0"/>
              </a:rPr>
              <a:t>C .8</a:t>
            </a:r>
          </a:p>
          <a:p>
            <a:r>
              <a:rPr lang="en-US" sz="4000">
                <a:latin typeface="Courier New" charset="0"/>
              </a:rPr>
              <a:t>G .2</a:t>
            </a:r>
          </a:p>
          <a:p>
            <a:r>
              <a:rPr lang="en-US" sz="4000">
                <a:latin typeface="Courier New" charset="0"/>
              </a:rPr>
              <a:t>T</a:t>
            </a:r>
          </a:p>
        </p:txBody>
      </p:sp>
      <p:sp>
        <p:nvSpPr>
          <p:cNvPr id="6" name="Text Box 13">
            <a:extLst>
              <a:ext uri="{FF2B5EF4-FFF2-40B4-BE49-F238E27FC236}">
                <a16:creationId xmlns:a16="http://schemas.microsoft.com/office/drawing/2014/main" id="{D6CF56BC-DE73-4E2F-F2D9-6023266FAD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16120" y="7572756"/>
            <a:ext cx="2020062" cy="255454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dirty="0">
                <a:latin typeface="Courier New" charset="0"/>
              </a:rPr>
              <a:t>A .8</a:t>
            </a:r>
          </a:p>
          <a:p>
            <a:r>
              <a:rPr lang="en-US" sz="4000" dirty="0">
                <a:latin typeface="Courier New" charset="0"/>
              </a:rPr>
              <a:t>C .2</a:t>
            </a:r>
          </a:p>
          <a:p>
            <a:r>
              <a:rPr lang="en-US" sz="4000" dirty="0">
                <a:latin typeface="Courier New" charset="0"/>
              </a:rPr>
              <a:t>G</a:t>
            </a:r>
          </a:p>
          <a:p>
            <a:r>
              <a:rPr lang="en-US" sz="4000" dirty="0">
                <a:latin typeface="Courier New" charset="0"/>
              </a:rPr>
              <a:t>T</a:t>
            </a:r>
          </a:p>
        </p:txBody>
      </p:sp>
      <p:sp>
        <p:nvSpPr>
          <p:cNvPr id="10" name="Text Box 15">
            <a:extLst>
              <a:ext uri="{FF2B5EF4-FFF2-40B4-BE49-F238E27FC236}">
                <a16:creationId xmlns:a16="http://schemas.microsoft.com/office/drawing/2014/main" id="{998CF8EA-B554-A831-E473-48C9A555FF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950665" y="7542028"/>
            <a:ext cx="2020062" cy="255454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dirty="0">
                <a:latin typeface="Courier New" charset="0"/>
              </a:rPr>
              <a:t>A</a:t>
            </a:r>
          </a:p>
          <a:p>
            <a:r>
              <a:rPr lang="en-US" sz="4000" dirty="0">
                <a:latin typeface="Courier New" charset="0"/>
              </a:rPr>
              <a:t>C</a:t>
            </a:r>
          </a:p>
          <a:p>
            <a:r>
              <a:rPr lang="en-US" sz="4000" dirty="0">
                <a:latin typeface="Courier New" charset="0"/>
              </a:rPr>
              <a:t>G .2</a:t>
            </a:r>
          </a:p>
          <a:p>
            <a:r>
              <a:rPr lang="en-US" sz="4000" dirty="0">
                <a:latin typeface="Courier New" charset="0"/>
              </a:rPr>
              <a:t>T .8</a:t>
            </a:r>
          </a:p>
        </p:txBody>
      </p:sp>
      <p:sp>
        <p:nvSpPr>
          <p:cNvPr id="11" name="Text Box 16">
            <a:extLst>
              <a:ext uri="{FF2B5EF4-FFF2-40B4-BE49-F238E27FC236}">
                <a16:creationId xmlns:a16="http://schemas.microsoft.com/office/drawing/2014/main" id="{CF7EBF11-E680-4EC2-8497-D8C02D671B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254338" y="7605017"/>
            <a:ext cx="2020062" cy="255454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>
                <a:latin typeface="Courier New" charset="0"/>
              </a:rPr>
              <a:t>A</a:t>
            </a:r>
          </a:p>
          <a:p>
            <a:r>
              <a:rPr lang="en-US" sz="4000">
                <a:latin typeface="Courier New" charset="0"/>
              </a:rPr>
              <a:t>C .8</a:t>
            </a:r>
          </a:p>
          <a:p>
            <a:r>
              <a:rPr lang="en-US" sz="4000">
                <a:latin typeface="Courier New" charset="0"/>
              </a:rPr>
              <a:t>G .2</a:t>
            </a:r>
          </a:p>
          <a:p>
            <a:r>
              <a:rPr lang="en-US" sz="4000">
                <a:latin typeface="Courier New" charset="0"/>
              </a:rPr>
              <a:t>T</a:t>
            </a:r>
          </a:p>
        </p:txBody>
      </p:sp>
      <p:sp>
        <p:nvSpPr>
          <p:cNvPr id="12" name="Text Box 17">
            <a:extLst>
              <a:ext uri="{FF2B5EF4-FFF2-40B4-BE49-F238E27FC236}">
                <a16:creationId xmlns:a16="http://schemas.microsoft.com/office/drawing/2014/main" id="{1C7A2DEF-28C2-78A4-CE85-EFF96FD48D6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243156" y="3178039"/>
            <a:ext cx="2020062" cy="255454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dirty="0">
                <a:latin typeface="Courier New" charset="0"/>
              </a:rPr>
              <a:t>A .2</a:t>
            </a:r>
          </a:p>
          <a:p>
            <a:r>
              <a:rPr lang="en-US" sz="4000" dirty="0">
                <a:latin typeface="Courier New" charset="0"/>
              </a:rPr>
              <a:t>C .4</a:t>
            </a:r>
          </a:p>
          <a:p>
            <a:r>
              <a:rPr lang="en-US" sz="4000" dirty="0">
                <a:latin typeface="Courier New" charset="0"/>
              </a:rPr>
              <a:t>G .2</a:t>
            </a:r>
          </a:p>
          <a:p>
            <a:r>
              <a:rPr lang="en-US" sz="4000" dirty="0">
                <a:latin typeface="Courier New" charset="0"/>
              </a:rPr>
              <a:t>T .2</a:t>
            </a:r>
          </a:p>
        </p:txBody>
      </p:sp>
      <p:sp>
        <p:nvSpPr>
          <p:cNvPr id="13" name="Line 18">
            <a:extLst>
              <a:ext uri="{FF2B5EF4-FFF2-40B4-BE49-F238E27FC236}">
                <a16:creationId xmlns:a16="http://schemas.microsoft.com/office/drawing/2014/main" id="{5621EBE7-6F6A-A370-0F05-5C2A57FD5CDF}"/>
              </a:ext>
            </a:extLst>
          </p:cNvPr>
          <p:cNvSpPr>
            <a:spLocks noChangeShapeType="1"/>
          </p:cNvSpPr>
          <p:nvPr/>
        </p:nvSpPr>
        <p:spPr bwMode="auto">
          <a:xfrm>
            <a:off x="3237904" y="8893134"/>
            <a:ext cx="1040375" cy="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14" name="Text Box 20">
            <a:extLst>
              <a:ext uri="{FF2B5EF4-FFF2-40B4-BE49-F238E27FC236}">
                <a16:creationId xmlns:a16="http://schemas.microsoft.com/office/drawing/2014/main" id="{6620C641-CD49-A289-09F7-E6E5D8B72DF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84984" y="7995672"/>
            <a:ext cx="1621251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>
                <a:latin typeface="Courier New" charset="0"/>
              </a:rPr>
              <a:t>1.0</a:t>
            </a:r>
          </a:p>
        </p:txBody>
      </p:sp>
      <p:sp>
        <p:nvSpPr>
          <p:cNvPr id="15" name="Line 21">
            <a:extLst>
              <a:ext uri="{FF2B5EF4-FFF2-40B4-BE49-F238E27FC236}">
                <a16:creationId xmlns:a16="http://schemas.microsoft.com/office/drawing/2014/main" id="{379C33F0-8F45-728D-22C3-A7D27BA042FA}"/>
              </a:ext>
            </a:extLst>
          </p:cNvPr>
          <p:cNvSpPr>
            <a:spLocks noChangeShapeType="1"/>
          </p:cNvSpPr>
          <p:nvPr/>
        </p:nvSpPr>
        <p:spPr bwMode="auto">
          <a:xfrm>
            <a:off x="6600541" y="8893134"/>
            <a:ext cx="1040375" cy="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 dirty="0"/>
          </a:p>
        </p:txBody>
      </p:sp>
      <p:sp>
        <p:nvSpPr>
          <p:cNvPr id="16" name="Text Box 22">
            <a:extLst>
              <a:ext uri="{FF2B5EF4-FFF2-40B4-BE49-F238E27FC236}">
                <a16:creationId xmlns:a16="http://schemas.microsoft.com/office/drawing/2014/main" id="{CD4C855C-E725-F956-55BE-E27CE58146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00109" y="7945819"/>
            <a:ext cx="1127514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dirty="0">
                <a:latin typeface="Courier New" charset="0"/>
              </a:rPr>
              <a:t>1.0</a:t>
            </a:r>
          </a:p>
        </p:txBody>
      </p:sp>
      <p:sp>
        <p:nvSpPr>
          <p:cNvPr id="17" name="Line 23">
            <a:extLst>
              <a:ext uri="{FF2B5EF4-FFF2-40B4-BE49-F238E27FC236}">
                <a16:creationId xmlns:a16="http://schemas.microsoft.com/office/drawing/2014/main" id="{A780E901-9322-8CB6-59F6-97B267413DEB}"/>
              </a:ext>
            </a:extLst>
          </p:cNvPr>
          <p:cNvSpPr>
            <a:spLocks noChangeShapeType="1"/>
          </p:cNvSpPr>
          <p:nvPr/>
        </p:nvSpPr>
        <p:spPr bwMode="auto">
          <a:xfrm>
            <a:off x="9913482" y="8893134"/>
            <a:ext cx="1040375" cy="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18" name="Text Box 24">
            <a:extLst>
              <a:ext uri="{FF2B5EF4-FFF2-40B4-BE49-F238E27FC236}">
                <a16:creationId xmlns:a16="http://schemas.microsoft.com/office/drawing/2014/main" id="{C5665EF2-EA01-1CFA-0FDC-CB150DE1B2F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873727" y="7954612"/>
            <a:ext cx="1248450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dirty="0">
                <a:latin typeface="Courier New" charset="0"/>
              </a:rPr>
              <a:t>.4</a:t>
            </a:r>
          </a:p>
        </p:txBody>
      </p:sp>
      <p:sp>
        <p:nvSpPr>
          <p:cNvPr id="19" name="Line 25">
            <a:extLst>
              <a:ext uri="{FF2B5EF4-FFF2-40B4-BE49-F238E27FC236}">
                <a16:creationId xmlns:a16="http://schemas.microsoft.com/office/drawing/2014/main" id="{F611D47E-4E4D-04B9-2034-B838D39F90BB}"/>
              </a:ext>
            </a:extLst>
          </p:cNvPr>
          <p:cNvSpPr>
            <a:spLocks noChangeShapeType="1"/>
          </p:cNvSpPr>
          <p:nvPr/>
        </p:nvSpPr>
        <p:spPr bwMode="auto">
          <a:xfrm>
            <a:off x="16074057" y="8838270"/>
            <a:ext cx="1040375" cy="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20" name="Text Box 26">
            <a:extLst>
              <a:ext uri="{FF2B5EF4-FFF2-40B4-BE49-F238E27FC236}">
                <a16:creationId xmlns:a16="http://schemas.microsoft.com/office/drawing/2014/main" id="{31746958-F71C-7614-325E-9D890D0D1D7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811000" y="7995672"/>
            <a:ext cx="1621251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dirty="0">
                <a:latin typeface="Courier New" charset="0"/>
              </a:rPr>
              <a:t>1.0</a:t>
            </a:r>
          </a:p>
        </p:txBody>
      </p:sp>
      <p:sp>
        <p:nvSpPr>
          <p:cNvPr id="21" name="Line 27">
            <a:extLst>
              <a:ext uri="{FF2B5EF4-FFF2-40B4-BE49-F238E27FC236}">
                <a16:creationId xmlns:a16="http://schemas.microsoft.com/office/drawing/2014/main" id="{E222AC0E-E8FF-0E22-53C7-4DA2E665D85F}"/>
              </a:ext>
            </a:extLst>
          </p:cNvPr>
          <p:cNvSpPr>
            <a:spLocks noChangeShapeType="1"/>
          </p:cNvSpPr>
          <p:nvPr/>
        </p:nvSpPr>
        <p:spPr bwMode="auto">
          <a:xfrm>
            <a:off x="12849481" y="8893134"/>
            <a:ext cx="1040375" cy="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22" name="Text Box 28">
            <a:extLst>
              <a:ext uri="{FF2B5EF4-FFF2-40B4-BE49-F238E27FC236}">
                <a16:creationId xmlns:a16="http://schemas.microsoft.com/office/drawing/2014/main" id="{0A5C9255-E750-C79D-2083-0287082AD8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996986" y="8006663"/>
            <a:ext cx="1621251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dirty="0">
                <a:latin typeface="Courier New" charset="0"/>
              </a:rPr>
              <a:t>1.0</a:t>
            </a:r>
          </a:p>
        </p:txBody>
      </p:sp>
      <p:sp>
        <p:nvSpPr>
          <p:cNvPr id="23" name="Line 29">
            <a:extLst>
              <a:ext uri="{FF2B5EF4-FFF2-40B4-BE49-F238E27FC236}">
                <a16:creationId xmlns:a16="http://schemas.microsoft.com/office/drawing/2014/main" id="{0DF5D014-D762-A57C-FE36-9D36DB3A267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339698" y="5813108"/>
            <a:ext cx="832300" cy="145652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24" name="Text Box 30">
            <a:extLst>
              <a:ext uri="{FF2B5EF4-FFF2-40B4-BE49-F238E27FC236}">
                <a16:creationId xmlns:a16="http://schemas.microsoft.com/office/drawing/2014/main" id="{D0D2333E-0F8C-DAF7-B94C-D411B5BEB6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15622" y="6007299"/>
            <a:ext cx="1248450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dirty="0">
                <a:latin typeface="Courier New" charset="0"/>
              </a:rPr>
              <a:t>.6</a:t>
            </a:r>
          </a:p>
        </p:txBody>
      </p:sp>
      <p:sp>
        <p:nvSpPr>
          <p:cNvPr id="25" name="Line 31">
            <a:extLst>
              <a:ext uri="{FF2B5EF4-FFF2-40B4-BE49-F238E27FC236}">
                <a16:creationId xmlns:a16="http://schemas.microsoft.com/office/drawing/2014/main" id="{54E93C9F-313E-08D7-DD38-0948C817184D}"/>
              </a:ext>
            </a:extLst>
          </p:cNvPr>
          <p:cNvSpPr>
            <a:spLocks noChangeShapeType="1"/>
          </p:cNvSpPr>
          <p:nvPr/>
        </p:nvSpPr>
        <p:spPr bwMode="auto">
          <a:xfrm>
            <a:off x="11307291" y="5910748"/>
            <a:ext cx="624225" cy="145652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26" name="Text Box 32">
            <a:extLst>
              <a:ext uri="{FF2B5EF4-FFF2-40B4-BE49-F238E27FC236}">
                <a16:creationId xmlns:a16="http://schemas.microsoft.com/office/drawing/2014/main" id="{12113378-C967-81FD-3A0C-AE786050841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919577" y="6007299"/>
            <a:ext cx="1248450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>
                <a:latin typeface="Courier New" charset="0"/>
              </a:rPr>
              <a:t>.6</a:t>
            </a:r>
          </a:p>
        </p:txBody>
      </p:sp>
      <p:sp>
        <p:nvSpPr>
          <p:cNvPr id="27" name="Freeform 33">
            <a:extLst>
              <a:ext uri="{FF2B5EF4-FFF2-40B4-BE49-F238E27FC236}">
                <a16:creationId xmlns:a16="http://schemas.microsoft.com/office/drawing/2014/main" id="{F7A7B0E9-64F8-C036-47DD-3E7B0D4688F1}"/>
              </a:ext>
            </a:extLst>
          </p:cNvPr>
          <p:cNvSpPr>
            <a:spLocks/>
          </p:cNvSpPr>
          <p:nvPr/>
        </p:nvSpPr>
        <p:spPr bwMode="auto">
          <a:xfrm>
            <a:off x="7961518" y="2147769"/>
            <a:ext cx="1621251" cy="2167448"/>
          </a:xfrm>
          <a:custGeom>
            <a:avLst/>
            <a:gdLst>
              <a:gd name="T0" fmla="*/ 253 w 374"/>
              <a:gd name="T1" fmla="*/ 500 h 500"/>
              <a:gd name="T2" fmla="*/ 27 w 374"/>
              <a:gd name="T3" fmla="*/ 430 h 500"/>
              <a:gd name="T4" fmla="*/ 9 w 374"/>
              <a:gd name="T5" fmla="*/ 378 h 500"/>
              <a:gd name="T6" fmla="*/ 0 w 374"/>
              <a:gd name="T7" fmla="*/ 352 h 500"/>
              <a:gd name="T8" fmla="*/ 9 w 374"/>
              <a:gd name="T9" fmla="*/ 196 h 500"/>
              <a:gd name="T10" fmla="*/ 70 w 374"/>
              <a:gd name="T11" fmla="*/ 100 h 500"/>
              <a:gd name="T12" fmla="*/ 200 w 374"/>
              <a:gd name="T13" fmla="*/ 4 h 500"/>
              <a:gd name="T14" fmla="*/ 287 w 374"/>
              <a:gd name="T15" fmla="*/ 13 h 500"/>
              <a:gd name="T16" fmla="*/ 348 w 374"/>
              <a:gd name="T17" fmla="*/ 74 h 500"/>
              <a:gd name="T18" fmla="*/ 374 w 374"/>
              <a:gd name="T19" fmla="*/ 117 h 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374" h="500">
                <a:moveTo>
                  <a:pt x="253" y="500"/>
                </a:moveTo>
                <a:cubicBezTo>
                  <a:pt x="181" y="480"/>
                  <a:pt x="89" y="473"/>
                  <a:pt x="27" y="430"/>
                </a:cubicBezTo>
                <a:cubicBezTo>
                  <a:pt x="21" y="412"/>
                  <a:pt x="15" y="395"/>
                  <a:pt x="9" y="378"/>
                </a:cubicBezTo>
                <a:cubicBezTo>
                  <a:pt x="6" y="369"/>
                  <a:pt x="0" y="352"/>
                  <a:pt x="0" y="352"/>
                </a:cubicBezTo>
                <a:cubicBezTo>
                  <a:pt x="3" y="300"/>
                  <a:pt x="3" y="247"/>
                  <a:pt x="9" y="196"/>
                </a:cubicBezTo>
                <a:cubicBezTo>
                  <a:pt x="12" y="163"/>
                  <a:pt x="61" y="110"/>
                  <a:pt x="70" y="100"/>
                </a:cubicBezTo>
                <a:cubicBezTo>
                  <a:pt x="114" y="46"/>
                  <a:pt x="131" y="18"/>
                  <a:pt x="200" y="4"/>
                </a:cubicBezTo>
                <a:cubicBezTo>
                  <a:pt x="229" y="7"/>
                  <a:pt x="260" y="0"/>
                  <a:pt x="287" y="13"/>
                </a:cubicBezTo>
                <a:cubicBezTo>
                  <a:pt x="312" y="25"/>
                  <a:pt x="348" y="74"/>
                  <a:pt x="348" y="74"/>
                </a:cubicBezTo>
                <a:cubicBezTo>
                  <a:pt x="359" y="107"/>
                  <a:pt x="350" y="93"/>
                  <a:pt x="374" y="117"/>
                </a:cubicBezTo>
              </a:path>
            </a:pathLst>
          </a:custGeom>
          <a:noFill/>
          <a:ln w="2857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28" name="Text Box 34">
            <a:extLst>
              <a:ext uri="{FF2B5EF4-FFF2-40B4-BE49-F238E27FC236}">
                <a16:creationId xmlns:a16="http://schemas.microsoft.com/office/drawing/2014/main" id="{5BAFB319-1A4D-0DC2-05FB-358CE6A23B7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63866" y="2182920"/>
            <a:ext cx="1248450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dirty="0">
                <a:latin typeface="Courier New" charset="0"/>
              </a:rPr>
              <a:t>.4</a:t>
            </a:r>
          </a:p>
        </p:txBody>
      </p:sp>
      <p:sp>
        <p:nvSpPr>
          <p:cNvPr id="29" name="Text Box 35">
            <a:extLst>
              <a:ext uri="{FF2B5EF4-FFF2-40B4-BE49-F238E27FC236}">
                <a16:creationId xmlns:a16="http://schemas.microsoft.com/office/drawing/2014/main" id="{6E291507-9651-3ED0-6F9D-FDA322C3C8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02930" y="7556742"/>
            <a:ext cx="1647261" cy="255454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>
                <a:latin typeface="Courier New" charset="0"/>
              </a:rPr>
              <a:t>A 1</a:t>
            </a:r>
          </a:p>
          <a:p>
            <a:r>
              <a:rPr lang="en-US" sz="4000">
                <a:latin typeface="Courier New" charset="0"/>
              </a:rPr>
              <a:t>C </a:t>
            </a:r>
          </a:p>
          <a:p>
            <a:r>
              <a:rPr lang="en-US" sz="4000">
                <a:latin typeface="Courier New" charset="0"/>
              </a:rPr>
              <a:t>G</a:t>
            </a:r>
          </a:p>
          <a:p>
            <a:r>
              <a:rPr lang="en-US" sz="4000">
                <a:latin typeface="Courier New" charset="0"/>
              </a:rPr>
              <a:t>T</a:t>
            </a:r>
          </a:p>
        </p:txBody>
      </p:sp>
      <p:sp>
        <p:nvSpPr>
          <p:cNvPr id="32" name="Text Box 30">
            <a:extLst>
              <a:ext uri="{FF2B5EF4-FFF2-40B4-BE49-F238E27FC236}">
                <a16:creationId xmlns:a16="http://schemas.microsoft.com/office/drawing/2014/main" id="{57A92FE1-3EB9-174B-861C-A9E13C0BBF6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40664" y="5887584"/>
            <a:ext cx="2544089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i="1" dirty="0">
                <a:solidFill>
                  <a:schemeClr val="tx2">
                    <a:lumMod val="60000"/>
                    <a:lumOff val="40000"/>
                  </a:schemeClr>
                </a:solidFill>
                <a:latin typeface="Courier New" charset="0"/>
              </a:rPr>
              <a:t>state</a:t>
            </a:r>
          </a:p>
        </p:txBody>
      </p:sp>
      <p:sp>
        <p:nvSpPr>
          <p:cNvPr id="33" name="Text Box 30">
            <a:extLst>
              <a:ext uri="{FF2B5EF4-FFF2-40B4-BE49-F238E27FC236}">
                <a16:creationId xmlns:a16="http://schemas.microsoft.com/office/drawing/2014/main" id="{BFA04F80-CD51-8DFA-306D-0752BCEF3D0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69223" y="5887584"/>
            <a:ext cx="2544089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i="1" dirty="0">
                <a:solidFill>
                  <a:schemeClr val="tx2">
                    <a:lumMod val="60000"/>
                    <a:lumOff val="40000"/>
                  </a:schemeClr>
                </a:solidFill>
                <a:latin typeface="Courier New" charset="0"/>
              </a:rPr>
              <a:t>state</a:t>
            </a:r>
          </a:p>
        </p:txBody>
      </p:sp>
      <p:sp>
        <p:nvSpPr>
          <p:cNvPr id="34" name="Rectangle 2">
            <a:extLst>
              <a:ext uri="{FF2B5EF4-FFF2-40B4-BE49-F238E27FC236}">
                <a16:creationId xmlns:a16="http://schemas.microsoft.com/office/drawing/2014/main" id="{57240C60-8CA6-202A-667D-76D67AA08A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88436" y="5880888"/>
            <a:ext cx="4086248" cy="648072"/>
          </a:xfrm>
          <a:prstGeom prst="rect">
            <a:avLst/>
          </a:prstGeom>
          <a:noFill/>
          <a:ln w="9525">
            <a:solidFill>
              <a:schemeClr val="bg1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+mj-lt"/>
                <a:ea typeface="ＭＳ Ｐゴシック" charset="-128"/>
                <a:cs typeface="ＭＳ Ｐゴシック" charset="-128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charset="0"/>
                <a:ea typeface="ＭＳ Ｐゴシック" charset="-128"/>
                <a:cs typeface="ＭＳ Ｐゴシック" charset="-128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charset="0"/>
                <a:ea typeface="ＭＳ Ｐゴシック" charset="-128"/>
                <a:cs typeface="ＭＳ Ｐゴシック" charset="-128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charset="0"/>
                <a:ea typeface="ＭＳ Ｐゴシック" charset="-128"/>
                <a:cs typeface="ＭＳ Ｐゴシック" charset="-128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charset="0"/>
                <a:ea typeface="ＭＳ Ｐゴシック" charset="-128"/>
                <a:cs typeface="ＭＳ Ｐゴシック" charset="-128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charset="0"/>
              </a:defRPr>
            </a:lvl9pPr>
          </a:lstStyle>
          <a:p>
            <a:pPr eaLnBrk="1" hangingPunct="1"/>
            <a:r>
              <a:rPr lang="en-US" sz="2800" b="1" dirty="0">
                <a:solidFill>
                  <a:srgbClr val="C00000"/>
                </a:solidFill>
              </a:rPr>
              <a:t>emission</a:t>
            </a:r>
            <a:endParaRPr lang="en-US" sz="2800" dirty="0">
              <a:solidFill>
                <a:srgbClr val="C00000"/>
              </a:solidFill>
            </a:endParaRPr>
          </a:p>
        </p:txBody>
      </p:sp>
      <p:sp>
        <p:nvSpPr>
          <p:cNvPr id="35" name="Rectangle 2">
            <a:extLst>
              <a:ext uri="{FF2B5EF4-FFF2-40B4-BE49-F238E27FC236}">
                <a16:creationId xmlns:a16="http://schemas.microsoft.com/office/drawing/2014/main" id="{E91DAE25-CA73-0EF9-B896-668F50514B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90806" y="5880888"/>
            <a:ext cx="4086248" cy="648072"/>
          </a:xfrm>
          <a:prstGeom prst="rect">
            <a:avLst/>
          </a:prstGeom>
          <a:noFill/>
          <a:ln w="9525">
            <a:solidFill>
              <a:schemeClr val="bg1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+mj-lt"/>
                <a:ea typeface="ＭＳ Ｐゴシック" charset="-128"/>
                <a:cs typeface="ＭＳ Ｐゴシック" charset="-128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charset="0"/>
                <a:ea typeface="ＭＳ Ｐゴシック" charset="-128"/>
                <a:cs typeface="ＭＳ Ｐゴシック" charset="-128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charset="0"/>
                <a:ea typeface="ＭＳ Ｐゴシック" charset="-128"/>
                <a:cs typeface="ＭＳ Ｐゴシック" charset="-128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charset="0"/>
                <a:ea typeface="ＭＳ Ｐゴシック" charset="-128"/>
                <a:cs typeface="ＭＳ Ｐゴシック" charset="-128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charset="0"/>
                <a:ea typeface="ＭＳ Ｐゴシック" charset="-128"/>
                <a:cs typeface="ＭＳ Ｐゴシック" charset="-128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charset="0"/>
              </a:defRPr>
            </a:lvl9pPr>
          </a:lstStyle>
          <a:p>
            <a:pPr eaLnBrk="1" hangingPunct="1"/>
            <a:r>
              <a:rPr lang="en-US" sz="2800" b="1" dirty="0">
                <a:solidFill>
                  <a:srgbClr val="C00000"/>
                </a:solidFill>
              </a:rPr>
              <a:t>transition</a:t>
            </a:r>
            <a:endParaRPr lang="en-US" sz="2800" dirty="0">
              <a:solidFill>
                <a:srgbClr val="C00000"/>
              </a:solidFill>
            </a:endParaRPr>
          </a:p>
        </p:txBody>
      </p:sp>
      <p:sp>
        <p:nvSpPr>
          <p:cNvPr id="36" name="Line 18">
            <a:extLst>
              <a:ext uri="{FF2B5EF4-FFF2-40B4-BE49-F238E27FC236}">
                <a16:creationId xmlns:a16="http://schemas.microsoft.com/office/drawing/2014/main" id="{5568ECC0-9196-8A40-AEC3-C635196A271D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4687" y="6528960"/>
            <a:ext cx="241455" cy="1076057"/>
          </a:xfrm>
          <a:prstGeom prst="line">
            <a:avLst/>
          </a:prstGeom>
          <a:noFill/>
          <a:ln w="28575">
            <a:solidFill>
              <a:srgbClr val="C00000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37" name="Line 18">
            <a:extLst>
              <a:ext uri="{FF2B5EF4-FFF2-40B4-BE49-F238E27FC236}">
                <a16:creationId xmlns:a16="http://schemas.microsoft.com/office/drawing/2014/main" id="{371EF3A5-AAD8-A53F-4F50-63189143893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741121" y="6541370"/>
            <a:ext cx="31895" cy="1404449"/>
          </a:xfrm>
          <a:prstGeom prst="line">
            <a:avLst/>
          </a:prstGeom>
          <a:noFill/>
          <a:ln w="28575">
            <a:solidFill>
              <a:srgbClr val="C00000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/>
          </a:p>
        </p:txBody>
      </p:sp>
    </p:spTree>
    <p:extLst>
      <p:ext uri="{BB962C8B-B14F-4D97-AF65-F5344CB8AC3E}">
        <p14:creationId xmlns:p14="http://schemas.microsoft.com/office/powerpoint/2010/main" val="37869121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206F8A-AB11-0F51-2F80-B3E900E123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880C24-45DA-BFE1-6A73-A2E325558CDF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E3E5B82-E0C0-09C5-9AAF-AD7ED1BD03C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32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6EAB4B9-0AF9-A2C9-C316-CA9E0F7983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8675" y="458787"/>
            <a:ext cx="19441062" cy="738817"/>
          </a:xfrm>
        </p:spPr>
        <p:txBody>
          <a:bodyPr>
            <a:noAutofit/>
          </a:bodyPr>
          <a:lstStyle/>
          <a:p>
            <a:r>
              <a:rPr lang="en-US" sz="6000" dirty="0">
                <a:latin typeface="Raleway" pitchFamily="2" charset="77"/>
              </a:rPr>
              <a:t>A simple DNA HMM</a:t>
            </a:r>
          </a:p>
        </p:txBody>
      </p:sp>
      <p:sp>
        <p:nvSpPr>
          <p:cNvPr id="2" name="Text Box 6">
            <a:extLst>
              <a:ext uri="{FF2B5EF4-FFF2-40B4-BE49-F238E27FC236}">
                <a16:creationId xmlns:a16="http://schemas.microsoft.com/office/drawing/2014/main" id="{4E441076-9A3F-D700-62CE-D718525C2AF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4374" y="2003167"/>
            <a:ext cx="4267435" cy="2862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3600" b="1" dirty="0">
                <a:solidFill>
                  <a:srgbClr val="C00000"/>
                </a:solidFill>
                <a:latin typeface="Courier New" charset="0"/>
              </a:rPr>
              <a:t>A</a:t>
            </a:r>
            <a:r>
              <a:rPr lang="en-US" sz="3600" dirty="0">
                <a:latin typeface="Courier New" charset="0"/>
              </a:rPr>
              <a:t>CA</a:t>
            </a:r>
            <a:r>
              <a:rPr lang="en-US" sz="3600" dirty="0">
                <a:solidFill>
                  <a:srgbClr val="FF00FF"/>
                </a:solidFill>
                <a:latin typeface="Courier New" charset="0"/>
              </a:rPr>
              <a:t>---</a:t>
            </a:r>
            <a:r>
              <a:rPr lang="en-US" sz="3600" dirty="0">
                <a:latin typeface="Courier New" charset="0"/>
              </a:rPr>
              <a:t>ATG</a:t>
            </a:r>
          </a:p>
          <a:p>
            <a:r>
              <a:rPr lang="en-US" sz="3600" dirty="0">
                <a:latin typeface="Courier New" charset="0"/>
              </a:rPr>
              <a:t>TCA</a:t>
            </a:r>
            <a:r>
              <a:rPr lang="en-US" sz="3600" dirty="0">
                <a:solidFill>
                  <a:srgbClr val="FF00FF"/>
                </a:solidFill>
                <a:latin typeface="Courier New" charset="0"/>
              </a:rPr>
              <a:t>ACT</a:t>
            </a:r>
            <a:r>
              <a:rPr lang="en-US" sz="3600" dirty="0">
                <a:latin typeface="Courier New" charset="0"/>
              </a:rPr>
              <a:t>ATC</a:t>
            </a:r>
          </a:p>
          <a:p>
            <a:r>
              <a:rPr lang="en-US" sz="3600" dirty="0">
                <a:latin typeface="Courier New" charset="0"/>
              </a:rPr>
              <a:t>ACA</a:t>
            </a:r>
            <a:r>
              <a:rPr lang="en-US" sz="3600" dirty="0">
                <a:solidFill>
                  <a:srgbClr val="FF00FF"/>
                </a:solidFill>
                <a:latin typeface="Courier New" charset="0"/>
              </a:rPr>
              <a:t>C--</a:t>
            </a:r>
            <a:r>
              <a:rPr lang="en-US" sz="3600" dirty="0">
                <a:latin typeface="Courier New" charset="0"/>
              </a:rPr>
              <a:t>AGC</a:t>
            </a:r>
          </a:p>
          <a:p>
            <a:r>
              <a:rPr lang="en-US" sz="3600" dirty="0">
                <a:latin typeface="Courier New" charset="0"/>
              </a:rPr>
              <a:t>AGA</a:t>
            </a:r>
            <a:r>
              <a:rPr lang="en-US" sz="3600" dirty="0">
                <a:solidFill>
                  <a:srgbClr val="FF00FF"/>
                </a:solidFill>
                <a:latin typeface="Courier New" charset="0"/>
              </a:rPr>
              <a:t>---</a:t>
            </a:r>
            <a:r>
              <a:rPr lang="en-US" sz="3600" dirty="0">
                <a:latin typeface="Courier New" charset="0"/>
              </a:rPr>
              <a:t>ATC</a:t>
            </a:r>
          </a:p>
          <a:p>
            <a:r>
              <a:rPr lang="en-US" sz="3600" dirty="0">
                <a:latin typeface="Courier New" charset="0"/>
              </a:rPr>
              <a:t>ACC</a:t>
            </a:r>
            <a:r>
              <a:rPr lang="en-US" sz="3600" dirty="0">
                <a:solidFill>
                  <a:srgbClr val="FF00FF"/>
                </a:solidFill>
                <a:latin typeface="Courier New" charset="0"/>
              </a:rPr>
              <a:t>G--</a:t>
            </a:r>
            <a:r>
              <a:rPr lang="en-US" sz="3600" dirty="0">
                <a:latin typeface="Courier New" charset="0"/>
              </a:rPr>
              <a:t>ATC</a:t>
            </a:r>
            <a:endParaRPr lang="en-US" sz="4000" dirty="0">
              <a:latin typeface="Courier New" charset="0"/>
            </a:endParaRPr>
          </a:p>
        </p:txBody>
      </p:sp>
      <p:sp>
        <p:nvSpPr>
          <p:cNvPr id="4" name="Text Box 10">
            <a:extLst>
              <a:ext uri="{FF2B5EF4-FFF2-40B4-BE49-F238E27FC236}">
                <a16:creationId xmlns:a16="http://schemas.microsoft.com/office/drawing/2014/main" id="{533ED695-2FC0-E4B9-1B0D-6791E1B323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08774" y="7572756"/>
            <a:ext cx="2020062" cy="255454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b="1" dirty="0">
                <a:solidFill>
                  <a:srgbClr val="C00000"/>
                </a:solidFill>
                <a:latin typeface="Courier New" charset="0"/>
              </a:rPr>
              <a:t>A .8</a:t>
            </a:r>
          </a:p>
          <a:p>
            <a:r>
              <a:rPr lang="en-US" sz="4000" dirty="0">
                <a:latin typeface="Courier New" charset="0"/>
              </a:rPr>
              <a:t>C</a:t>
            </a:r>
          </a:p>
          <a:p>
            <a:r>
              <a:rPr lang="en-US" sz="4000" dirty="0">
                <a:latin typeface="Courier New" charset="0"/>
              </a:rPr>
              <a:t>G</a:t>
            </a:r>
          </a:p>
          <a:p>
            <a:r>
              <a:rPr lang="en-US" sz="4000" dirty="0">
                <a:latin typeface="Courier New" charset="0"/>
              </a:rPr>
              <a:t>T .2</a:t>
            </a:r>
          </a:p>
        </p:txBody>
      </p:sp>
      <p:sp>
        <p:nvSpPr>
          <p:cNvPr id="5" name="Text Box 11">
            <a:extLst>
              <a:ext uri="{FF2B5EF4-FFF2-40B4-BE49-F238E27FC236}">
                <a16:creationId xmlns:a16="http://schemas.microsoft.com/office/drawing/2014/main" id="{48B84AF8-81E3-31B2-8F1A-C7469712926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12447" y="7572756"/>
            <a:ext cx="2020062" cy="255454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>
                <a:latin typeface="Courier New" charset="0"/>
              </a:rPr>
              <a:t>A</a:t>
            </a:r>
          </a:p>
          <a:p>
            <a:r>
              <a:rPr lang="en-US" sz="4000">
                <a:latin typeface="Courier New" charset="0"/>
              </a:rPr>
              <a:t>C .8</a:t>
            </a:r>
          </a:p>
          <a:p>
            <a:r>
              <a:rPr lang="en-US" sz="4000">
                <a:latin typeface="Courier New" charset="0"/>
              </a:rPr>
              <a:t>G .2</a:t>
            </a:r>
          </a:p>
          <a:p>
            <a:r>
              <a:rPr lang="en-US" sz="4000">
                <a:latin typeface="Courier New" charset="0"/>
              </a:rPr>
              <a:t>T</a:t>
            </a:r>
          </a:p>
        </p:txBody>
      </p:sp>
      <p:sp>
        <p:nvSpPr>
          <p:cNvPr id="6" name="Text Box 13">
            <a:extLst>
              <a:ext uri="{FF2B5EF4-FFF2-40B4-BE49-F238E27FC236}">
                <a16:creationId xmlns:a16="http://schemas.microsoft.com/office/drawing/2014/main" id="{AE81A510-4BB7-8C7F-E439-D0EF5E7E64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16120" y="7572756"/>
            <a:ext cx="2020062" cy="255454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dirty="0">
                <a:latin typeface="Courier New" charset="0"/>
              </a:rPr>
              <a:t>A .8</a:t>
            </a:r>
          </a:p>
          <a:p>
            <a:r>
              <a:rPr lang="en-US" sz="4000" dirty="0">
                <a:latin typeface="Courier New" charset="0"/>
              </a:rPr>
              <a:t>C .2</a:t>
            </a:r>
          </a:p>
          <a:p>
            <a:r>
              <a:rPr lang="en-US" sz="4000" dirty="0">
                <a:latin typeface="Courier New" charset="0"/>
              </a:rPr>
              <a:t>G</a:t>
            </a:r>
          </a:p>
          <a:p>
            <a:r>
              <a:rPr lang="en-US" sz="4000" dirty="0">
                <a:latin typeface="Courier New" charset="0"/>
              </a:rPr>
              <a:t>T</a:t>
            </a:r>
          </a:p>
        </p:txBody>
      </p:sp>
      <p:sp>
        <p:nvSpPr>
          <p:cNvPr id="10" name="Text Box 15">
            <a:extLst>
              <a:ext uri="{FF2B5EF4-FFF2-40B4-BE49-F238E27FC236}">
                <a16:creationId xmlns:a16="http://schemas.microsoft.com/office/drawing/2014/main" id="{A19CD674-0DA8-1573-2980-C5747E3134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950665" y="7542028"/>
            <a:ext cx="2020062" cy="255454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dirty="0">
                <a:latin typeface="Courier New" charset="0"/>
              </a:rPr>
              <a:t>A</a:t>
            </a:r>
          </a:p>
          <a:p>
            <a:r>
              <a:rPr lang="en-US" sz="4000" dirty="0">
                <a:latin typeface="Courier New" charset="0"/>
              </a:rPr>
              <a:t>C</a:t>
            </a:r>
          </a:p>
          <a:p>
            <a:r>
              <a:rPr lang="en-US" sz="4000" dirty="0">
                <a:latin typeface="Courier New" charset="0"/>
              </a:rPr>
              <a:t>G .2</a:t>
            </a:r>
          </a:p>
          <a:p>
            <a:r>
              <a:rPr lang="en-US" sz="4000" dirty="0">
                <a:latin typeface="Courier New" charset="0"/>
              </a:rPr>
              <a:t>T .8</a:t>
            </a:r>
          </a:p>
        </p:txBody>
      </p:sp>
      <p:sp>
        <p:nvSpPr>
          <p:cNvPr id="11" name="Text Box 16">
            <a:extLst>
              <a:ext uri="{FF2B5EF4-FFF2-40B4-BE49-F238E27FC236}">
                <a16:creationId xmlns:a16="http://schemas.microsoft.com/office/drawing/2014/main" id="{D04BE59F-B355-5441-B22B-FAFF2E08E6F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254338" y="7605017"/>
            <a:ext cx="2020062" cy="255454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>
                <a:latin typeface="Courier New" charset="0"/>
              </a:rPr>
              <a:t>A</a:t>
            </a:r>
          </a:p>
          <a:p>
            <a:r>
              <a:rPr lang="en-US" sz="4000">
                <a:latin typeface="Courier New" charset="0"/>
              </a:rPr>
              <a:t>C .8</a:t>
            </a:r>
          </a:p>
          <a:p>
            <a:r>
              <a:rPr lang="en-US" sz="4000">
                <a:latin typeface="Courier New" charset="0"/>
              </a:rPr>
              <a:t>G .2</a:t>
            </a:r>
          </a:p>
          <a:p>
            <a:r>
              <a:rPr lang="en-US" sz="4000">
                <a:latin typeface="Courier New" charset="0"/>
              </a:rPr>
              <a:t>T</a:t>
            </a:r>
          </a:p>
        </p:txBody>
      </p:sp>
      <p:sp>
        <p:nvSpPr>
          <p:cNvPr id="12" name="Text Box 17">
            <a:extLst>
              <a:ext uri="{FF2B5EF4-FFF2-40B4-BE49-F238E27FC236}">
                <a16:creationId xmlns:a16="http://schemas.microsoft.com/office/drawing/2014/main" id="{5563F44F-EC9C-38CD-5A61-C4801EFE63A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243156" y="3178039"/>
            <a:ext cx="2020062" cy="255454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dirty="0">
                <a:latin typeface="Courier New" charset="0"/>
              </a:rPr>
              <a:t>A .2</a:t>
            </a:r>
          </a:p>
          <a:p>
            <a:r>
              <a:rPr lang="en-US" sz="4000" dirty="0">
                <a:latin typeface="Courier New" charset="0"/>
              </a:rPr>
              <a:t>C .4</a:t>
            </a:r>
          </a:p>
          <a:p>
            <a:r>
              <a:rPr lang="en-US" sz="4000" dirty="0">
                <a:latin typeface="Courier New" charset="0"/>
              </a:rPr>
              <a:t>G .2</a:t>
            </a:r>
          </a:p>
          <a:p>
            <a:r>
              <a:rPr lang="en-US" sz="4000" dirty="0">
                <a:latin typeface="Courier New" charset="0"/>
              </a:rPr>
              <a:t>T .2</a:t>
            </a:r>
          </a:p>
        </p:txBody>
      </p:sp>
      <p:sp>
        <p:nvSpPr>
          <p:cNvPr id="13" name="Line 18">
            <a:extLst>
              <a:ext uri="{FF2B5EF4-FFF2-40B4-BE49-F238E27FC236}">
                <a16:creationId xmlns:a16="http://schemas.microsoft.com/office/drawing/2014/main" id="{ABAA5E46-568F-C11E-5111-BA5012087604}"/>
              </a:ext>
            </a:extLst>
          </p:cNvPr>
          <p:cNvSpPr>
            <a:spLocks noChangeShapeType="1"/>
          </p:cNvSpPr>
          <p:nvPr/>
        </p:nvSpPr>
        <p:spPr bwMode="auto">
          <a:xfrm>
            <a:off x="3237904" y="8893134"/>
            <a:ext cx="1040375" cy="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14" name="Text Box 20">
            <a:extLst>
              <a:ext uri="{FF2B5EF4-FFF2-40B4-BE49-F238E27FC236}">
                <a16:creationId xmlns:a16="http://schemas.microsoft.com/office/drawing/2014/main" id="{01FC2BE2-115A-5CB9-9DF6-56EF1BF487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84984" y="7995672"/>
            <a:ext cx="1621251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>
                <a:latin typeface="Courier New" charset="0"/>
              </a:rPr>
              <a:t>1.0</a:t>
            </a:r>
          </a:p>
        </p:txBody>
      </p:sp>
      <p:sp>
        <p:nvSpPr>
          <p:cNvPr id="15" name="Line 21">
            <a:extLst>
              <a:ext uri="{FF2B5EF4-FFF2-40B4-BE49-F238E27FC236}">
                <a16:creationId xmlns:a16="http://schemas.microsoft.com/office/drawing/2014/main" id="{C1BFC12D-CD39-3E54-0162-84441B72B3DD}"/>
              </a:ext>
            </a:extLst>
          </p:cNvPr>
          <p:cNvSpPr>
            <a:spLocks noChangeShapeType="1"/>
          </p:cNvSpPr>
          <p:nvPr/>
        </p:nvSpPr>
        <p:spPr bwMode="auto">
          <a:xfrm>
            <a:off x="6600541" y="8893134"/>
            <a:ext cx="1040375" cy="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 dirty="0"/>
          </a:p>
        </p:txBody>
      </p:sp>
      <p:sp>
        <p:nvSpPr>
          <p:cNvPr id="16" name="Text Box 22">
            <a:extLst>
              <a:ext uri="{FF2B5EF4-FFF2-40B4-BE49-F238E27FC236}">
                <a16:creationId xmlns:a16="http://schemas.microsoft.com/office/drawing/2014/main" id="{3744C9BA-D8A7-E547-5DA7-D5763BEB61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00109" y="7945819"/>
            <a:ext cx="1127514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dirty="0">
                <a:latin typeface="Courier New" charset="0"/>
              </a:rPr>
              <a:t>1.0</a:t>
            </a:r>
          </a:p>
        </p:txBody>
      </p:sp>
      <p:sp>
        <p:nvSpPr>
          <p:cNvPr id="17" name="Line 23">
            <a:extLst>
              <a:ext uri="{FF2B5EF4-FFF2-40B4-BE49-F238E27FC236}">
                <a16:creationId xmlns:a16="http://schemas.microsoft.com/office/drawing/2014/main" id="{C9537F16-1064-9A94-7F79-F1AC3847E580}"/>
              </a:ext>
            </a:extLst>
          </p:cNvPr>
          <p:cNvSpPr>
            <a:spLocks noChangeShapeType="1"/>
          </p:cNvSpPr>
          <p:nvPr/>
        </p:nvSpPr>
        <p:spPr bwMode="auto">
          <a:xfrm>
            <a:off x="9913482" y="8893134"/>
            <a:ext cx="1040375" cy="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18" name="Text Box 24">
            <a:extLst>
              <a:ext uri="{FF2B5EF4-FFF2-40B4-BE49-F238E27FC236}">
                <a16:creationId xmlns:a16="http://schemas.microsoft.com/office/drawing/2014/main" id="{F0CB604D-6831-E962-3E99-4D0049981A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873727" y="7954612"/>
            <a:ext cx="1248450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dirty="0">
                <a:latin typeface="Courier New" charset="0"/>
              </a:rPr>
              <a:t>.4</a:t>
            </a:r>
          </a:p>
        </p:txBody>
      </p:sp>
      <p:sp>
        <p:nvSpPr>
          <p:cNvPr id="19" name="Line 25">
            <a:extLst>
              <a:ext uri="{FF2B5EF4-FFF2-40B4-BE49-F238E27FC236}">
                <a16:creationId xmlns:a16="http://schemas.microsoft.com/office/drawing/2014/main" id="{069D2C47-947B-26A8-AFC3-D8CC5C837338}"/>
              </a:ext>
            </a:extLst>
          </p:cNvPr>
          <p:cNvSpPr>
            <a:spLocks noChangeShapeType="1"/>
          </p:cNvSpPr>
          <p:nvPr/>
        </p:nvSpPr>
        <p:spPr bwMode="auto">
          <a:xfrm>
            <a:off x="16074057" y="8838270"/>
            <a:ext cx="1040375" cy="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20" name="Text Box 26">
            <a:extLst>
              <a:ext uri="{FF2B5EF4-FFF2-40B4-BE49-F238E27FC236}">
                <a16:creationId xmlns:a16="http://schemas.microsoft.com/office/drawing/2014/main" id="{70CF8372-D64C-1FE8-B4F2-12F7DFA3DE8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811000" y="7995672"/>
            <a:ext cx="1621251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dirty="0">
                <a:latin typeface="Courier New" charset="0"/>
              </a:rPr>
              <a:t>1.0</a:t>
            </a:r>
          </a:p>
        </p:txBody>
      </p:sp>
      <p:sp>
        <p:nvSpPr>
          <p:cNvPr id="21" name="Line 27">
            <a:extLst>
              <a:ext uri="{FF2B5EF4-FFF2-40B4-BE49-F238E27FC236}">
                <a16:creationId xmlns:a16="http://schemas.microsoft.com/office/drawing/2014/main" id="{C08DF8FA-BC1B-75F6-A239-A9E46BDECD2A}"/>
              </a:ext>
            </a:extLst>
          </p:cNvPr>
          <p:cNvSpPr>
            <a:spLocks noChangeShapeType="1"/>
          </p:cNvSpPr>
          <p:nvPr/>
        </p:nvSpPr>
        <p:spPr bwMode="auto">
          <a:xfrm>
            <a:off x="12849481" y="8893134"/>
            <a:ext cx="1040375" cy="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22" name="Text Box 28">
            <a:extLst>
              <a:ext uri="{FF2B5EF4-FFF2-40B4-BE49-F238E27FC236}">
                <a16:creationId xmlns:a16="http://schemas.microsoft.com/office/drawing/2014/main" id="{30AEFD72-4B69-06EF-65BB-6CAE339C8A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996986" y="8006663"/>
            <a:ext cx="1621251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dirty="0">
                <a:latin typeface="Courier New" charset="0"/>
              </a:rPr>
              <a:t>1.0</a:t>
            </a:r>
          </a:p>
        </p:txBody>
      </p:sp>
      <p:sp>
        <p:nvSpPr>
          <p:cNvPr id="23" name="Line 29">
            <a:extLst>
              <a:ext uri="{FF2B5EF4-FFF2-40B4-BE49-F238E27FC236}">
                <a16:creationId xmlns:a16="http://schemas.microsoft.com/office/drawing/2014/main" id="{1F9E38DA-A0EF-62D0-83C8-C30D552851B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339698" y="5813108"/>
            <a:ext cx="832300" cy="145652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24" name="Text Box 30">
            <a:extLst>
              <a:ext uri="{FF2B5EF4-FFF2-40B4-BE49-F238E27FC236}">
                <a16:creationId xmlns:a16="http://schemas.microsoft.com/office/drawing/2014/main" id="{CF3D07C7-5054-4C4A-2DF2-933BDDFE41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15622" y="6007299"/>
            <a:ext cx="1248450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dirty="0">
                <a:latin typeface="Courier New" charset="0"/>
              </a:rPr>
              <a:t>.6</a:t>
            </a:r>
          </a:p>
        </p:txBody>
      </p:sp>
      <p:sp>
        <p:nvSpPr>
          <p:cNvPr id="25" name="Line 31">
            <a:extLst>
              <a:ext uri="{FF2B5EF4-FFF2-40B4-BE49-F238E27FC236}">
                <a16:creationId xmlns:a16="http://schemas.microsoft.com/office/drawing/2014/main" id="{56EB9899-0386-F340-5955-D696D61702E1}"/>
              </a:ext>
            </a:extLst>
          </p:cNvPr>
          <p:cNvSpPr>
            <a:spLocks noChangeShapeType="1"/>
          </p:cNvSpPr>
          <p:nvPr/>
        </p:nvSpPr>
        <p:spPr bwMode="auto">
          <a:xfrm>
            <a:off x="11307291" y="5910748"/>
            <a:ext cx="624225" cy="145652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26" name="Text Box 32">
            <a:extLst>
              <a:ext uri="{FF2B5EF4-FFF2-40B4-BE49-F238E27FC236}">
                <a16:creationId xmlns:a16="http://schemas.microsoft.com/office/drawing/2014/main" id="{C95520E3-50D3-8B96-51E5-AA927F7D176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919577" y="6007299"/>
            <a:ext cx="1248450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>
                <a:latin typeface="Courier New" charset="0"/>
              </a:rPr>
              <a:t>.6</a:t>
            </a:r>
          </a:p>
        </p:txBody>
      </p:sp>
      <p:sp>
        <p:nvSpPr>
          <p:cNvPr id="27" name="Freeform 33">
            <a:extLst>
              <a:ext uri="{FF2B5EF4-FFF2-40B4-BE49-F238E27FC236}">
                <a16:creationId xmlns:a16="http://schemas.microsoft.com/office/drawing/2014/main" id="{00A043FA-5FF8-EC6A-1E71-B85A46B2A93C}"/>
              </a:ext>
            </a:extLst>
          </p:cNvPr>
          <p:cNvSpPr>
            <a:spLocks/>
          </p:cNvSpPr>
          <p:nvPr/>
        </p:nvSpPr>
        <p:spPr bwMode="auto">
          <a:xfrm>
            <a:off x="7961518" y="2147769"/>
            <a:ext cx="1621251" cy="2167448"/>
          </a:xfrm>
          <a:custGeom>
            <a:avLst/>
            <a:gdLst>
              <a:gd name="T0" fmla="*/ 253 w 374"/>
              <a:gd name="T1" fmla="*/ 500 h 500"/>
              <a:gd name="T2" fmla="*/ 27 w 374"/>
              <a:gd name="T3" fmla="*/ 430 h 500"/>
              <a:gd name="T4" fmla="*/ 9 w 374"/>
              <a:gd name="T5" fmla="*/ 378 h 500"/>
              <a:gd name="T6" fmla="*/ 0 w 374"/>
              <a:gd name="T7" fmla="*/ 352 h 500"/>
              <a:gd name="T8" fmla="*/ 9 w 374"/>
              <a:gd name="T9" fmla="*/ 196 h 500"/>
              <a:gd name="T10" fmla="*/ 70 w 374"/>
              <a:gd name="T11" fmla="*/ 100 h 500"/>
              <a:gd name="T12" fmla="*/ 200 w 374"/>
              <a:gd name="T13" fmla="*/ 4 h 500"/>
              <a:gd name="T14" fmla="*/ 287 w 374"/>
              <a:gd name="T15" fmla="*/ 13 h 500"/>
              <a:gd name="T16" fmla="*/ 348 w 374"/>
              <a:gd name="T17" fmla="*/ 74 h 500"/>
              <a:gd name="T18" fmla="*/ 374 w 374"/>
              <a:gd name="T19" fmla="*/ 117 h 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374" h="500">
                <a:moveTo>
                  <a:pt x="253" y="500"/>
                </a:moveTo>
                <a:cubicBezTo>
                  <a:pt x="181" y="480"/>
                  <a:pt x="89" y="473"/>
                  <a:pt x="27" y="430"/>
                </a:cubicBezTo>
                <a:cubicBezTo>
                  <a:pt x="21" y="412"/>
                  <a:pt x="15" y="395"/>
                  <a:pt x="9" y="378"/>
                </a:cubicBezTo>
                <a:cubicBezTo>
                  <a:pt x="6" y="369"/>
                  <a:pt x="0" y="352"/>
                  <a:pt x="0" y="352"/>
                </a:cubicBezTo>
                <a:cubicBezTo>
                  <a:pt x="3" y="300"/>
                  <a:pt x="3" y="247"/>
                  <a:pt x="9" y="196"/>
                </a:cubicBezTo>
                <a:cubicBezTo>
                  <a:pt x="12" y="163"/>
                  <a:pt x="61" y="110"/>
                  <a:pt x="70" y="100"/>
                </a:cubicBezTo>
                <a:cubicBezTo>
                  <a:pt x="114" y="46"/>
                  <a:pt x="131" y="18"/>
                  <a:pt x="200" y="4"/>
                </a:cubicBezTo>
                <a:cubicBezTo>
                  <a:pt x="229" y="7"/>
                  <a:pt x="260" y="0"/>
                  <a:pt x="287" y="13"/>
                </a:cubicBezTo>
                <a:cubicBezTo>
                  <a:pt x="312" y="25"/>
                  <a:pt x="348" y="74"/>
                  <a:pt x="348" y="74"/>
                </a:cubicBezTo>
                <a:cubicBezTo>
                  <a:pt x="359" y="107"/>
                  <a:pt x="350" y="93"/>
                  <a:pt x="374" y="117"/>
                </a:cubicBezTo>
              </a:path>
            </a:pathLst>
          </a:custGeom>
          <a:noFill/>
          <a:ln w="2857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28" name="Text Box 34">
            <a:extLst>
              <a:ext uri="{FF2B5EF4-FFF2-40B4-BE49-F238E27FC236}">
                <a16:creationId xmlns:a16="http://schemas.microsoft.com/office/drawing/2014/main" id="{20F7D9DD-F9A6-F8F6-E29E-CEF077F18F1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63866" y="2182920"/>
            <a:ext cx="1248450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dirty="0">
                <a:latin typeface="Courier New" charset="0"/>
              </a:rPr>
              <a:t>.4</a:t>
            </a:r>
          </a:p>
        </p:txBody>
      </p:sp>
      <p:sp>
        <p:nvSpPr>
          <p:cNvPr id="29" name="Text Box 35">
            <a:extLst>
              <a:ext uri="{FF2B5EF4-FFF2-40B4-BE49-F238E27FC236}">
                <a16:creationId xmlns:a16="http://schemas.microsoft.com/office/drawing/2014/main" id="{A8763442-6632-9A24-C54B-336F568AD13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02930" y="7556742"/>
            <a:ext cx="1647261" cy="255454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>
                <a:latin typeface="Courier New" charset="0"/>
              </a:rPr>
              <a:t>A 1</a:t>
            </a:r>
          </a:p>
          <a:p>
            <a:r>
              <a:rPr lang="en-US" sz="4000">
                <a:latin typeface="Courier New" charset="0"/>
              </a:rPr>
              <a:t>C </a:t>
            </a:r>
          </a:p>
          <a:p>
            <a:r>
              <a:rPr lang="en-US" sz="4000">
                <a:latin typeface="Courier New" charset="0"/>
              </a:rPr>
              <a:t>G</a:t>
            </a:r>
          </a:p>
          <a:p>
            <a:r>
              <a:rPr lang="en-US" sz="4000">
                <a:latin typeface="Courier New" charset="0"/>
              </a:rPr>
              <a:t>T</a:t>
            </a:r>
          </a:p>
        </p:txBody>
      </p:sp>
      <p:sp>
        <p:nvSpPr>
          <p:cNvPr id="32" name="Text Box 30">
            <a:extLst>
              <a:ext uri="{FF2B5EF4-FFF2-40B4-BE49-F238E27FC236}">
                <a16:creationId xmlns:a16="http://schemas.microsoft.com/office/drawing/2014/main" id="{4A267E20-1E83-9A99-BE02-33249FEA02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40664" y="5887584"/>
            <a:ext cx="2544089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i="1" dirty="0">
                <a:solidFill>
                  <a:schemeClr val="tx2">
                    <a:lumMod val="60000"/>
                    <a:lumOff val="40000"/>
                  </a:schemeClr>
                </a:solidFill>
                <a:latin typeface="Courier New" charset="0"/>
              </a:rPr>
              <a:t>state</a:t>
            </a:r>
          </a:p>
        </p:txBody>
      </p:sp>
      <p:sp>
        <p:nvSpPr>
          <p:cNvPr id="33" name="Text Box 30">
            <a:extLst>
              <a:ext uri="{FF2B5EF4-FFF2-40B4-BE49-F238E27FC236}">
                <a16:creationId xmlns:a16="http://schemas.microsoft.com/office/drawing/2014/main" id="{429D9F2A-DD14-D3B8-DDEF-51FC475697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69223" y="5887584"/>
            <a:ext cx="2544089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i="1" dirty="0">
                <a:solidFill>
                  <a:schemeClr val="tx2">
                    <a:lumMod val="60000"/>
                    <a:lumOff val="40000"/>
                  </a:schemeClr>
                </a:solidFill>
                <a:latin typeface="Courier New" charset="0"/>
              </a:rPr>
              <a:t>state</a:t>
            </a:r>
          </a:p>
        </p:txBody>
      </p:sp>
    </p:spTree>
    <p:extLst>
      <p:ext uri="{BB962C8B-B14F-4D97-AF65-F5344CB8AC3E}">
        <p14:creationId xmlns:p14="http://schemas.microsoft.com/office/powerpoint/2010/main" val="164695181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9D1AAF-3D33-8C12-C6ED-60C8A2EF5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9483121-D602-BAD6-2BBD-0B24AC75ED50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612459A-0780-DEAC-0505-7C2B84CE076B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33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7386BA-1205-886B-322D-BB7F4C4009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8675" y="458787"/>
            <a:ext cx="19441062" cy="738817"/>
          </a:xfrm>
        </p:spPr>
        <p:txBody>
          <a:bodyPr>
            <a:noAutofit/>
          </a:bodyPr>
          <a:lstStyle/>
          <a:p>
            <a:r>
              <a:rPr lang="en-US" sz="6000" dirty="0">
                <a:latin typeface="Raleway" pitchFamily="2" charset="77"/>
              </a:rPr>
              <a:t>A simple DNA HMM</a:t>
            </a:r>
          </a:p>
        </p:txBody>
      </p:sp>
      <p:sp>
        <p:nvSpPr>
          <p:cNvPr id="2" name="Text Box 6">
            <a:extLst>
              <a:ext uri="{FF2B5EF4-FFF2-40B4-BE49-F238E27FC236}">
                <a16:creationId xmlns:a16="http://schemas.microsoft.com/office/drawing/2014/main" id="{99B1E314-9DF8-CCB6-7A36-70E0E2881C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4374" y="2003167"/>
            <a:ext cx="4267435" cy="2862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3600" dirty="0">
                <a:latin typeface="Courier New" charset="0"/>
              </a:rPr>
              <a:t>A</a:t>
            </a:r>
            <a:r>
              <a:rPr lang="en-US" sz="3600" b="1" dirty="0">
                <a:solidFill>
                  <a:srgbClr val="C00000"/>
                </a:solidFill>
                <a:latin typeface="Courier New" charset="0"/>
              </a:rPr>
              <a:t>C</a:t>
            </a:r>
            <a:r>
              <a:rPr lang="en-US" sz="3600" dirty="0">
                <a:latin typeface="Courier New" charset="0"/>
              </a:rPr>
              <a:t>A</a:t>
            </a:r>
            <a:r>
              <a:rPr lang="en-US" sz="3600" dirty="0">
                <a:solidFill>
                  <a:srgbClr val="FF00FF"/>
                </a:solidFill>
                <a:latin typeface="Courier New" charset="0"/>
              </a:rPr>
              <a:t>---</a:t>
            </a:r>
            <a:r>
              <a:rPr lang="en-US" sz="3600" dirty="0">
                <a:latin typeface="Courier New" charset="0"/>
              </a:rPr>
              <a:t>ATG</a:t>
            </a:r>
          </a:p>
          <a:p>
            <a:r>
              <a:rPr lang="en-US" sz="3600" dirty="0">
                <a:latin typeface="Courier New" charset="0"/>
              </a:rPr>
              <a:t>TCA</a:t>
            </a:r>
            <a:r>
              <a:rPr lang="en-US" sz="3600" dirty="0">
                <a:solidFill>
                  <a:srgbClr val="FF00FF"/>
                </a:solidFill>
                <a:latin typeface="Courier New" charset="0"/>
              </a:rPr>
              <a:t>ACT</a:t>
            </a:r>
            <a:r>
              <a:rPr lang="en-US" sz="3600" dirty="0">
                <a:latin typeface="Courier New" charset="0"/>
              </a:rPr>
              <a:t>ATC</a:t>
            </a:r>
          </a:p>
          <a:p>
            <a:r>
              <a:rPr lang="en-US" sz="3600" dirty="0">
                <a:latin typeface="Courier New" charset="0"/>
              </a:rPr>
              <a:t>ACA</a:t>
            </a:r>
            <a:r>
              <a:rPr lang="en-US" sz="3600" dirty="0">
                <a:solidFill>
                  <a:srgbClr val="FF00FF"/>
                </a:solidFill>
                <a:latin typeface="Courier New" charset="0"/>
              </a:rPr>
              <a:t>C--</a:t>
            </a:r>
            <a:r>
              <a:rPr lang="en-US" sz="3600" dirty="0">
                <a:latin typeface="Courier New" charset="0"/>
              </a:rPr>
              <a:t>AGC</a:t>
            </a:r>
          </a:p>
          <a:p>
            <a:r>
              <a:rPr lang="en-US" sz="3600" dirty="0">
                <a:latin typeface="Courier New" charset="0"/>
              </a:rPr>
              <a:t>AGA</a:t>
            </a:r>
            <a:r>
              <a:rPr lang="en-US" sz="3600" dirty="0">
                <a:solidFill>
                  <a:srgbClr val="FF00FF"/>
                </a:solidFill>
                <a:latin typeface="Courier New" charset="0"/>
              </a:rPr>
              <a:t>---</a:t>
            </a:r>
            <a:r>
              <a:rPr lang="en-US" sz="3600" dirty="0">
                <a:latin typeface="Courier New" charset="0"/>
              </a:rPr>
              <a:t>ATC</a:t>
            </a:r>
          </a:p>
          <a:p>
            <a:r>
              <a:rPr lang="en-US" sz="3600" dirty="0">
                <a:latin typeface="Courier New" charset="0"/>
              </a:rPr>
              <a:t>ACC</a:t>
            </a:r>
            <a:r>
              <a:rPr lang="en-US" sz="3600" dirty="0">
                <a:solidFill>
                  <a:srgbClr val="FF00FF"/>
                </a:solidFill>
                <a:latin typeface="Courier New" charset="0"/>
              </a:rPr>
              <a:t>G--</a:t>
            </a:r>
            <a:r>
              <a:rPr lang="en-US" sz="3600" dirty="0">
                <a:latin typeface="Courier New" charset="0"/>
              </a:rPr>
              <a:t>ATC</a:t>
            </a:r>
            <a:endParaRPr lang="en-US" sz="4000" dirty="0">
              <a:latin typeface="Courier New" charset="0"/>
            </a:endParaRPr>
          </a:p>
        </p:txBody>
      </p:sp>
      <p:sp>
        <p:nvSpPr>
          <p:cNvPr id="4" name="Text Box 10">
            <a:extLst>
              <a:ext uri="{FF2B5EF4-FFF2-40B4-BE49-F238E27FC236}">
                <a16:creationId xmlns:a16="http://schemas.microsoft.com/office/drawing/2014/main" id="{829F52FF-67AE-8714-50E0-8018127102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08774" y="7572756"/>
            <a:ext cx="2020062" cy="255454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b="1" dirty="0">
                <a:solidFill>
                  <a:srgbClr val="C00000"/>
                </a:solidFill>
                <a:latin typeface="Courier New" charset="0"/>
              </a:rPr>
              <a:t>A .8</a:t>
            </a:r>
          </a:p>
          <a:p>
            <a:r>
              <a:rPr lang="en-US" sz="4000" dirty="0">
                <a:latin typeface="Courier New" charset="0"/>
              </a:rPr>
              <a:t>C</a:t>
            </a:r>
          </a:p>
          <a:p>
            <a:r>
              <a:rPr lang="en-US" sz="4000" dirty="0">
                <a:latin typeface="Courier New" charset="0"/>
              </a:rPr>
              <a:t>G</a:t>
            </a:r>
          </a:p>
          <a:p>
            <a:r>
              <a:rPr lang="en-US" sz="4000" dirty="0">
                <a:latin typeface="Courier New" charset="0"/>
              </a:rPr>
              <a:t>T .2</a:t>
            </a:r>
          </a:p>
        </p:txBody>
      </p:sp>
      <p:sp>
        <p:nvSpPr>
          <p:cNvPr id="5" name="Text Box 11">
            <a:extLst>
              <a:ext uri="{FF2B5EF4-FFF2-40B4-BE49-F238E27FC236}">
                <a16:creationId xmlns:a16="http://schemas.microsoft.com/office/drawing/2014/main" id="{7B773327-58FA-9286-F492-D25151AA67F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12447" y="7572756"/>
            <a:ext cx="2020062" cy="255454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dirty="0">
                <a:latin typeface="Courier New" charset="0"/>
              </a:rPr>
              <a:t>A</a:t>
            </a:r>
          </a:p>
          <a:p>
            <a:r>
              <a:rPr lang="en-US" sz="4000" b="1" dirty="0">
                <a:solidFill>
                  <a:srgbClr val="C00000"/>
                </a:solidFill>
                <a:latin typeface="Courier New" charset="0"/>
              </a:rPr>
              <a:t>C .8</a:t>
            </a:r>
          </a:p>
          <a:p>
            <a:r>
              <a:rPr lang="en-US" sz="4000" dirty="0">
                <a:latin typeface="Courier New" charset="0"/>
              </a:rPr>
              <a:t>G .2</a:t>
            </a:r>
          </a:p>
          <a:p>
            <a:r>
              <a:rPr lang="en-US" sz="4000" dirty="0">
                <a:latin typeface="Courier New" charset="0"/>
              </a:rPr>
              <a:t>T</a:t>
            </a:r>
          </a:p>
        </p:txBody>
      </p:sp>
      <p:sp>
        <p:nvSpPr>
          <p:cNvPr id="6" name="Text Box 13">
            <a:extLst>
              <a:ext uri="{FF2B5EF4-FFF2-40B4-BE49-F238E27FC236}">
                <a16:creationId xmlns:a16="http://schemas.microsoft.com/office/drawing/2014/main" id="{25242BB8-939B-7F9F-2D4F-9D47C06ACF2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16120" y="7572756"/>
            <a:ext cx="2020062" cy="255454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dirty="0">
                <a:latin typeface="Courier New" charset="0"/>
              </a:rPr>
              <a:t>A .8</a:t>
            </a:r>
          </a:p>
          <a:p>
            <a:r>
              <a:rPr lang="en-US" sz="4000" dirty="0">
                <a:latin typeface="Courier New" charset="0"/>
              </a:rPr>
              <a:t>C .2</a:t>
            </a:r>
          </a:p>
          <a:p>
            <a:r>
              <a:rPr lang="en-US" sz="4000" dirty="0">
                <a:latin typeface="Courier New" charset="0"/>
              </a:rPr>
              <a:t>G</a:t>
            </a:r>
          </a:p>
          <a:p>
            <a:r>
              <a:rPr lang="en-US" sz="4000" dirty="0">
                <a:latin typeface="Courier New" charset="0"/>
              </a:rPr>
              <a:t>T</a:t>
            </a:r>
          </a:p>
        </p:txBody>
      </p:sp>
      <p:sp>
        <p:nvSpPr>
          <p:cNvPr id="10" name="Text Box 15">
            <a:extLst>
              <a:ext uri="{FF2B5EF4-FFF2-40B4-BE49-F238E27FC236}">
                <a16:creationId xmlns:a16="http://schemas.microsoft.com/office/drawing/2014/main" id="{27698C9F-E59F-684A-F9A1-9F93D30E7AE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950665" y="7542028"/>
            <a:ext cx="2020062" cy="255454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dirty="0">
                <a:latin typeface="Courier New" charset="0"/>
              </a:rPr>
              <a:t>A</a:t>
            </a:r>
          </a:p>
          <a:p>
            <a:r>
              <a:rPr lang="en-US" sz="4000" dirty="0">
                <a:latin typeface="Courier New" charset="0"/>
              </a:rPr>
              <a:t>C</a:t>
            </a:r>
          </a:p>
          <a:p>
            <a:r>
              <a:rPr lang="en-US" sz="4000" dirty="0">
                <a:latin typeface="Courier New" charset="0"/>
              </a:rPr>
              <a:t>G .2</a:t>
            </a:r>
          </a:p>
          <a:p>
            <a:r>
              <a:rPr lang="en-US" sz="4000" dirty="0">
                <a:latin typeface="Courier New" charset="0"/>
              </a:rPr>
              <a:t>T .8</a:t>
            </a:r>
          </a:p>
        </p:txBody>
      </p:sp>
      <p:sp>
        <p:nvSpPr>
          <p:cNvPr id="11" name="Text Box 16">
            <a:extLst>
              <a:ext uri="{FF2B5EF4-FFF2-40B4-BE49-F238E27FC236}">
                <a16:creationId xmlns:a16="http://schemas.microsoft.com/office/drawing/2014/main" id="{B69C2FCF-B67E-DCA1-46CC-21541C8FED0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254338" y="7605017"/>
            <a:ext cx="2020062" cy="255454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>
                <a:latin typeface="Courier New" charset="0"/>
              </a:rPr>
              <a:t>A</a:t>
            </a:r>
          </a:p>
          <a:p>
            <a:r>
              <a:rPr lang="en-US" sz="4000">
                <a:latin typeface="Courier New" charset="0"/>
              </a:rPr>
              <a:t>C .8</a:t>
            </a:r>
          </a:p>
          <a:p>
            <a:r>
              <a:rPr lang="en-US" sz="4000">
                <a:latin typeface="Courier New" charset="0"/>
              </a:rPr>
              <a:t>G .2</a:t>
            </a:r>
          </a:p>
          <a:p>
            <a:r>
              <a:rPr lang="en-US" sz="4000">
                <a:latin typeface="Courier New" charset="0"/>
              </a:rPr>
              <a:t>T</a:t>
            </a:r>
          </a:p>
        </p:txBody>
      </p:sp>
      <p:sp>
        <p:nvSpPr>
          <p:cNvPr id="12" name="Text Box 17">
            <a:extLst>
              <a:ext uri="{FF2B5EF4-FFF2-40B4-BE49-F238E27FC236}">
                <a16:creationId xmlns:a16="http://schemas.microsoft.com/office/drawing/2014/main" id="{3A4B647C-48EC-10E7-2E1D-7F43A4AED9A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243156" y="3178039"/>
            <a:ext cx="2020062" cy="255454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dirty="0">
                <a:latin typeface="Courier New" charset="0"/>
              </a:rPr>
              <a:t>A .2</a:t>
            </a:r>
          </a:p>
          <a:p>
            <a:r>
              <a:rPr lang="en-US" sz="4000" dirty="0">
                <a:latin typeface="Courier New" charset="0"/>
              </a:rPr>
              <a:t>C .4</a:t>
            </a:r>
          </a:p>
          <a:p>
            <a:r>
              <a:rPr lang="en-US" sz="4000" dirty="0">
                <a:latin typeface="Courier New" charset="0"/>
              </a:rPr>
              <a:t>G .2</a:t>
            </a:r>
          </a:p>
          <a:p>
            <a:r>
              <a:rPr lang="en-US" sz="4000" dirty="0">
                <a:latin typeface="Courier New" charset="0"/>
              </a:rPr>
              <a:t>T .2</a:t>
            </a:r>
          </a:p>
        </p:txBody>
      </p:sp>
      <p:sp>
        <p:nvSpPr>
          <p:cNvPr id="13" name="Line 18">
            <a:extLst>
              <a:ext uri="{FF2B5EF4-FFF2-40B4-BE49-F238E27FC236}">
                <a16:creationId xmlns:a16="http://schemas.microsoft.com/office/drawing/2014/main" id="{B02997F1-CF3B-E4CE-DFAD-1988EE31FA3B}"/>
              </a:ext>
            </a:extLst>
          </p:cNvPr>
          <p:cNvSpPr>
            <a:spLocks noChangeShapeType="1"/>
          </p:cNvSpPr>
          <p:nvPr/>
        </p:nvSpPr>
        <p:spPr bwMode="auto">
          <a:xfrm>
            <a:off x="3237904" y="8893134"/>
            <a:ext cx="1040375" cy="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14" name="Text Box 20">
            <a:extLst>
              <a:ext uri="{FF2B5EF4-FFF2-40B4-BE49-F238E27FC236}">
                <a16:creationId xmlns:a16="http://schemas.microsoft.com/office/drawing/2014/main" id="{5CE9D0C3-E830-0C4E-BE10-6583DF5877A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84984" y="7995672"/>
            <a:ext cx="1621251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b="1" dirty="0">
                <a:solidFill>
                  <a:srgbClr val="C00000"/>
                </a:solidFill>
                <a:latin typeface="Courier New" charset="0"/>
              </a:rPr>
              <a:t>1.0</a:t>
            </a:r>
          </a:p>
        </p:txBody>
      </p:sp>
      <p:sp>
        <p:nvSpPr>
          <p:cNvPr id="15" name="Line 21">
            <a:extLst>
              <a:ext uri="{FF2B5EF4-FFF2-40B4-BE49-F238E27FC236}">
                <a16:creationId xmlns:a16="http://schemas.microsoft.com/office/drawing/2014/main" id="{62248D14-408D-2D0F-DD14-580161E9EDF0}"/>
              </a:ext>
            </a:extLst>
          </p:cNvPr>
          <p:cNvSpPr>
            <a:spLocks noChangeShapeType="1"/>
          </p:cNvSpPr>
          <p:nvPr/>
        </p:nvSpPr>
        <p:spPr bwMode="auto">
          <a:xfrm>
            <a:off x="6600541" y="8893134"/>
            <a:ext cx="1040375" cy="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 dirty="0"/>
          </a:p>
        </p:txBody>
      </p:sp>
      <p:sp>
        <p:nvSpPr>
          <p:cNvPr id="16" name="Text Box 22">
            <a:extLst>
              <a:ext uri="{FF2B5EF4-FFF2-40B4-BE49-F238E27FC236}">
                <a16:creationId xmlns:a16="http://schemas.microsoft.com/office/drawing/2014/main" id="{B62FAE80-1551-6C0B-0C5F-D86E643B263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00109" y="7945819"/>
            <a:ext cx="1127514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dirty="0">
                <a:latin typeface="Courier New" charset="0"/>
              </a:rPr>
              <a:t>1.0</a:t>
            </a:r>
          </a:p>
        </p:txBody>
      </p:sp>
      <p:sp>
        <p:nvSpPr>
          <p:cNvPr id="17" name="Line 23">
            <a:extLst>
              <a:ext uri="{FF2B5EF4-FFF2-40B4-BE49-F238E27FC236}">
                <a16:creationId xmlns:a16="http://schemas.microsoft.com/office/drawing/2014/main" id="{E1DBB60D-C545-4A3D-7ECD-08DB6A78AB64}"/>
              </a:ext>
            </a:extLst>
          </p:cNvPr>
          <p:cNvSpPr>
            <a:spLocks noChangeShapeType="1"/>
          </p:cNvSpPr>
          <p:nvPr/>
        </p:nvSpPr>
        <p:spPr bwMode="auto">
          <a:xfrm>
            <a:off x="9913482" y="8893134"/>
            <a:ext cx="1040375" cy="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18" name="Text Box 24">
            <a:extLst>
              <a:ext uri="{FF2B5EF4-FFF2-40B4-BE49-F238E27FC236}">
                <a16:creationId xmlns:a16="http://schemas.microsoft.com/office/drawing/2014/main" id="{07388325-9E5B-AAED-16CC-B1855C93550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873727" y="7954612"/>
            <a:ext cx="1248450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dirty="0">
                <a:latin typeface="Courier New" charset="0"/>
              </a:rPr>
              <a:t>.4</a:t>
            </a:r>
          </a:p>
        </p:txBody>
      </p:sp>
      <p:sp>
        <p:nvSpPr>
          <p:cNvPr id="19" name="Line 25">
            <a:extLst>
              <a:ext uri="{FF2B5EF4-FFF2-40B4-BE49-F238E27FC236}">
                <a16:creationId xmlns:a16="http://schemas.microsoft.com/office/drawing/2014/main" id="{09B2A357-97CE-6A27-ECC5-2276A17694B9}"/>
              </a:ext>
            </a:extLst>
          </p:cNvPr>
          <p:cNvSpPr>
            <a:spLocks noChangeShapeType="1"/>
          </p:cNvSpPr>
          <p:nvPr/>
        </p:nvSpPr>
        <p:spPr bwMode="auto">
          <a:xfrm>
            <a:off x="16074057" y="8838270"/>
            <a:ext cx="1040375" cy="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20" name="Text Box 26">
            <a:extLst>
              <a:ext uri="{FF2B5EF4-FFF2-40B4-BE49-F238E27FC236}">
                <a16:creationId xmlns:a16="http://schemas.microsoft.com/office/drawing/2014/main" id="{D5ECE766-FCF0-C2D8-4B84-7848DAFEFCD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811000" y="7995672"/>
            <a:ext cx="1621251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dirty="0">
                <a:latin typeface="Courier New" charset="0"/>
              </a:rPr>
              <a:t>1.0</a:t>
            </a:r>
          </a:p>
        </p:txBody>
      </p:sp>
      <p:sp>
        <p:nvSpPr>
          <p:cNvPr id="21" name="Line 27">
            <a:extLst>
              <a:ext uri="{FF2B5EF4-FFF2-40B4-BE49-F238E27FC236}">
                <a16:creationId xmlns:a16="http://schemas.microsoft.com/office/drawing/2014/main" id="{DDA2AB25-DF9E-A99F-9E5A-AFCF0CB81AEF}"/>
              </a:ext>
            </a:extLst>
          </p:cNvPr>
          <p:cNvSpPr>
            <a:spLocks noChangeShapeType="1"/>
          </p:cNvSpPr>
          <p:nvPr/>
        </p:nvSpPr>
        <p:spPr bwMode="auto">
          <a:xfrm>
            <a:off x="12849481" y="8893134"/>
            <a:ext cx="1040375" cy="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22" name="Text Box 28">
            <a:extLst>
              <a:ext uri="{FF2B5EF4-FFF2-40B4-BE49-F238E27FC236}">
                <a16:creationId xmlns:a16="http://schemas.microsoft.com/office/drawing/2014/main" id="{C50E98D9-8FD5-D6F3-6A49-1388EC2E69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996986" y="8006663"/>
            <a:ext cx="1621251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dirty="0">
                <a:latin typeface="Courier New" charset="0"/>
              </a:rPr>
              <a:t>1.0</a:t>
            </a:r>
          </a:p>
        </p:txBody>
      </p:sp>
      <p:sp>
        <p:nvSpPr>
          <p:cNvPr id="23" name="Line 29">
            <a:extLst>
              <a:ext uri="{FF2B5EF4-FFF2-40B4-BE49-F238E27FC236}">
                <a16:creationId xmlns:a16="http://schemas.microsoft.com/office/drawing/2014/main" id="{3E59EF55-C7CB-FC94-4ADE-524162578B6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339698" y="5813108"/>
            <a:ext cx="832300" cy="145652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24" name="Text Box 30">
            <a:extLst>
              <a:ext uri="{FF2B5EF4-FFF2-40B4-BE49-F238E27FC236}">
                <a16:creationId xmlns:a16="http://schemas.microsoft.com/office/drawing/2014/main" id="{6A8B4BC9-2A1D-03A6-6364-3B93BA1EB6E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15622" y="6007299"/>
            <a:ext cx="1248450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dirty="0">
                <a:latin typeface="Courier New" charset="0"/>
              </a:rPr>
              <a:t>.6</a:t>
            </a:r>
          </a:p>
        </p:txBody>
      </p:sp>
      <p:sp>
        <p:nvSpPr>
          <p:cNvPr id="25" name="Line 31">
            <a:extLst>
              <a:ext uri="{FF2B5EF4-FFF2-40B4-BE49-F238E27FC236}">
                <a16:creationId xmlns:a16="http://schemas.microsoft.com/office/drawing/2014/main" id="{54275F0D-CB64-03C2-732C-00124FE7924F}"/>
              </a:ext>
            </a:extLst>
          </p:cNvPr>
          <p:cNvSpPr>
            <a:spLocks noChangeShapeType="1"/>
          </p:cNvSpPr>
          <p:nvPr/>
        </p:nvSpPr>
        <p:spPr bwMode="auto">
          <a:xfrm>
            <a:off x="11307291" y="5910748"/>
            <a:ext cx="624225" cy="145652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26" name="Text Box 32">
            <a:extLst>
              <a:ext uri="{FF2B5EF4-FFF2-40B4-BE49-F238E27FC236}">
                <a16:creationId xmlns:a16="http://schemas.microsoft.com/office/drawing/2014/main" id="{CBC57249-7D24-67E2-9D11-BF8B7CA3B1A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919577" y="6007299"/>
            <a:ext cx="1248450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>
                <a:latin typeface="Courier New" charset="0"/>
              </a:rPr>
              <a:t>.6</a:t>
            </a:r>
          </a:p>
        </p:txBody>
      </p:sp>
      <p:sp>
        <p:nvSpPr>
          <p:cNvPr id="27" name="Freeform 33">
            <a:extLst>
              <a:ext uri="{FF2B5EF4-FFF2-40B4-BE49-F238E27FC236}">
                <a16:creationId xmlns:a16="http://schemas.microsoft.com/office/drawing/2014/main" id="{01AF24B0-8E2D-3673-2F81-38945E84DA0F}"/>
              </a:ext>
            </a:extLst>
          </p:cNvPr>
          <p:cNvSpPr>
            <a:spLocks/>
          </p:cNvSpPr>
          <p:nvPr/>
        </p:nvSpPr>
        <p:spPr bwMode="auto">
          <a:xfrm>
            <a:off x="7961518" y="2147769"/>
            <a:ext cx="1621251" cy="2167448"/>
          </a:xfrm>
          <a:custGeom>
            <a:avLst/>
            <a:gdLst>
              <a:gd name="T0" fmla="*/ 253 w 374"/>
              <a:gd name="T1" fmla="*/ 500 h 500"/>
              <a:gd name="T2" fmla="*/ 27 w 374"/>
              <a:gd name="T3" fmla="*/ 430 h 500"/>
              <a:gd name="T4" fmla="*/ 9 w 374"/>
              <a:gd name="T5" fmla="*/ 378 h 500"/>
              <a:gd name="T6" fmla="*/ 0 w 374"/>
              <a:gd name="T7" fmla="*/ 352 h 500"/>
              <a:gd name="T8" fmla="*/ 9 w 374"/>
              <a:gd name="T9" fmla="*/ 196 h 500"/>
              <a:gd name="T10" fmla="*/ 70 w 374"/>
              <a:gd name="T11" fmla="*/ 100 h 500"/>
              <a:gd name="T12" fmla="*/ 200 w 374"/>
              <a:gd name="T13" fmla="*/ 4 h 500"/>
              <a:gd name="T14" fmla="*/ 287 w 374"/>
              <a:gd name="T15" fmla="*/ 13 h 500"/>
              <a:gd name="T16" fmla="*/ 348 w 374"/>
              <a:gd name="T17" fmla="*/ 74 h 500"/>
              <a:gd name="T18" fmla="*/ 374 w 374"/>
              <a:gd name="T19" fmla="*/ 117 h 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374" h="500">
                <a:moveTo>
                  <a:pt x="253" y="500"/>
                </a:moveTo>
                <a:cubicBezTo>
                  <a:pt x="181" y="480"/>
                  <a:pt x="89" y="473"/>
                  <a:pt x="27" y="430"/>
                </a:cubicBezTo>
                <a:cubicBezTo>
                  <a:pt x="21" y="412"/>
                  <a:pt x="15" y="395"/>
                  <a:pt x="9" y="378"/>
                </a:cubicBezTo>
                <a:cubicBezTo>
                  <a:pt x="6" y="369"/>
                  <a:pt x="0" y="352"/>
                  <a:pt x="0" y="352"/>
                </a:cubicBezTo>
                <a:cubicBezTo>
                  <a:pt x="3" y="300"/>
                  <a:pt x="3" y="247"/>
                  <a:pt x="9" y="196"/>
                </a:cubicBezTo>
                <a:cubicBezTo>
                  <a:pt x="12" y="163"/>
                  <a:pt x="61" y="110"/>
                  <a:pt x="70" y="100"/>
                </a:cubicBezTo>
                <a:cubicBezTo>
                  <a:pt x="114" y="46"/>
                  <a:pt x="131" y="18"/>
                  <a:pt x="200" y="4"/>
                </a:cubicBezTo>
                <a:cubicBezTo>
                  <a:pt x="229" y="7"/>
                  <a:pt x="260" y="0"/>
                  <a:pt x="287" y="13"/>
                </a:cubicBezTo>
                <a:cubicBezTo>
                  <a:pt x="312" y="25"/>
                  <a:pt x="348" y="74"/>
                  <a:pt x="348" y="74"/>
                </a:cubicBezTo>
                <a:cubicBezTo>
                  <a:pt x="359" y="107"/>
                  <a:pt x="350" y="93"/>
                  <a:pt x="374" y="117"/>
                </a:cubicBezTo>
              </a:path>
            </a:pathLst>
          </a:custGeom>
          <a:noFill/>
          <a:ln w="2857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28" name="Text Box 34">
            <a:extLst>
              <a:ext uri="{FF2B5EF4-FFF2-40B4-BE49-F238E27FC236}">
                <a16:creationId xmlns:a16="http://schemas.microsoft.com/office/drawing/2014/main" id="{2B33C6DA-5985-582A-AB47-E7E61AF153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63866" y="2182920"/>
            <a:ext cx="1248450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dirty="0">
                <a:latin typeface="Courier New" charset="0"/>
              </a:rPr>
              <a:t>.4</a:t>
            </a:r>
          </a:p>
        </p:txBody>
      </p:sp>
      <p:sp>
        <p:nvSpPr>
          <p:cNvPr id="29" name="Text Box 35">
            <a:extLst>
              <a:ext uri="{FF2B5EF4-FFF2-40B4-BE49-F238E27FC236}">
                <a16:creationId xmlns:a16="http://schemas.microsoft.com/office/drawing/2014/main" id="{E3965E15-5357-9AE1-6B8B-949A0D9843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02930" y="7556742"/>
            <a:ext cx="1647261" cy="255454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>
                <a:latin typeface="Courier New" charset="0"/>
              </a:rPr>
              <a:t>A 1</a:t>
            </a:r>
          </a:p>
          <a:p>
            <a:r>
              <a:rPr lang="en-US" sz="4000">
                <a:latin typeface="Courier New" charset="0"/>
              </a:rPr>
              <a:t>C </a:t>
            </a:r>
          </a:p>
          <a:p>
            <a:r>
              <a:rPr lang="en-US" sz="4000">
                <a:latin typeface="Courier New" charset="0"/>
              </a:rPr>
              <a:t>G</a:t>
            </a:r>
          </a:p>
          <a:p>
            <a:r>
              <a:rPr lang="en-US" sz="4000">
                <a:latin typeface="Courier New" charset="0"/>
              </a:rPr>
              <a:t>T</a:t>
            </a:r>
          </a:p>
        </p:txBody>
      </p:sp>
      <p:sp>
        <p:nvSpPr>
          <p:cNvPr id="32" name="Text Box 30">
            <a:extLst>
              <a:ext uri="{FF2B5EF4-FFF2-40B4-BE49-F238E27FC236}">
                <a16:creationId xmlns:a16="http://schemas.microsoft.com/office/drawing/2014/main" id="{55BF97B7-1847-366A-5735-7EE9B2B541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40664" y="5887584"/>
            <a:ext cx="2544089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i="1" dirty="0">
                <a:solidFill>
                  <a:schemeClr val="tx2">
                    <a:lumMod val="60000"/>
                    <a:lumOff val="40000"/>
                  </a:schemeClr>
                </a:solidFill>
                <a:latin typeface="Courier New" charset="0"/>
              </a:rPr>
              <a:t>state</a:t>
            </a:r>
          </a:p>
        </p:txBody>
      </p:sp>
      <p:sp>
        <p:nvSpPr>
          <p:cNvPr id="33" name="Text Box 30">
            <a:extLst>
              <a:ext uri="{FF2B5EF4-FFF2-40B4-BE49-F238E27FC236}">
                <a16:creationId xmlns:a16="http://schemas.microsoft.com/office/drawing/2014/main" id="{5FBCDFD3-9502-510D-ADBF-5A15178C02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69223" y="5887584"/>
            <a:ext cx="2544089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i="1" dirty="0">
                <a:solidFill>
                  <a:schemeClr val="tx2">
                    <a:lumMod val="60000"/>
                    <a:lumOff val="40000"/>
                  </a:schemeClr>
                </a:solidFill>
                <a:latin typeface="Courier New" charset="0"/>
              </a:rPr>
              <a:t>state</a:t>
            </a:r>
          </a:p>
        </p:txBody>
      </p:sp>
    </p:spTree>
    <p:extLst>
      <p:ext uri="{BB962C8B-B14F-4D97-AF65-F5344CB8AC3E}">
        <p14:creationId xmlns:p14="http://schemas.microsoft.com/office/powerpoint/2010/main" val="8320427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0E72A-EFA7-B3F9-8787-F70BB173D2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8BD3FF7-0A75-7CF0-44C2-2284F273C543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0C21A62-97F8-A5D2-A416-2C2B9325ED3C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34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88A2587-6817-DD5D-8EA6-51773CC5A1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8675" y="458787"/>
            <a:ext cx="19441062" cy="738817"/>
          </a:xfrm>
        </p:spPr>
        <p:txBody>
          <a:bodyPr>
            <a:noAutofit/>
          </a:bodyPr>
          <a:lstStyle/>
          <a:p>
            <a:r>
              <a:rPr lang="en-US" sz="6000" dirty="0">
                <a:latin typeface="Raleway" pitchFamily="2" charset="77"/>
              </a:rPr>
              <a:t>A simple DNA HMM</a:t>
            </a:r>
          </a:p>
        </p:txBody>
      </p:sp>
      <p:sp>
        <p:nvSpPr>
          <p:cNvPr id="2" name="Text Box 6">
            <a:extLst>
              <a:ext uri="{FF2B5EF4-FFF2-40B4-BE49-F238E27FC236}">
                <a16:creationId xmlns:a16="http://schemas.microsoft.com/office/drawing/2014/main" id="{811BCC9D-7589-8EB9-7033-C3D94FFCCD3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4374" y="2003167"/>
            <a:ext cx="4267435" cy="2862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3600" dirty="0">
                <a:latin typeface="Courier New" charset="0"/>
              </a:rPr>
              <a:t>AC</a:t>
            </a:r>
            <a:r>
              <a:rPr lang="en-US" sz="3600" b="1" dirty="0">
                <a:solidFill>
                  <a:srgbClr val="C00000"/>
                </a:solidFill>
                <a:latin typeface="Courier New" charset="0"/>
              </a:rPr>
              <a:t>A</a:t>
            </a:r>
            <a:r>
              <a:rPr lang="en-US" sz="3600" dirty="0">
                <a:solidFill>
                  <a:srgbClr val="FF00FF"/>
                </a:solidFill>
                <a:latin typeface="Courier New" charset="0"/>
              </a:rPr>
              <a:t>---</a:t>
            </a:r>
            <a:r>
              <a:rPr lang="en-US" sz="3600" dirty="0">
                <a:latin typeface="Courier New" charset="0"/>
              </a:rPr>
              <a:t>ATG</a:t>
            </a:r>
          </a:p>
          <a:p>
            <a:r>
              <a:rPr lang="en-US" sz="3600" dirty="0">
                <a:latin typeface="Courier New" charset="0"/>
              </a:rPr>
              <a:t>TCA</a:t>
            </a:r>
            <a:r>
              <a:rPr lang="en-US" sz="3600" dirty="0">
                <a:solidFill>
                  <a:srgbClr val="FF00FF"/>
                </a:solidFill>
                <a:latin typeface="Courier New" charset="0"/>
              </a:rPr>
              <a:t>ACT</a:t>
            </a:r>
            <a:r>
              <a:rPr lang="en-US" sz="3600" dirty="0">
                <a:latin typeface="Courier New" charset="0"/>
              </a:rPr>
              <a:t>ATC</a:t>
            </a:r>
          </a:p>
          <a:p>
            <a:r>
              <a:rPr lang="en-US" sz="3600" dirty="0">
                <a:latin typeface="Courier New" charset="0"/>
              </a:rPr>
              <a:t>ACA</a:t>
            </a:r>
            <a:r>
              <a:rPr lang="en-US" sz="3600" dirty="0">
                <a:solidFill>
                  <a:srgbClr val="FF00FF"/>
                </a:solidFill>
                <a:latin typeface="Courier New" charset="0"/>
              </a:rPr>
              <a:t>C--</a:t>
            </a:r>
            <a:r>
              <a:rPr lang="en-US" sz="3600" dirty="0">
                <a:latin typeface="Courier New" charset="0"/>
              </a:rPr>
              <a:t>AGC</a:t>
            </a:r>
          </a:p>
          <a:p>
            <a:r>
              <a:rPr lang="en-US" sz="3600" dirty="0">
                <a:latin typeface="Courier New" charset="0"/>
              </a:rPr>
              <a:t>AGA</a:t>
            </a:r>
            <a:r>
              <a:rPr lang="en-US" sz="3600" dirty="0">
                <a:solidFill>
                  <a:srgbClr val="FF00FF"/>
                </a:solidFill>
                <a:latin typeface="Courier New" charset="0"/>
              </a:rPr>
              <a:t>---</a:t>
            </a:r>
            <a:r>
              <a:rPr lang="en-US" sz="3600" dirty="0">
                <a:latin typeface="Courier New" charset="0"/>
              </a:rPr>
              <a:t>ATC</a:t>
            </a:r>
          </a:p>
          <a:p>
            <a:r>
              <a:rPr lang="en-US" sz="3600" dirty="0">
                <a:latin typeface="Courier New" charset="0"/>
              </a:rPr>
              <a:t>ACC</a:t>
            </a:r>
            <a:r>
              <a:rPr lang="en-US" sz="3600" dirty="0">
                <a:solidFill>
                  <a:srgbClr val="FF00FF"/>
                </a:solidFill>
                <a:latin typeface="Courier New" charset="0"/>
              </a:rPr>
              <a:t>G--</a:t>
            </a:r>
            <a:r>
              <a:rPr lang="en-US" sz="3600" dirty="0">
                <a:latin typeface="Courier New" charset="0"/>
              </a:rPr>
              <a:t>ATC</a:t>
            </a:r>
            <a:endParaRPr lang="en-US" sz="4000" dirty="0">
              <a:latin typeface="Courier New" charset="0"/>
            </a:endParaRPr>
          </a:p>
        </p:txBody>
      </p:sp>
      <p:sp>
        <p:nvSpPr>
          <p:cNvPr id="4" name="Text Box 10">
            <a:extLst>
              <a:ext uri="{FF2B5EF4-FFF2-40B4-BE49-F238E27FC236}">
                <a16:creationId xmlns:a16="http://schemas.microsoft.com/office/drawing/2014/main" id="{403B5848-E13F-48EF-6659-AE69B1C0CC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08774" y="7572756"/>
            <a:ext cx="2020062" cy="255454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b="1" dirty="0">
                <a:solidFill>
                  <a:srgbClr val="C00000"/>
                </a:solidFill>
                <a:latin typeface="Courier New" charset="0"/>
              </a:rPr>
              <a:t>A .8</a:t>
            </a:r>
          </a:p>
          <a:p>
            <a:r>
              <a:rPr lang="en-US" sz="4000" dirty="0">
                <a:latin typeface="Courier New" charset="0"/>
              </a:rPr>
              <a:t>C</a:t>
            </a:r>
          </a:p>
          <a:p>
            <a:r>
              <a:rPr lang="en-US" sz="4000" dirty="0">
                <a:latin typeface="Courier New" charset="0"/>
              </a:rPr>
              <a:t>G</a:t>
            </a:r>
          </a:p>
          <a:p>
            <a:r>
              <a:rPr lang="en-US" sz="4000" dirty="0">
                <a:latin typeface="Courier New" charset="0"/>
              </a:rPr>
              <a:t>T .2</a:t>
            </a:r>
          </a:p>
        </p:txBody>
      </p:sp>
      <p:sp>
        <p:nvSpPr>
          <p:cNvPr id="5" name="Text Box 11">
            <a:extLst>
              <a:ext uri="{FF2B5EF4-FFF2-40B4-BE49-F238E27FC236}">
                <a16:creationId xmlns:a16="http://schemas.microsoft.com/office/drawing/2014/main" id="{13DF89E0-FA7F-E12B-7F15-4265E6A3C0F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12447" y="7572756"/>
            <a:ext cx="2020062" cy="255454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dirty="0">
                <a:latin typeface="Courier New" charset="0"/>
              </a:rPr>
              <a:t>A</a:t>
            </a:r>
          </a:p>
          <a:p>
            <a:r>
              <a:rPr lang="en-US" sz="4000" b="1" dirty="0">
                <a:solidFill>
                  <a:srgbClr val="C00000"/>
                </a:solidFill>
                <a:latin typeface="Courier New" charset="0"/>
              </a:rPr>
              <a:t>C .8</a:t>
            </a:r>
          </a:p>
          <a:p>
            <a:r>
              <a:rPr lang="en-US" sz="4000" dirty="0">
                <a:latin typeface="Courier New" charset="0"/>
              </a:rPr>
              <a:t>G .2</a:t>
            </a:r>
          </a:p>
          <a:p>
            <a:r>
              <a:rPr lang="en-US" sz="4000" dirty="0">
                <a:latin typeface="Courier New" charset="0"/>
              </a:rPr>
              <a:t>T</a:t>
            </a:r>
          </a:p>
        </p:txBody>
      </p:sp>
      <p:sp>
        <p:nvSpPr>
          <p:cNvPr id="6" name="Text Box 13">
            <a:extLst>
              <a:ext uri="{FF2B5EF4-FFF2-40B4-BE49-F238E27FC236}">
                <a16:creationId xmlns:a16="http://schemas.microsoft.com/office/drawing/2014/main" id="{A8018EE0-E99A-9500-AD33-3A3DC29196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16120" y="7572756"/>
            <a:ext cx="2020062" cy="255454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b="1" dirty="0">
                <a:solidFill>
                  <a:srgbClr val="C00000"/>
                </a:solidFill>
                <a:latin typeface="Courier New" charset="0"/>
              </a:rPr>
              <a:t>A .8</a:t>
            </a:r>
          </a:p>
          <a:p>
            <a:r>
              <a:rPr lang="en-US" sz="4000" dirty="0">
                <a:latin typeface="Courier New" charset="0"/>
              </a:rPr>
              <a:t>C .2</a:t>
            </a:r>
          </a:p>
          <a:p>
            <a:r>
              <a:rPr lang="en-US" sz="4000" dirty="0">
                <a:latin typeface="Courier New" charset="0"/>
              </a:rPr>
              <a:t>G</a:t>
            </a:r>
          </a:p>
          <a:p>
            <a:r>
              <a:rPr lang="en-US" sz="4000" dirty="0">
                <a:latin typeface="Courier New" charset="0"/>
              </a:rPr>
              <a:t>T</a:t>
            </a:r>
          </a:p>
        </p:txBody>
      </p:sp>
      <p:sp>
        <p:nvSpPr>
          <p:cNvPr id="10" name="Text Box 15">
            <a:extLst>
              <a:ext uri="{FF2B5EF4-FFF2-40B4-BE49-F238E27FC236}">
                <a16:creationId xmlns:a16="http://schemas.microsoft.com/office/drawing/2014/main" id="{4B6B4A63-719B-1461-8FDE-7229FA4FD6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950665" y="7542028"/>
            <a:ext cx="2020062" cy="255454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dirty="0">
                <a:latin typeface="Courier New" charset="0"/>
              </a:rPr>
              <a:t>A</a:t>
            </a:r>
          </a:p>
          <a:p>
            <a:r>
              <a:rPr lang="en-US" sz="4000" dirty="0">
                <a:latin typeface="Courier New" charset="0"/>
              </a:rPr>
              <a:t>C</a:t>
            </a:r>
          </a:p>
          <a:p>
            <a:r>
              <a:rPr lang="en-US" sz="4000" dirty="0">
                <a:latin typeface="Courier New" charset="0"/>
              </a:rPr>
              <a:t>G .2</a:t>
            </a:r>
          </a:p>
          <a:p>
            <a:r>
              <a:rPr lang="en-US" sz="4000" dirty="0">
                <a:latin typeface="Courier New" charset="0"/>
              </a:rPr>
              <a:t>T .8</a:t>
            </a:r>
          </a:p>
        </p:txBody>
      </p:sp>
      <p:sp>
        <p:nvSpPr>
          <p:cNvPr id="11" name="Text Box 16">
            <a:extLst>
              <a:ext uri="{FF2B5EF4-FFF2-40B4-BE49-F238E27FC236}">
                <a16:creationId xmlns:a16="http://schemas.microsoft.com/office/drawing/2014/main" id="{80A5A844-8DCA-AE34-9B21-85D8327699A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254338" y="7605017"/>
            <a:ext cx="2020062" cy="255454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>
                <a:latin typeface="Courier New" charset="0"/>
              </a:rPr>
              <a:t>A</a:t>
            </a:r>
          </a:p>
          <a:p>
            <a:r>
              <a:rPr lang="en-US" sz="4000">
                <a:latin typeface="Courier New" charset="0"/>
              </a:rPr>
              <a:t>C .8</a:t>
            </a:r>
          </a:p>
          <a:p>
            <a:r>
              <a:rPr lang="en-US" sz="4000">
                <a:latin typeface="Courier New" charset="0"/>
              </a:rPr>
              <a:t>G .2</a:t>
            </a:r>
          </a:p>
          <a:p>
            <a:r>
              <a:rPr lang="en-US" sz="4000">
                <a:latin typeface="Courier New" charset="0"/>
              </a:rPr>
              <a:t>T</a:t>
            </a:r>
          </a:p>
        </p:txBody>
      </p:sp>
      <p:sp>
        <p:nvSpPr>
          <p:cNvPr id="12" name="Text Box 17">
            <a:extLst>
              <a:ext uri="{FF2B5EF4-FFF2-40B4-BE49-F238E27FC236}">
                <a16:creationId xmlns:a16="http://schemas.microsoft.com/office/drawing/2014/main" id="{5A618B10-E245-AAE2-55EF-78EE6C9D16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243156" y="3178039"/>
            <a:ext cx="2020062" cy="255454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dirty="0">
                <a:latin typeface="Courier New" charset="0"/>
              </a:rPr>
              <a:t>A .2</a:t>
            </a:r>
          </a:p>
          <a:p>
            <a:r>
              <a:rPr lang="en-US" sz="4000" dirty="0">
                <a:latin typeface="Courier New" charset="0"/>
              </a:rPr>
              <a:t>C .4</a:t>
            </a:r>
          </a:p>
          <a:p>
            <a:r>
              <a:rPr lang="en-US" sz="4000" dirty="0">
                <a:latin typeface="Courier New" charset="0"/>
              </a:rPr>
              <a:t>G .2</a:t>
            </a:r>
          </a:p>
          <a:p>
            <a:r>
              <a:rPr lang="en-US" sz="4000" dirty="0">
                <a:latin typeface="Courier New" charset="0"/>
              </a:rPr>
              <a:t>T .2</a:t>
            </a:r>
          </a:p>
        </p:txBody>
      </p:sp>
      <p:sp>
        <p:nvSpPr>
          <p:cNvPr id="13" name="Line 18">
            <a:extLst>
              <a:ext uri="{FF2B5EF4-FFF2-40B4-BE49-F238E27FC236}">
                <a16:creationId xmlns:a16="http://schemas.microsoft.com/office/drawing/2014/main" id="{D8737E3A-986E-E42C-741A-990F29CA6860}"/>
              </a:ext>
            </a:extLst>
          </p:cNvPr>
          <p:cNvSpPr>
            <a:spLocks noChangeShapeType="1"/>
          </p:cNvSpPr>
          <p:nvPr/>
        </p:nvSpPr>
        <p:spPr bwMode="auto">
          <a:xfrm>
            <a:off x="3237904" y="8893134"/>
            <a:ext cx="1040375" cy="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14" name="Text Box 20">
            <a:extLst>
              <a:ext uri="{FF2B5EF4-FFF2-40B4-BE49-F238E27FC236}">
                <a16:creationId xmlns:a16="http://schemas.microsoft.com/office/drawing/2014/main" id="{39BFD204-3028-FBFE-5DA3-629F3CEB89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84984" y="7995672"/>
            <a:ext cx="1621251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b="1" dirty="0">
                <a:solidFill>
                  <a:srgbClr val="C00000"/>
                </a:solidFill>
                <a:latin typeface="Courier New" charset="0"/>
              </a:rPr>
              <a:t>1.0</a:t>
            </a:r>
          </a:p>
        </p:txBody>
      </p:sp>
      <p:sp>
        <p:nvSpPr>
          <p:cNvPr id="15" name="Line 21">
            <a:extLst>
              <a:ext uri="{FF2B5EF4-FFF2-40B4-BE49-F238E27FC236}">
                <a16:creationId xmlns:a16="http://schemas.microsoft.com/office/drawing/2014/main" id="{B8FD892F-7FB7-AB67-A5B0-1A25685628CB}"/>
              </a:ext>
            </a:extLst>
          </p:cNvPr>
          <p:cNvSpPr>
            <a:spLocks noChangeShapeType="1"/>
          </p:cNvSpPr>
          <p:nvPr/>
        </p:nvSpPr>
        <p:spPr bwMode="auto">
          <a:xfrm>
            <a:off x="6600541" y="8893134"/>
            <a:ext cx="1040375" cy="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 dirty="0"/>
          </a:p>
        </p:txBody>
      </p:sp>
      <p:sp>
        <p:nvSpPr>
          <p:cNvPr id="16" name="Text Box 22">
            <a:extLst>
              <a:ext uri="{FF2B5EF4-FFF2-40B4-BE49-F238E27FC236}">
                <a16:creationId xmlns:a16="http://schemas.microsoft.com/office/drawing/2014/main" id="{4FD0607E-E0C5-3D40-090F-E978AF2E90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00109" y="7945819"/>
            <a:ext cx="1127514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b="1" dirty="0">
                <a:solidFill>
                  <a:srgbClr val="C00000"/>
                </a:solidFill>
                <a:latin typeface="Courier New" charset="0"/>
              </a:rPr>
              <a:t>1.0</a:t>
            </a:r>
          </a:p>
        </p:txBody>
      </p:sp>
      <p:sp>
        <p:nvSpPr>
          <p:cNvPr id="17" name="Line 23">
            <a:extLst>
              <a:ext uri="{FF2B5EF4-FFF2-40B4-BE49-F238E27FC236}">
                <a16:creationId xmlns:a16="http://schemas.microsoft.com/office/drawing/2014/main" id="{9A2632F5-9C3C-5178-B28A-CAA6459C45A2}"/>
              </a:ext>
            </a:extLst>
          </p:cNvPr>
          <p:cNvSpPr>
            <a:spLocks noChangeShapeType="1"/>
          </p:cNvSpPr>
          <p:nvPr/>
        </p:nvSpPr>
        <p:spPr bwMode="auto">
          <a:xfrm>
            <a:off x="9913482" y="8893134"/>
            <a:ext cx="1040375" cy="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18" name="Text Box 24">
            <a:extLst>
              <a:ext uri="{FF2B5EF4-FFF2-40B4-BE49-F238E27FC236}">
                <a16:creationId xmlns:a16="http://schemas.microsoft.com/office/drawing/2014/main" id="{77CB4BB7-E214-B7CA-38D1-86F21394ECE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873727" y="7954612"/>
            <a:ext cx="1248450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dirty="0">
                <a:latin typeface="Courier New" charset="0"/>
              </a:rPr>
              <a:t>.4</a:t>
            </a:r>
          </a:p>
        </p:txBody>
      </p:sp>
      <p:sp>
        <p:nvSpPr>
          <p:cNvPr id="19" name="Line 25">
            <a:extLst>
              <a:ext uri="{FF2B5EF4-FFF2-40B4-BE49-F238E27FC236}">
                <a16:creationId xmlns:a16="http://schemas.microsoft.com/office/drawing/2014/main" id="{A1DE7E1A-4031-2FAE-B47F-FDB622EAD1E8}"/>
              </a:ext>
            </a:extLst>
          </p:cNvPr>
          <p:cNvSpPr>
            <a:spLocks noChangeShapeType="1"/>
          </p:cNvSpPr>
          <p:nvPr/>
        </p:nvSpPr>
        <p:spPr bwMode="auto">
          <a:xfrm>
            <a:off x="16074057" y="8838270"/>
            <a:ext cx="1040375" cy="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20" name="Text Box 26">
            <a:extLst>
              <a:ext uri="{FF2B5EF4-FFF2-40B4-BE49-F238E27FC236}">
                <a16:creationId xmlns:a16="http://schemas.microsoft.com/office/drawing/2014/main" id="{C4DC5795-66E9-186D-F051-981ED179F02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811000" y="7995672"/>
            <a:ext cx="1621251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dirty="0">
                <a:latin typeface="Courier New" charset="0"/>
              </a:rPr>
              <a:t>1.0</a:t>
            </a:r>
          </a:p>
        </p:txBody>
      </p:sp>
      <p:sp>
        <p:nvSpPr>
          <p:cNvPr id="21" name="Line 27">
            <a:extLst>
              <a:ext uri="{FF2B5EF4-FFF2-40B4-BE49-F238E27FC236}">
                <a16:creationId xmlns:a16="http://schemas.microsoft.com/office/drawing/2014/main" id="{D149A1C6-6807-D7AB-9F89-52691CDD0C77}"/>
              </a:ext>
            </a:extLst>
          </p:cNvPr>
          <p:cNvSpPr>
            <a:spLocks noChangeShapeType="1"/>
          </p:cNvSpPr>
          <p:nvPr/>
        </p:nvSpPr>
        <p:spPr bwMode="auto">
          <a:xfrm>
            <a:off x="12849481" y="8893134"/>
            <a:ext cx="1040375" cy="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22" name="Text Box 28">
            <a:extLst>
              <a:ext uri="{FF2B5EF4-FFF2-40B4-BE49-F238E27FC236}">
                <a16:creationId xmlns:a16="http://schemas.microsoft.com/office/drawing/2014/main" id="{819B0D6F-1153-C1EC-3BF0-F7830F908C9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996986" y="8006663"/>
            <a:ext cx="1621251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dirty="0">
                <a:latin typeface="Courier New" charset="0"/>
              </a:rPr>
              <a:t>1.0</a:t>
            </a:r>
          </a:p>
        </p:txBody>
      </p:sp>
      <p:sp>
        <p:nvSpPr>
          <p:cNvPr id="23" name="Line 29">
            <a:extLst>
              <a:ext uri="{FF2B5EF4-FFF2-40B4-BE49-F238E27FC236}">
                <a16:creationId xmlns:a16="http://schemas.microsoft.com/office/drawing/2014/main" id="{0508FCFE-1CC0-A435-1DBA-7578E9CA541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339698" y="5813108"/>
            <a:ext cx="832300" cy="145652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24" name="Text Box 30">
            <a:extLst>
              <a:ext uri="{FF2B5EF4-FFF2-40B4-BE49-F238E27FC236}">
                <a16:creationId xmlns:a16="http://schemas.microsoft.com/office/drawing/2014/main" id="{E2145BDF-451D-7B7D-89CF-5A89D989C9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15622" y="6007299"/>
            <a:ext cx="1248450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dirty="0">
                <a:latin typeface="Courier New" charset="0"/>
              </a:rPr>
              <a:t>.6</a:t>
            </a:r>
          </a:p>
        </p:txBody>
      </p:sp>
      <p:sp>
        <p:nvSpPr>
          <p:cNvPr id="25" name="Line 31">
            <a:extLst>
              <a:ext uri="{FF2B5EF4-FFF2-40B4-BE49-F238E27FC236}">
                <a16:creationId xmlns:a16="http://schemas.microsoft.com/office/drawing/2014/main" id="{14A35AE2-4FBF-29C3-9549-2AFEABA81B62}"/>
              </a:ext>
            </a:extLst>
          </p:cNvPr>
          <p:cNvSpPr>
            <a:spLocks noChangeShapeType="1"/>
          </p:cNvSpPr>
          <p:nvPr/>
        </p:nvSpPr>
        <p:spPr bwMode="auto">
          <a:xfrm>
            <a:off x="11307291" y="5910748"/>
            <a:ext cx="624225" cy="145652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26" name="Text Box 32">
            <a:extLst>
              <a:ext uri="{FF2B5EF4-FFF2-40B4-BE49-F238E27FC236}">
                <a16:creationId xmlns:a16="http://schemas.microsoft.com/office/drawing/2014/main" id="{90313640-AA4E-1606-B1B8-9141E22621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919577" y="6007299"/>
            <a:ext cx="1248450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>
                <a:latin typeface="Courier New" charset="0"/>
              </a:rPr>
              <a:t>.6</a:t>
            </a:r>
          </a:p>
        </p:txBody>
      </p:sp>
      <p:sp>
        <p:nvSpPr>
          <p:cNvPr id="27" name="Freeform 33">
            <a:extLst>
              <a:ext uri="{FF2B5EF4-FFF2-40B4-BE49-F238E27FC236}">
                <a16:creationId xmlns:a16="http://schemas.microsoft.com/office/drawing/2014/main" id="{B793F92F-8EB4-7064-5083-7016D127678F}"/>
              </a:ext>
            </a:extLst>
          </p:cNvPr>
          <p:cNvSpPr>
            <a:spLocks/>
          </p:cNvSpPr>
          <p:nvPr/>
        </p:nvSpPr>
        <p:spPr bwMode="auto">
          <a:xfrm>
            <a:off x="7961518" y="2147769"/>
            <a:ext cx="1621251" cy="2167448"/>
          </a:xfrm>
          <a:custGeom>
            <a:avLst/>
            <a:gdLst>
              <a:gd name="T0" fmla="*/ 253 w 374"/>
              <a:gd name="T1" fmla="*/ 500 h 500"/>
              <a:gd name="T2" fmla="*/ 27 w 374"/>
              <a:gd name="T3" fmla="*/ 430 h 500"/>
              <a:gd name="T4" fmla="*/ 9 w 374"/>
              <a:gd name="T5" fmla="*/ 378 h 500"/>
              <a:gd name="T6" fmla="*/ 0 w 374"/>
              <a:gd name="T7" fmla="*/ 352 h 500"/>
              <a:gd name="T8" fmla="*/ 9 w 374"/>
              <a:gd name="T9" fmla="*/ 196 h 500"/>
              <a:gd name="T10" fmla="*/ 70 w 374"/>
              <a:gd name="T11" fmla="*/ 100 h 500"/>
              <a:gd name="T12" fmla="*/ 200 w 374"/>
              <a:gd name="T13" fmla="*/ 4 h 500"/>
              <a:gd name="T14" fmla="*/ 287 w 374"/>
              <a:gd name="T15" fmla="*/ 13 h 500"/>
              <a:gd name="T16" fmla="*/ 348 w 374"/>
              <a:gd name="T17" fmla="*/ 74 h 500"/>
              <a:gd name="T18" fmla="*/ 374 w 374"/>
              <a:gd name="T19" fmla="*/ 117 h 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374" h="500">
                <a:moveTo>
                  <a:pt x="253" y="500"/>
                </a:moveTo>
                <a:cubicBezTo>
                  <a:pt x="181" y="480"/>
                  <a:pt x="89" y="473"/>
                  <a:pt x="27" y="430"/>
                </a:cubicBezTo>
                <a:cubicBezTo>
                  <a:pt x="21" y="412"/>
                  <a:pt x="15" y="395"/>
                  <a:pt x="9" y="378"/>
                </a:cubicBezTo>
                <a:cubicBezTo>
                  <a:pt x="6" y="369"/>
                  <a:pt x="0" y="352"/>
                  <a:pt x="0" y="352"/>
                </a:cubicBezTo>
                <a:cubicBezTo>
                  <a:pt x="3" y="300"/>
                  <a:pt x="3" y="247"/>
                  <a:pt x="9" y="196"/>
                </a:cubicBezTo>
                <a:cubicBezTo>
                  <a:pt x="12" y="163"/>
                  <a:pt x="61" y="110"/>
                  <a:pt x="70" y="100"/>
                </a:cubicBezTo>
                <a:cubicBezTo>
                  <a:pt x="114" y="46"/>
                  <a:pt x="131" y="18"/>
                  <a:pt x="200" y="4"/>
                </a:cubicBezTo>
                <a:cubicBezTo>
                  <a:pt x="229" y="7"/>
                  <a:pt x="260" y="0"/>
                  <a:pt x="287" y="13"/>
                </a:cubicBezTo>
                <a:cubicBezTo>
                  <a:pt x="312" y="25"/>
                  <a:pt x="348" y="74"/>
                  <a:pt x="348" y="74"/>
                </a:cubicBezTo>
                <a:cubicBezTo>
                  <a:pt x="359" y="107"/>
                  <a:pt x="350" y="93"/>
                  <a:pt x="374" y="117"/>
                </a:cubicBezTo>
              </a:path>
            </a:pathLst>
          </a:custGeom>
          <a:noFill/>
          <a:ln w="2857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28" name="Text Box 34">
            <a:extLst>
              <a:ext uri="{FF2B5EF4-FFF2-40B4-BE49-F238E27FC236}">
                <a16:creationId xmlns:a16="http://schemas.microsoft.com/office/drawing/2014/main" id="{1E880DC1-C90E-F2AB-FBD5-33FF977D22A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63866" y="2182920"/>
            <a:ext cx="1248450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dirty="0">
                <a:latin typeface="Courier New" charset="0"/>
              </a:rPr>
              <a:t>.4</a:t>
            </a:r>
          </a:p>
        </p:txBody>
      </p:sp>
      <p:sp>
        <p:nvSpPr>
          <p:cNvPr id="29" name="Text Box 35">
            <a:extLst>
              <a:ext uri="{FF2B5EF4-FFF2-40B4-BE49-F238E27FC236}">
                <a16:creationId xmlns:a16="http://schemas.microsoft.com/office/drawing/2014/main" id="{69D7B6C5-6254-67F5-966D-E2732DBB58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02930" y="7556742"/>
            <a:ext cx="1647261" cy="255454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>
                <a:latin typeface="Courier New" charset="0"/>
              </a:rPr>
              <a:t>A 1</a:t>
            </a:r>
          </a:p>
          <a:p>
            <a:r>
              <a:rPr lang="en-US" sz="4000">
                <a:latin typeface="Courier New" charset="0"/>
              </a:rPr>
              <a:t>C </a:t>
            </a:r>
          </a:p>
          <a:p>
            <a:r>
              <a:rPr lang="en-US" sz="4000">
                <a:latin typeface="Courier New" charset="0"/>
              </a:rPr>
              <a:t>G</a:t>
            </a:r>
          </a:p>
          <a:p>
            <a:r>
              <a:rPr lang="en-US" sz="4000">
                <a:latin typeface="Courier New" charset="0"/>
              </a:rPr>
              <a:t>T</a:t>
            </a:r>
          </a:p>
        </p:txBody>
      </p:sp>
      <p:sp>
        <p:nvSpPr>
          <p:cNvPr id="32" name="Text Box 30">
            <a:extLst>
              <a:ext uri="{FF2B5EF4-FFF2-40B4-BE49-F238E27FC236}">
                <a16:creationId xmlns:a16="http://schemas.microsoft.com/office/drawing/2014/main" id="{2C32F8CD-E53F-6417-5B60-21019756728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40664" y="5887584"/>
            <a:ext cx="2544089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i="1" dirty="0">
                <a:solidFill>
                  <a:schemeClr val="tx2">
                    <a:lumMod val="60000"/>
                    <a:lumOff val="40000"/>
                  </a:schemeClr>
                </a:solidFill>
                <a:latin typeface="Courier New" charset="0"/>
              </a:rPr>
              <a:t>state</a:t>
            </a:r>
          </a:p>
        </p:txBody>
      </p:sp>
      <p:sp>
        <p:nvSpPr>
          <p:cNvPr id="33" name="Text Box 30">
            <a:extLst>
              <a:ext uri="{FF2B5EF4-FFF2-40B4-BE49-F238E27FC236}">
                <a16:creationId xmlns:a16="http://schemas.microsoft.com/office/drawing/2014/main" id="{62D44B24-75BE-C42B-E054-FE3A3F679E1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69223" y="5887584"/>
            <a:ext cx="2544089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i="1" dirty="0">
                <a:solidFill>
                  <a:schemeClr val="tx2">
                    <a:lumMod val="60000"/>
                    <a:lumOff val="40000"/>
                  </a:schemeClr>
                </a:solidFill>
                <a:latin typeface="Courier New" charset="0"/>
              </a:rPr>
              <a:t>state</a:t>
            </a:r>
          </a:p>
        </p:txBody>
      </p:sp>
    </p:spTree>
    <p:extLst>
      <p:ext uri="{BB962C8B-B14F-4D97-AF65-F5344CB8AC3E}">
        <p14:creationId xmlns:p14="http://schemas.microsoft.com/office/powerpoint/2010/main" val="308710923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8D8420-5719-612F-67B9-698153D57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EC9AF70-5492-CF0A-3DB5-B201A2ADECEB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2988E84-305B-1E1B-507A-9E42A62A900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35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4C2F54E-E2D4-ACCB-19C6-85A5E8FCA5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8675" y="458787"/>
            <a:ext cx="19441062" cy="738817"/>
          </a:xfrm>
        </p:spPr>
        <p:txBody>
          <a:bodyPr>
            <a:noAutofit/>
          </a:bodyPr>
          <a:lstStyle/>
          <a:p>
            <a:r>
              <a:rPr lang="en-US" sz="6000" dirty="0">
                <a:latin typeface="Raleway" pitchFamily="2" charset="77"/>
              </a:rPr>
              <a:t>A simple DNA HMM</a:t>
            </a:r>
          </a:p>
        </p:txBody>
      </p:sp>
      <p:sp>
        <p:nvSpPr>
          <p:cNvPr id="2" name="Text Box 6">
            <a:extLst>
              <a:ext uri="{FF2B5EF4-FFF2-40B4-BE49-F238E27FC236}">
                <a16:creationId xmlns:a16="http://schemas.microsoft.com/office/drawing/2014/main" id="{8C8532BB-2ECD-C9ED-18FB-E4432862D9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4374" y="2003167"/>
            <a:ext cx="4267435" cy="2862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3600" dirty="0">
                <a:latin typeface="Courier New" charset="0"/>
              </a:rPr>
              <a:t>ACA</a:t>
            </a:r>
            <a:r>
              <a:rPr lang="en-US" sz="3600" dirty="0">
                <a:solidFill>
                  <a:srgbClr val="FF00FF"/>
                </a:solidFill>
                <a:latin typeface="Courier New" charset="0"/>
              </a:rPr>
              <a:t>---</a:t>
            </a:r>
            <a:r>
              <a:rPr lang="en-US" sz="3600" b="1" dirty="0">
                <a:solidFill>
                  <a:srgbClr val="C00000"/>
                </a:solidFill>
                <a:latin typeface="Courier New" charset="0"/>
              </a:rPr>
              <a:t>A</a:t>
            </a:r>
            <a:r>
              <a:rPr lang="en-US" sz="3600" dirty="0">
                <a:latin typeface="Courier New" charset="0"/>
              </a:rPr>
              <a:t>TG</a:t>
            </a:r>
          </a:p>
          <a:p>
            <a:r>
              <a:rPr lang="en-US" sz="3600" dirty="0">
                <a:latin typeface="Courier New" charset="0"/>
              </a:rPr>
              <a:t>TCA</a:t>
            </a:r>
            <a:r>
              <a:rPr lang="en-US" sz="3600" dirty="0">
                <a:solidFill>
                  <a:srgbClr val="FF00FF"/>
                </a:solidFill>
                <a:latin typeface="Courier New" charset="0"/>
              </a:rPr>
              <a:t>ACT</a:t>
            </a:r>
            <a:r>
              <a:rPr lang="en-US" sz="3600" dirty="0">
                <a:latin typeface="Courier New" charset="0"/>
              </a:rPr>
              <a:t>ATC</a:t>
            </a:r>
          </a:p>
          <a:p>
            <a:r>
              <a:rPr lang="en-US" sz="3600" dirty="0">
                <a:latin typeface="Courier New" charset="0"/>
              </a:rPr>
              <a:t>ACA</a:t>
            </a:r>
            <a:r>
              <a:rPr lang="en-US" sz="3600" dirty="0">
                <a:solidFill>
                  <a:srgbClr val="FF00FF"/>
                </a:solidFill>
                <a:latin typeface="Courier New" charset="0"/>
              </a:rPr>
              <a:t>C--</a:t>
            </a:r>
            <a:r>
              <a:rPr lang="en-US" sz="3600" dirty="0">
                <a:latin typeface="Courier New" charset="0"/>
              </a:rPr>
              <a:t>AGC</a:t>
            </a:r>
          </a:p>
          <a:p>
            <a:r>
              <a:rPr lang="en-US" sz="3600" dirty="0">
                <a:latin typeface="Courier New" charset="0"/>
              </a:rPr>
              <a:t>AGA</a:t>
            </a:r>
            <a:r>
              <a:rPr lang="en-US" sz="3600" dirty="0">
                <a:solidFill>
                  <a:srgbClr val="FF00FF"/>
                </a:solidFill>
                <a:latin typeface="Courier New" charset="0"/>
              </a:rPr>
              <a:t>---</a:t>
            </a:r>
            <a:r>
              <a:rPr lang="en-US" sz="3600" dirty="0">
                <a:latin typeface="Courier New" charset="0"/>
              </a:rPr>
              <a:t>ATC</a:t>
            </a:r>
          </a:p>
          <a:p>
            <a:r>
              <a:rPr lang="en-US" sz="3600" dirty="0">
                <a:latin typeface="Courier New" charset="0"/>
              </a:rPr>
              <a:t>ACC</a:t>
            </a:r>
            <a:r>
              <a:rPr lang="en-US" sz="3600" dirty="0">
                <a:solidFill>
                  <a:srgbClr val="FF00FF"/>
                </a:solidFill>
                <a:latin typeface="Courier New" charset="0"/>
              </a:rPr>
              <a:t>G--</a:t>
            </a:r>
            <a:r>
              <a:rPr lang="en-US" sz="3600" dirty="0">
                <a:latin typeface="Courier New" charset="0"/>
              </a:rPr>
              <a:t>ATC</a:t>
            </a:r>
            <a:endParaRPr lang="en-US" sz="4000" dirty="0">
              <a:latin typeface="Courier New" charset="0"/>
            </a:endParaRPr>
          </a:p>
        </p:txBody>
      </p:sp>
      <p:sp>
        <p:nvSpPr>
          <p:cNvPr id="4" name="Text Box 10">
            <a:extLst>
              <a:ext uri="{FF2B5EF4-FFF2-40B4-BE49-F238E27FC236}">
                <a16:creationId xmlns:a16="http://schemas.microsoft.com/office/drawing/2014/main" id="{A9019AB4-B943-8526-4DDB-859D5E2FA5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08774" y="7572756"/>
            <a:ext cx="2020062" cy="255454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b="1" dirty="0">
                <a:solidFill>
                  <a:srgbClr val="C00000"/>
                </a:solidFill>
                <a:latin typeface="Courier New" charset="0"/>
              </a:rPr>
              <a:t>A .8</a:t>
            </a:r>
          </a:p>
          <a:p>
            <a:r>
              <a:rPr lang="en-US" sz="4000" dirty="0">
                <a:latin typeface="Courier New" charset="0"/>
              </a:rPr>
              <a:t>C</a:t>
            </a:r>
          </a:p>
          <a:p>
            <a:r>
              <a:rPr lang="en-US" sz="4000" dirty="0">
                <a:latin typeface="Courier New" charset="0"/>
              </a:rPr>
              <a:t>G</a:t>
            </a:r>
          </a:p>
          <a:p>
            <a:r>
              <a:rPr lang="en-US" sz="4000" dirty="0">
                <a:latin typeface="Courier New" charset="0"/>
              </a:rPr>
              <a:t>T .2</a:t>
            </a:r>
          </a:p>
        </p:txBody>
      </p:sp>
      <p:sp>
        <p:nvSpPr>
          <p:cNvPr id="5" name="Text Box 11">
            <a:extLst>
              <a:ext uri="{FF2B5EF4-FFF2-40B4-BE49-F238E27FC236}">
                <a16:creationId xmlns:a16="http://schemas.microsoft.com/office/drawing/2014/main" id="{8A309743-E6A2-A97B-20DC-6876BCB384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12447" y="7572756"/>
            <a:ext cx="2020062" cy="255454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dirty="0">
                <a:latin typeface="Courier New" charset="0"/>
              </a:rPr>
              <a:t>A</a:t>
            </a:r>
          </a:p>
          <a:p>
            <a:r>
              <a:rPr lang="en-US" sz="4000" b="1" dirty="0">
                <a:solidFill>
                  <a:srgbClr val="C00000"/>
                </a:solidFill>
                <a:latin typeface="Courier New" charset="0"/>
              </a:rPr>
              <a:t>C .8</a:t>
            </a:r>
          </a:p>
          <a:p>
            <a:r>
              <a:rPr lang="en-US" sz="4000" dirty="0">
                <a:latin typeface="Courier New" charset="0"/>
              </a:rPr>
              <a:t>G .2</a:t>
            </a:r>
          </a:p>
          <a:p>
            <a:r>
              <a:rPr lang="en-US" sz="4000" dirty="0">
                <a:latin typeface="Courier New" charset="0"/>
              </a:rPr>
              <a:t>T</a:t>
            </a:r>
          </a:p>
        </p:txBody>
      </p:sp>
      <p:sp>
        <p:nvSpPr>
          <p:cNvPr id="6" name="Text Box 13">
            <a:extLst>
              <a:ext uri="{FF2B5EF4-FFF2-40B4-BE49-F238E27FC236}">
                <a16:creationId xmlns:a16="http://schemas.microsoft.com/office/drawing/2014/main" id="{D9135376-2CFD-57E7-BE0A-8A8743DBA2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16120" y="7572756"/>
            <a:ext cx="2020062" cy="255454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b="1" dirty="0">
                <a:solidFill>
                  <a:srgbClr val="C00000"/>
                </a:solidFill>
                <a:latin typeface="Courier New" charset="0"/>
              </a:rPr>
              <a:t>A .8</a:t>
            </a:r>
          </a:p>
          <a:p>
            <a:r>
              <a:rPr lang="en-US" sz="4000" dirty="0">
                <a:latin typeface="Courier New" charset="0"/>
              </a:rPr>
              <a:t>C .2</a:t>
            </a:r>
          </a:p>
          <a:p>
            <a:r>
              <a:rPr lang="en-US" sz="4000" dirty="0">
                <a:latin typeface="Courier New" charset="0"/>
              </a:rPr>
              <a:t>G</a:t>
            </a:r>
          </a:p>
          <a:p>
            <a:r>
              <a:rPr lang="en-US" sz="4000" dirty="0">
                <a:latin typeface="Courier New" charset="0"/>
              </a:rPr>
              <a:t>T</a:t>
            </a:r>
          </a:p>
        </p:txBody>
      </p:sp>
      <p:sp>
        <p:nvSpPr>
          <p:cNvPr id="10" name="Text Box 15">
            <a:extLst>
              <a:ext uri="{FF2B5EF4-FFF2-40B4-BE49-F238E27FC236}">
                <a16:creationId xmlns:a16="http://schemas.microsoft.com/office/drawing/2014/main" id="{C5FC65D2-F0C8-C71A-BA56-807EBFCC08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950665" y="7542028"/>
            <a:ext cx="2020062" cy="255454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dirty="0">
                <a:latin typeface="Courier New" charset="0"/>
              </a:rPr>
              <a:t>A</a:t>
            </a:r>
          </a:p>
          <a:p>
            <a:r>
              <a:rPr lang="en-US" sz="4000" dirty="0">
                <a:latin typeface="Courier New" charset="0"/>
              </a:rPr>
              <a:t>C</a:t>
            </a:r>
          </a:p>
          <a:p>
            <a:r>
              <a:rPr lang="en-US" sz="4000" dirty="0">
                <a:latin typeface="Courier New" charset="0"/>
              </a:rPr>
              <a:t>G .2</a:t>
            </a:r>
          </a:p>
          <a:p>
            <a:r>
              <a:rPr lang="en-US" sz="4000" dirty="0">
                <a:latin typeface="Courier New" charset="0"/>
              </a:rPr>
              <a:t>T .8</a:t>
            </a:r>
          </a:p>
        </p:txBody>
      </p:sp>
      <p:sp>
        <p:nvSpPr>
          <p:cNvPr id="11" name="Text Box 16">
            <a:extLst>
              <a:ext uri="{FF2B5EF4-FFF2-40B4-BE49-F238E27FC236}">
                <a16:creationId xmlns:a16="http://schemas.microsoft.com/office/drawing/2014/main" id="{0E75E11A-B60C-64E9-21AF-C1E42E3A9C1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254338" y="7605017"/>
            <a:ext cx="2020062" cy="255454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>
                <a:latin typeface="Courier New" charset="0"/>
              </a:rPr>
              <a:t>A</a:t>
            </a:r>
          </a:p>
          <a:p>
            <a:r>
              <a:rPr lang="en-US" sz="4000">
                <a:latin typeface="Courier New" charset="0"/>
              </a:rPr>
              <a:t>C .8</a:t>
            </a:r>
          </a:p>
          <a:p>
            <a:r>
              <a:rPr lang="en-US" sz="4000">
                <a:latin typeface="Courier New" charset="0"/>
              </a:rPr>
              <a:t>G .2</a:t>
            </a:r>
          </a:p>
          <a:p>
            <a:r>
              <a:rPr lang="en-US" sz="4000">
                <a:latin typeface="Courier New" charset="0"/>
              </a:rPr>
              <a:t>T</a:t>
            </a:r>
          </a:p>
        </p:txBody>
      </p:sp>
      <p:sp>
        <p:nvSpPr>
          <p:cNvPr id="12" name="Text Box 17">
            <a:extLst>
              <a:ext uri="{FF2B5EF4-FFF2-40B4-BE49-F238E27FC236}">
                <a16:creationId xmlns:a16="http://schemas.microsoft.com/office/drawing/2014/main" id="{781D97AB-6635-FFE9-A6D7-9A6139ACA2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243156" y="3178039"/>
            <a:ext cx="2020062" cy="255454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dirty="0">
                <a:latin typeface="Courier New" charset="0"/>
              </a:rPr>
              <a:t>A .2</a:t>
            </a:r>
          </a:p>
          <a:p>
            <a:r>
              <a:rPr lang="en-US" sz="4000" dirty="0">
                <a:latin typeface="Courier New" charset="0"/>
              </a:rPr>
              <a:t>C .4</a:t>
            </a:r>
          </a:p>
          <a:p>
            <a:r>
              <a:rPr lang="en-US" sz="4000" dirty="0">
                <a:latin typeface="Courier New" charset="0"/>
              </a:rPr>
              <a:t>G .2</a:t>
            </a:r>
          </a:p>
          <a:p>
            <a:r>
              <a:rPr lang="en-US" sz="4000" dirty="0">
                <a:latin typeface="Courier New" charset="0"/>
              </a:rPr>
              <a:t>T .2</a:t>
            </a:r>
          </a:p>
        </p:txBody>
      </p:sp>
      <p:sp>
        <p:nvSpPr>
          <p:cNvPr id="13" name="Line 18">
            <a:extLst>
              <a:ext uri="{FF2B5EF4-FFF2-40B4-BE49-F238E27FC236}">
                <a16:creationId xmlns:a16="http://schemas.microsoft.com/office/drawing/2014/main" id="{26801E55-3DD4-6948-0870-358759FB567D}"/>
              </a:ext>
            </a:extLst>
          </p:cNvPr>
          <p:cNvSpPr>
            <a:spLocks noChangeShapeType="1"/>
          </p:cNvSpPr>
          <p:nvPr/>
        </p:nvSpPr>
        <p:spPr bwMode="auto">
          <a:xfrm>
            <a:off x="3237904" y="8893134"/>
            <a:ext cx="1040375" cy="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14" name="Text Box 20">
            <a:extLst>
              <a:ext uri="{FF2B5EF4-FFF2-40B4-BE49-F238E27FC236}">
                <a16:creationId xmlns:a16="http://schemas.microsoft.com/office/drawing/2014/main" id="{FC6D7CE1-6C4B-9257-5CC5-88D2E2D5EE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84984" y="7995672"/>
            <a:ext cx="1621251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b="1" dirty="0">
                <a:solidFill>
                  <a:srgbClr val="C00000"/>
                </a:solidFill>
                <a:latin typeface="Courier New" charset="0"/>
              </a:rPr>
              <a:t>1.0</a:t>
            </a:r>
          </a:p>
        </p:txBody>
      </p:sp>
      <p:sp>
        <p:nvSpPr>
          <p:cNvPr id="15" name="Line 21">
            <a:extLst>
              <a:ext uri="{FF2B5EF4-FFF2-40B4-BE49-F238E27FC236}">
                <a16:creationId xmlns:a16="http://schemas.microsoft.com/office/drawing/2014/main" id="{86E84B7A-96F0-CF9F-DBBD-09D69A5B1472}"/>
              </a:ext>
            </a:extLst>
          </p:cNvPr>
          <p:cNvSpPr>
            <a:spLocks noChangeShapeType="1"/>
          </p:cNvSpPr>
          <p:nvPr/>
        </p:nvSpPr>
        <p:spPr bwMode="auto">
          <a:xfrm>
            <a:off x="6600541" y="8893134"/>
            <a:ext cx="1040375" cy="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 dirty="0"/>
          </a:p>
        </p:txBody>
      </p:sp>
      <p:sp>
        <p:nvSpPr>
          <p:cNvPr id="16" name="Text Box 22">
            <a:extLst>
              <a:ext uri="{FF2B5EF4-FFF2-40B4-BE49-F238E27FC236}">
                <a16:creationId xmlns:a16="http://schemas.microsoft.com/office/drawing/2014/main" id="{3462C500-6609-38D0-D3D8-96D67B95D00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00109" y="7945819"/>
            <a:ext cx="1127514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b="1" dirty="0">
                <a:solidFill>
                  <a:srgbClr val="C00000"/>
                </a:solidFill>
                <a:latin typeface="Courier New" charset="0"/>
              </a:rPr>
              <a:t>1.0</a:t>
            </a:r>
          </a:p>
        </p:txBody>
      </p:sp>
      <p:sp>
        <p:nvSpPr>
          <p:cNvPr id="17" name="Line 23">
            <a:extLst>
              <a:ext uri="{FF2B5EF4-FFF2-40B4-BE49-F238E27FC236}">
                <a16:creationId xmlns:a16="http://schemas.microsoft.com/office/drawing/2014/main" id="{293F7FA1-FE24-5118-7BBF-4720AB2E02FF}"/>
              </a:ext>
            </a:extLst>
          </p:cNvPr>
          <p:cNvSpPr>
            <a:spLocks noChangeShapeType="1"/>
          </p:cNvSpPr>
          <p:nvPr/>
        </p:nvSpPr>
        <p:spPr bwMode="auto">
          <a:xfrm>
            <a:off x="9913482" y="8893134"/>
            <a:ext cx="1040375" cy="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18" name="Text Box 24">
            <a:extLst>
              <a:ext uri="{FF2B5EF4-FFF2-40B4-BE49-F238E27FC236}">
                <a16:creationId xmlns:a16="http://schemas.microsoft.com/office/drawing/2014/main" id="{BBB94FB2-DE80-F80C-98B3-B1892AE789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873727" y="7954612"/>
            <a:ext cx="1248450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b="1" dirty="0">
                <a:solidFill>
                  <a:srgbClr val="C00000"/>
                </a:solidFill>
                <a:latin typeface="Courier New" charset="0"/>
              </a:rPr>
              <a:t>.4</a:t>
            </a:r>
          </a:p>
        </p:txBody>
      </p:sp>
      <p:sp>
        <p:nvSpPr>
          <p:cNvPr id="19" name="Line 25">
            <a:extLst>
              <a:ext uri="{FF2B5EF4-FFF2-40B4-BE49-F238E27FC236}">
                <a16:creationId xmlns:a16="http://schemas.microsoft.com/office/drawing/2014/main" id="{DBE80E75-F83C-9971-B5F7-EA530C02C046}"/>
              </a:ext>
            </a:extLst>
          </p:cNvPr>
          <p:cNvSpPr>
            <a:spLocks noChangeShapeType="1"/>
          </p:cNvSpPr>
          <p:nvPr/>
        </p:nvSpPr>
        <p:spPr bwMode="auto">
          <a:xfrm>
            <a:off x="16074057" y="8838270"/>
            <a:ext cx="1040375" cy="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20" name="Text Box 26">
            <a:extLst>
              <a:ext uri="{FF2B5EF4-FFF2-40B4-BE49-F238E27FC236}">
                <a16:creationId xmlns:a16="http://schemas.microsoft.com/office/drawing/2014/main" id="{EF5C9C95-2D37-99E9-5D7A-2E871A9642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811000" y="7995672"/>
            <a:ext cx="1621251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dirty="0">
                <a:latin typeface="Courier New" charset="0"/>
              </a:rPr>
              <a:t>1.0</a:t>
            </a:r>
          </a:p>
        </p:txBody>
      </p:sp>
      <p:sp>
        <p:nvSpPr>
          <p:cNvPr id="21" name="Line 27">
            <a:extLst>
              <a:ext uri="{FF2B5EF4-FFF2-40B4-BE49-F238E27FC236}">
                <a16:creationId xmlns:a16="http://schemas.microsoft.com/office/drawing/2014/main" id="{AC0E5552-BF4B-6CDE-D96A-B70E6A1B5D38}"/>
              </a:ext>
            </a:extLst>
          </p:cNvPr>
          <p:cNvSpPr>
            <a:spLocks noChangeShapeType="1"/>
          </p:cNvSpPr>
          <p:nvPr/>
        </p:nvSpPr>
        <p:spPr bwMode="auto">
          <a:xfrm>
            <a:off x="12849481" y="8893134"/>
            <a:ext cx="1040375" cy="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22" name="Text Box 28">
            <a:extLst>
              <a:ext uri="{FF2B5EF4-FFF2-40B4-BE49-F238E27FC236}">
                <a16:creationId xmlns:a16="http://schemas.microsoft.com/office/drawing/2014/main" id="{282B6CF4-D01C-D24D-10F2-E00D610646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996986" y="8006663"/>
            <a:ext cx="1621251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dirty="0">
                <a:latin typeface="Courier New" charset="0"/>
              </a:rPr>
              <a:t>1.0</a:t>
            </a:r>
          </a:p>
        </p:txBody>
      </p:sp>
      <p:sp>
        <p:nvSpPr>
          <p:cNvPr id="23" name="Line 29">
            <a:extLst>
              <a:ext uri="{FF2B5EF4-FFF2-40B4-BE49-F238E27FC236}">
                <a16:creationId xmlns:a16="http://schemas.microsoft.com/office/drawing/2014/main" id="{02383ABF-34C7-43C3-A998-4313FAAA058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339698" y="5813108"/>
            <a:ext cx="832300" cy="145652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24" name="Text Box 30">
            <a:extLst>
              <a:ext uri="{FF2B5EF4-FFF2-40B4-BE49-F238E27FC236}">
                <a16:creationId xmlns:a16="http://schemas.microsoft.com/office/drawing/2014/main" id="{1AED1E67-E36A-2C3D-4DB1-108189D17FF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15622" y="6007299"/>
            <a:ext cx="1248450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dirty="0">
                <a:latin typeface="Courier New" charset="0"/>
              </a:rPr>
              <a:t>.6</a:t>
            </a:r>
          </a:p>
        </p:txBody>
      </p:sp>
      <p:sp>
        <p:nvSpPr>
          <p:cNvPr id="25" name="Line 31">
            <a:extLst>
              <a:ext uri="{FF2B5EF4-FFF2-40B4-BE49-F238E27FC236}">
                <a16:creationId xmlns:a16="http://schemas.microsoft.com/office/drawing/2014/main" id="{CF30484A-3CD5-287B-FFCB-F553E920ADE0}"/>
              </a:ext>
            </a:extLst>
          </p:cNvPr>
          <p:cNvSpPr>
            <a:spLocks noChangeShapeType="1"/>
          </p:cNvSpPr>
          <p:nvPr/>
        </p:nvSpPr>
        <p:spPr bwMode="auto">
          <a:xfrm>
            <a:off x="11307291" y="5910748"/>
            <a:ext cx="624225" cy="145652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26" name="Text Box 32">
            <a:extLst>
              <a:ext uri="{FF2B5EF4-FFF2-40B4-BE49-F238E27FC236}">
                <a16:creationId xmlns:a16="http://schemas.microsoft.com/office/drawing/2014/main" id="{DC2E9D36-4035-A5BD-79B5-34C26DF5253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919577" y="6007299"/>
            <a:ext cx="1248450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>
                <a:latin typeface="Courier New" charset="0"/>
              </a:rPr>
              <a:t>.6</a:t>
            </a:r>
          </a:p>
        </p:txBody>
      </p:sp>
      <p:sp>
        <p:nvSpPr>
          <p:cNvPr id="27" name="Freeform 33">
            <a:extLst>
              <a:ext uri="{FF2B5EF4-FFF2-40B4-BE49-F238E27FC236}">
                <a16:creationId xmlns:a16="http://schemas.microsoft.com/office/drawing/2014/main" id="{2974F0DB-3A52-7F59-F5B0-956E2BAA685F}"/>
              </a:ext>
            </a:extLst>
          </p:cNvPr>
          <p:cNvSpPr>
            <a:spLocks/>
          </p:cNvSpPr>
          <p:nvPr/>
        </p:nvSpPr>
        <p:spPr bwMode="auto">
          <a:xfrm>
            <a:off x="7961518" y="2147769"/>
            <a:ext cx="1621251" cy="2167448"/>
          </a:xfrm>
          <a:custGeom>
            <a:avLst/>
            <a:gdLst>
              <a:gd name="T0" fmla="*/ 253 w 374"/>
              <a:gd name="T1" fmla="*/ 500 h 500"/>
              <a:gd name="T2" fmla="*/ 27 w 374"/>
              <a:gd name="T3" fmla="*/ 430 h 500"/>
              <a:gd name="T4" fmla="*/ 9 w 374"/>
              <a:gd name="T5" fmla="*/ 378 h 500"/>
              <a:gd name="T6" fmla="*/ 0 w 374"/>
              <a:gd name="T7" fmla="*/ 352 h 500"/>
              <a:gd name="T8" fmla="*/ 9 w 374"/>
              <a:gd name="T9" fmla="*/ 196 h 500"/>
              <a:gd name="T10" fmla="*/ 70 w 374"/>
              <a:gd name="T11" fmla="*/ 100 h 500"/>
              <a:gd name="T12" fmla="*/ 200 w 374"/>
              <a:gd name="T13" fmla="*/ 4 h 500"/>
              <a:gd name="T14" fmla="*/ 287 w 374"/>
              <a:gd name="T15" fmla="*/ 13 h 500"/>
              <a:gd name="T16" fmla="*/ 348 w 374"/>
              <a:gd name="T17" fmla="*/ 74 h 500"/>
              <a:gd name="T18" fmla="*/ 374 w 374"/>
              <a:gd name="T19" fmla="*/ 117 h 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374" h="500">
                <a:moveTo>
                  <a:pt x="253" y="500"/>
                </a:moveTo>
                <a:cubicBezTo>
                  <a:pt x="181" y="480"/>
                  <a:pt x="89" y="473"/>
                  <a:pt x="27" y="430"/>
                </a:cubicBezTo>
                <a:cubicBezTo>
                  <a:pt x="21" y="412"/>
                  <a:pt x="15" y="395"/>
                  <a:pt x="9" y="378"/>
                </a:cubicBezTo>
                <a:cubicBezTo>
                  <a:pt x="6" y="369"/>
                  <a:pt x="0" y="352"/>
                  <a:pt x="0" y="352"/>
                </a:cubicBezTo>
                <a:cubicBezTo>
                  <a:pt x="3" y="300"/>
                  <a:pt x="3" y="247"/>
                  <a:pt x="9" y="196"/>
                </a:cubicBezTo>
                <a:cubicBezTo>
                  <a:pt x="12" y="163"/>
                  <a:pt x="61" y="110"/>
                  <a:pt x="70" y="100"/>
                </a:cubicBezTo>
                <a:cubicBezTo>
                  <a:pt x="114" y="46"/>
                  <a:pt x="131" y="18"/>
                  <a:pt x="200" y="4"/>
                </a:cubicBezTo>
                <a:cubicBezTo>
                  <a:pt x="229" y="7"/>
                  <a:pt x="260" y="0"/>
                  <a:pt x="287" y="13"/>
                </a:cubicBezTo>
                <a:cubicBezTo>
                  <a:pt x="312" y="25"/>
                  <a:pt x="348" y="74"/>
                  <a:pt x="348" y="74"/>
                </a:cubicBezTo>
                <a:cubicBezTo>
                  <a:pt x="359" y="107"/>
                  <a:pt x="350" y="93"/>
                  <a:pt x="374" y="117"/>
                </a:cubicBezTo>
              </a:path>
            </a:pathLst>
          </a:custGeom>
          <a:noFill/>
          <a:ln w="2857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28" name="Text Box 34">
            <a:extLst>
              <a:ext uri="{FF2B5EF4-FFF2-40B4-BE49-F238E27FC236}">
                <a16:creationId xmlns:a16="http://schemas.microsoft.com/office/drawing/2014/main" id="{8FAACD0D-6F32-E6C7-E709-68D633CB266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63866" y="2182920"/>
            <a:ext cx="1248450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dirty="0">
                <a:latin typeface="Courier New" charset="0"/>
              </a:rPr>
              <a:t>.4</a:t>
            </a:r>
          </a:p>
        </p:txBody>
      </p:sp>
      <p:sp>
        <p:nvSpPr>
          <p:cNvPr id="29" name="Text Box 35">
            <a:extLst>
              <a:ext uri="{FF2B5EF4-FFF2-40B4-BE49-F238E27FC236}">
                <a16:creationId xmlns:a16="http://schemas.microsoft.com/office/drawing/2014/main" id="{C1C309BA-A035-C90A-514D-8E8CEDB02D5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02930" y="7556742"/>
            <a:ext cx="1647261" cy="255454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b="1" dirty="0">
                <a:solidFill>
                  <a:srgbClr val="C00000"/>
                </a:solidFill>
                <a:latin typeface="Courier New" charset="0"/>
              </a:rPr>
              <a:t>A 1</a:t>
            </a:r>
          </a:p>
          <a:p>
            <a:r>
              <a:rPr lang="en-US" sz="4000" dirty="0">
                <a:latin typeface="Courier New" charset="0"/>
              </a:rPr>
              <a:t>C </a:t>
            </a:r>
          </a:p>
          <a:p>
            <a:r>
              <a:rPr lang="en-US" sz="4000" dirty="0">
                <a:latin typeface="Courier New" charset="0"/>
              </a:rPr>
              <a:t>G</a:t>
            </a:r>
          </a:p>
          <a:p>
            <a:r>
              <a:rPr lang="en-US" sz="4000" dirty="0">
                <a:latin typeface="Courier New" charset="0"/>
              </a:rPr>
              <a:t>T</a:t>
            </a:r>
          </a:p>
        </p:txBody>
      </p:sp>
      <p:sp>
        <p:nvSpPr>
          <p:cNvPr id="32" name="Text Box 30">
            <a:extLst>
              <a:ext uri="{FF2B5EF4-FFF2-40B4-BE49-F238E27FC236}">
                <a16:creationId xmlns:a16="http://schemas.microsoft.com/office/drawing/2014/main" id="{3443186F-CA6F-E865-3760-22CCADA200A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40664" y="5887584"/>
            <a:ext cx="2544089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i="1" dirty="0">
                <a:solidFill>
                  <a:schemeClr val="tx2">
                    <a:lumMod val="60000"/>
                    <a:lumOff val="40000"/>
                  </a:schemeClr>
                </a:solidFill>
                <a:latin typeface="Courier New" charset="0"/>
              </a:rPr>
              <a:t>state</a:t>
            </a:r>
          </a:p>
        </p:txBody>
      </p:sp>
      <p:sp>
        <p:nvSpPr>
          <p:cNvPr id="33" name="Text Box 30">
            <a:extLst>
              <a:ext uri="{FF2B5EF4-FFF2-40B4-BE49-F238E27FC236}">
                <a16:creationId xmlns:a16="http://schemas.microsoft.com/office/drawing/2014/main" id="{CF36345F-77BB-09ED-417C-39F358C2107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69223" y="5887584"/>
            <a:ext cx="2544089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i="1" dirty="0">
                <a:solidFill>
                  <a:schemeClr val="tx2">
                    <a:lumMod val="60000"/>
                    <a:lumOff val="40000"/>
                  </a:schemeClr>
                </a:solidFill>
                <a:latin typeface="Courier New" charset="0"/>
              </a:rPr>
              <a:t>state</a:t>
            </a:r>
          </a:p>
        </p:txBody>
      </p:sp>
    </p:spTree>
    <p:extLst>
      <p:ext uri="{BB962C8B-B14F-4D97-AF65-F5344CB8AC3E}">
        <p14:creationId xmlns:p14="http://schemas.microsoft.com/office/powerpoint/2010/main" val="219772890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9A8AAA-A538-0D78-E19F-FFFFA594C1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028CC36-A833-9212-7156-246C70E1D6CF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75AC53B-B143-32AB-6025-0A44A13BD2A8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36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3D16627-563E-9DCB-EC55-DAD26B8E8C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8675" y="458787"/>
            <a:ext cx="19441062" cy="738817"/>
          </a:xfrm>
        </p:spPr>
        <p:txBody>
          <a:bodyPr>
            <a:noAutofit/>
          </a:bodyPr>
          <a:lstStyle/>
          <a:p>
            <a:r>
              <a:rPr lang="en-US" sz="6000" dirty="0">
                <a:latin typeface="Raleway" pitchFamily="2" charset="77"/>
              </a:rPr>
              <a:t>A simple DNA HMM</a:t>
            </a:r>
          </a:p>
        </p:txBody>
      </p:sp>
      <p:sp>
        <p:nvSpPr>
          <p:cNvPr id="2" name="Text Box 6">
            <a:extLst>
              <a:ext uri="{FF2B5EF4-FFF2-40B4-BE49-F238E27FC236}">
                <a16:creationId xmlns:a16="http://schemas.microsoft.com/office/drawing/2014/main" id="{2A290CE8-43FC-3D3E-E225-D0821DBDE6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4374" y="2003167"/>
            <a:ext cx="4267435" cy="2862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3600" dirty="0">
                <a:latin typeface="Courier New" charset="0"/>
              </a:rPr>
              <a:t>ACA</a:t>
            </a:r>
            <a:r>
              <a:rPr lang="en-US" sz="3600" dirty="0">
                <a:solidFill>
                  <a:srgbClr val="FF00FF"/>
                </a:solidFill>
                <a:latin typeface="Courier New" charset="0"/>
              </a:rPr>
              <a:t>---</a:t>
            </a:r>
            <a:r>
              <a:rPr lang="en-US" sz="3600" dirty="0">
                <a:latin typeface="Courier New" charset="0"/>
              </a:rPr>
              <a:t>A</a:t>
            </a:r>
            <a:r>
              <a:rPr lang="en-US" sz="3600" b="1" dirty="0">
                <a:solidFill>
                  <a:srgbClr val="C00000"/>
                </a:solidFill>
                <a:latin typeface="Courier New" charset="0"/>
              </a:rPr>
              <a:t>T</a:t>
            </a:r>
            <a:r>
              <a:rPr lang="en-US" sz="3600" dirty="0">
                <a:latin typeface="Courier New" charset="0"/>
              </a:rPr>
              <a:t>G</a:t>
            </a:r>
          </a:p>
          <a:p>
            <a:r>
              <a:rPr lang="en-US" sz="3600" dirty="0">
                <a:latin typeface="Courier New" charset="0"/>
              </a:rPr>
              <a:t>TCA</a:t>
            </a:r>
            <a:r>
              <a:rPr lang="en-US" sz="3600" dirty="0">
                <a:solidFill>
                  <a:srgbClr val="FF00FF"/>
                </a:solidFill>
                <a:latin typeface="Courier New" charset="0"/>
              </a:rPr>
              <a:t>ACT</a:t>
            </a:r>
            <a:r>
              <a:rPr lang="en-US" sz="3600" dirty="0">
                <a:latin typeface="Courier New" charset="0"/>
              </a:rPr>
              <a:t>ATC</a:t>
            </a:r>
          </a:p>
          <a:p>
            <a:r>
              <a:rPr lang="en-US" sz="3600" dirty="0">
                <a:latin typeface="Courier New" charset="0"/>
              </a:rPr>
              <a:t>ACA</a:t>
            </a:r>
            <a:r>
              <a:rPr lang="en-US" sz="3600" dirty="0">
                <a:solidFill>
                  <a:srgbClr val="FF00FF"/>
                </a:solidFill>
                <a:latin typeface="Courier New" charset="0"/>
              </a:rPr>
              <a:t>C--</a:t>
            </a:r>
            <a:r>
              <a:rPr lang="en-US" sz="3600" dirty="0">
                <a:latin typeface="Courier New" charset="0"/>
              </a:rPr>
              <a:t>AGC</a:t>
            </a:r>
          </a:p>
          <a:p>
            <a:r>
              <a:rPr lang="en-US" sz="3600" dirty="0">
                <a:latin typeface="Courier New" charset="0"/>
              </a:rPr>
              <a:t>AGA</a:t>
            </a:r>
            <a:r>
              <a:rPr lang="en-US" sz="3600" dirty="0">
                <a:solidFill>
                  <a:srgbClr val="FF00FF"/>
                </a:solidFill>
                <a:latin typeface="Courier New" charset="0"/>
              </a:rPr>
              <a:t>---</a:t>
            </a:r>
            <a:r>
              <a:rPr lang="en-US" sz="3600" dirty="0">
                <a:latin typeface="Courier New" charset="0"/>
              </a:rPr>
              <a:t>ATC</a:t>
            </a:r>
          </a:p>
          <a:p>
            <a:r>
              <a:rPr lang="en-US" sz="3600" dirty="0">
                <a:latin typeface="Courier New" charset="0"/>
              </a:rPr>
              <a:t>ACC</a:t>
            </a:r>
            <a:r>
              <a:rPr lang="en-US" sz="3600" dirty="0">
                <a:solidFill>
                  <a:srgbClr val="FF00FF"/>
                </a:solidFill>
                <a:latin typeface="Courier New" charset="0"/>
              </a:rPr>
              <a:t>G--</a:t>
            </a:r>
            <a:r>
              <a:rPr lang="en-US" sz="3600" dirty="0">
                <a:latin typeface="Courier New" charset="0"/>
              </a:rPr>
              <a:t>ATC</a:t>
            </a:r>
            <a:endParaRPr lang="en-US" sz="4000" dirty="0">
              <a:latin typeface="Courier New" charset="0"/>
            </a:endParaRPr>
          </a:p>
        </p:txBody>
      </p:sp>
      <p:sp>
        <p:nvSpPr>
          <p:cNvPr id="4" name="Text Box 10">
            <a:extLst>
              <a:ext uri="{FF2B5EF4-FFF2-40B4-BE49-F238E27FC236}">
                <a16:creationId xmlns:a16="http://schemas.microsoft.com/office/drawing/2014/main" id="{82B3913E-1A17-EF4C-B110-B1A6E8E1FB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08774" y="7572756"/>
            <a:ext cx="2020062" cy="255454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b="1" dirty="0">
                <a:solidFill>
                  <a:srgbClr val="C00000"/>
                </a:solidFill>
                <a:latin typeface="Courier New" charset="0"/>
              </a:rPr>
              <a:t>A .8</a:t>
            </a:r>
          </a:p>
          <a:p>
            <a:r>
              <a:rPr lang="en-US" sz="4000" dirty="0">
                <a:latin typeface="Courier New" charset="0"/>
              </a:rPr>
              <a:t>C</a:t>
            </a:r>
          </a:p>
          <a:p>
            <a:r>
              <a:rPr lang="en-US" sz="4000" dirty="0">
                <a:latin typeface="Courier New" charset="0"/>
              </a:rPr>
              <a:t>G</a:t>
            </a:r>
          </a:p>
          <a:p>
            <a:r>
              <a:rPr lang="en-US" sz="4000" dirty="0">
                <a:latin typeface="Courier New" charset="0"/>
              </a:rPr>
              <a:t>T .2</a:t>
            </a:r>
          </a:p>
        </p:txBody>
      </p:sp>
      <p:sp>
        <p:nvSpPr>
          <p:cNvPr id="5" name="Text Box 11">
            <a:extLst>
              <a:ext uri="{FF2B5EF4-FFF2-40B4-BE49-F238E27FC236}">
                <a16:creationId xmlns:a16="http://schemas.microsoft.com/office/drawing/2014/main" id="{D04BE623-C359-A5BF-C668-FEBF6F29F27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12447" y="7572756"/>
            <a:ext cx="2020062" cy="255454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dirty="0">
                <a:latin typeface="Courier New" charset="0"/>
              </a:rPr>
              <a:t>A</a:t>
            </a:r>
          </a:p>
          <a:p>
            <a:r>
              <a:rPr lang="en-US" sz="4000" b="1" dirty="0">
                <a:solidFill>
                  <a:srgbClr val="C00000"/>
                </a:solidFill>
                <a:latin typeface="Courier New" charset="0"/>
              </a:rPr>
              <a:t>C .8</a:t>
            </a:r>
          </a:p>
          <a:p>
            <a:r>
              <a:rPr lang="en-US" sz="4000" dirty="0">
                <a:latin typeface="Courier New" charset="0"/>
              </a:rPr>
              <a:t>G .2</a:t>
            </a:r>
          </a:p>
          <a:p>
            <a:r>
              <a:rPr lang="en-US" sz="4000" dirty="0">
                <a:latin typeface="Courier New" charset="0"/>
              </a:rPr>
              <a:t>T</a:t>
            </a:r>
          </a:p>
        </p:txBody>
      </p:sp>
      <p:sp>
        <p:nvSpPr>
          <p:cNvPr id="6" name="Text Box 13">
            <a:extLst>
              <a:ext uri="{FF2B5EF4-FFF2-40B4-BE49-F238E27FC236}">
                <a16:creationId xmlns:a16="http://schemas.microsoft.com/office/drawing/2014/main" id="{56CB4903-5719-B5B2-DA33-B7E0BC9A471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16120" y="7572756"/>
            <a:ext cx="2020062" cy="255454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b="1" dirty="0">
                <a:solidFill>
                  <a:srgbClr val="C00000"/>
                </a:solidFill>
                <a:latin typeface="Courier New" charset="0"/>
              </a:rPr>
              <a:t>A .8</a:t>
            </a:r>
          </a:p>
          <a:p>
            <a:r>
              <a:rPr lang="en-US" sz="4000" dirty="0">
                <a:latin typeface="Courier New" charset="0"/>
              </a:rPr>
              <a:t>C .2</a:t>
            </a:r>
          </a:p>
          <a:p>
            <a:r>
              <a:rPr lang="en-US" sz="4000" dirty="0">
                <a:latin typeface="Courier New" charset="0"/>
              </a:rPr>
              <a:t>G</a:t>
            </a:r>
          </a:p>
          <a:p>
            <a:r>
              <a:rPr lang="en-US" sz="4000" dirty="0">
                <a:latin typeface="Courier New" charset="0"/>
              </a:rPr>
              <a:t>T</a:t>
            </a:r>
          </a:p>
        </p:txBody>
      </p:sp>
      <p:sp>
        <p:nvSpPr>
          <p:cNvPr id="10" name="Text Box 15">
            <a:extLst>
              <a:ext uri="{FF2B5EF4-FFF2-40B4-BE49-F238E27FC236}">
                <a16:creationId xmlns:a16="http://schemas.microsoft.com/office/drawing/2014/main" id="{820DF6E6-EC4F-55F0-7648-8619C12FFA2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950665" y="7542028"/>
            <a:ext cx="2020062" cy="255454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dirty="0">
                <a:latin typeface="Courier New" charset="0"/>
              </a:rPr>
              <a:t>A</a:t>
            </a:r>
          </a:p>
          <a:p>
            <a:r>
              <a:rPr lang="en-US" sz="4000" dirty="0">
                <a:latin typeface="Courier New" charset="0"/>
              </a:rPr>
              <a:t>C</a:t>
            </a:r>
          </a:p>
          <a:p>
            <a:r>
              <a:rPr lang="en-US" sz="4000" dirty="0">
                <a:latin typeface="Courier New" charset="0"/>
              </a:rPr>
              <a:t>G .2</a:t>
            </a:r>
          </a:p>
          <a:p>
            <a:r>
              <a:rPr lang="en-US" sz="4000" b="1" dirty="0">
                <a:solidFill>
                  <a:srgbClr val="C00000"/>
                </a:solidFill>
                <a:latin typeface="Courier New" charset="0"/>
              </a:rPr>
              <a:t>T .8</a:t>
            </a:r>
          </a:p>
        </p:txBody>
      </p:sp>
      <p:sp>
        <p:nvSpPr>
          <p:cNvPr id="11" name="Text Box 16">
            <a:extLst>
              <a:ext uri="{FF2B5EF4-FFF2-40B4-BE49-F238E27FC236}">
                <a16:creationId xmlns:a16="http://schemas.microsoft.com/office/drawing/2014/main" id="{3FF9E9C7-BD42-3B76-9C3F-CE4C3DDAE1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254338" y="7605017"/>
            <a:ext cx="2020062" cy="255454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dirty="0">
                <a:latin typeface="Courier New" charset="0"/>
              </a:rPr>
              <a:t>A</a:t>
            </a:r>
          </a:p>
          <a:p>
            <a:r>
              <a:rPr lang="en-US" sz="4000" dirty="0">
                <a:latin typeface="Courier New" charset="0"/>
              </a:rPr>
              <a:t>C .8</a:t>
            </a:r>
          </a:p>
          <a:p>
            <a:r>
              <a:rPr lang="en-US" sz="4000" dirty="0">
                <a:latin typeface="Courier New" charset="0"/>
              </a:rPr>
              <a:t>G .2</a:t>
            </a:r>
          </a:p>
          <a:p>
            <a:r>
              <a:rPr lang="en-US" sz="4000" dirty="0">
                <a:latin typeface="Courier New" charset="0"/>
              </a:rPr>
              <a:t>T</a:t>
            </a:r>
          </a:p>
        </p:txBody>
      </p:sp>
      <p:sp>
        <p:nvSpPr>
          <p:cNvPr id="12" name="Text Box 17">
            <a:extLst>
              <a:ext uri="{FF2B5EF4-FFF2-40B4-BE49-F238E27FC236}">
                <a16:creationId xmlns:a16="http://schemas.microsoft.com/office/drawing/2014/main" id="{B1293A3D-5D91-99FD-FF3E-B2DD6F95AE0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243156" y="3178039"/>
            <a:ext cx="2020062" cy="255454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dirty="0">
                <a:latin typeface="Courier New" charset="0"/>
              </a:rPr>
              <a:t>A .2</a:t>
            </a:r>
          </a:p>
          <a:p>
            <a:r>
              <a:rPr lang="en-US" sz="4000" dirty="0">
                <a:latin typeface="Courier New" charset="0"/>
              </a:rPr>
              <a:t>C .4</a:t>
            </a:r>
          </a:p>
          <a:p>
            <a:r>
              <a:rPr lang="en-US" sz="4000" dirty="0">
                <a:latin typeface="Courier New" charset="0"/>
              </a:rPr>
              <a:t>G .2</a:t>
            </a:r>
          </a:p>
          <a:p>
            <a:r>
              <a:rPr lang="en-US" sz="4000" dirty="0">
                <a:latin typeface="Courier New" charset="0"/>
              </a:rPr>
              <a:t>T .2</a:t>
            </a:r>
          </a:p>
        </p:txBody>
      </p:sp>
      <p:sp>
        <p:nvSpPr>
          <p:cNvPr id="13" name="Line 18">
            <a:extLst>
              <a:ext uri="{FF2B5EF4-FFF2-40B4-BE49-F238E27FC236}">
                <a16:creationId xmlns:a16="http://schemas.microsoft.com/office/drawing/2014/main" id="{0FAC7C26-CD82-A530-D597-636147017420}"/>
              </a:ext>
            </a:extLst>
          </p:cNvPr>
          <p:cNvSpPr>
            <a:spLocks noChangeShapeType="1"/>
          </p:cNvSpPr>
          <p:nvPr/>
        </p:nvSpPr>
        <p:spPr bwMode="auto">
          <a:xfrm>
            <a:off x="3237904" y="8893134"/>
            <a:ext cx="1040375" cy="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14" name="Text Box 20">
            <a:extLst>
              <a:ext uri="{FF2B5EF4-FFF2-40B4-BE49-F238E27FC236}">
                <a16:creationId xmlns:a16="http://schemas.microsoft.com/office/drawing/2014/main" id="{A9D4BE3B-B22B-EB65-BCCC-3DB17B309A0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84984" y="7995672"/>
            <a:ext cx="1621251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b="1" dirty="0">
                <a:solidFill>
                  <a:srgbClr val="C00000"/>
                </a:solidFill>
                <a:latin typeface="Courier New" charset="0"/>
              </a:rPr>
              <a:t>1.0</a:t>
            </a:r>
          </a:p>
        </p:txBody>
      </p:sp>
      <p:sp>
        <p:nvSpPr>
          <p:cNvPr id="15" name="Line 21">
            <a:extLst>
              <a:ext uri="{FF2B5EF4-FFF2-40B4-BE49-F238E27FC236}">
                <a16:creationId xmlns:a16="http://schemas.microsoft.com/office/drawing/2014/main" id="{7ED2FD80-0234-775F-8347-79BAA5E7CBA4}"/>
              </a:ext>
            </a:extLst>
          </p:cNvPr>
          <p:cNvSpPr>
            <a:spLocks noChangeShapeType="1"/>
          </p:cNvSpPr>
          <p:nvPr/>
        </p:nvSpPr>
        <p:spPr bwMode="auto">
          <a:xfrm>
            <a:off x="6600541" y="8893134"/>
            <a:ext cx="1040375" cy="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 dirty="0"/>
          </a:p>
        </p:txBody>
      </p:sp>
      <p:sp>
        <p:nvSpPr>
          <p:cNvPr id="16" name="Text Box 22">
            <a:extLst>
              <a:ext uri="{FF2B5EF4-FFF2-40B4-BE49-F238E27FC236}">
                <a16:creationId xmlns:a16="http://schemas.microsoft.com/office/drawing/2014/main" id="{54C6A5F8-AFAA-2A3C-388C-04E34B6DF3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00109" y="7945819"/>
            <a:ext cx="1127514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b="1" dirty="0">
                <a:solidFill>
                  <a:srgbClr val="C00000"/>
                </a:solidFill>
                <a:latin typeface="Courier New" charset="0"/>
              </a:rPr>
              <a:t>1.0</a:t>
            </a:r>
          </a:p>
        </p:txBody>
      </p:sp>
      <p:sp>
        <p:nvSpPr>
          <p:cNvPr id="17" name="Line 23">
            <a:extLst>
              <a:ext uri="{FF2B5EF4-FFF2-40B4-BE49-F238E27FC236}">
                <a16:creationId xmlns:a16="http://schemas.microsoft.com/office/drawing/2014/main" id="{EDF891B2-E044-B362-1D15-B44F401B91EA}"/>
              </a:ext>
            </a:extLst>
          </p:cNvPr>
          <p:cNvSpPr>
            <a:spLocks noChangeShapeType="1"/>
          </p:cNvSpPr>
          <p:nvPr/>
        </p:nvSpPr>
        <p:spPr bwMode="auto">
          <a:xfrm>
            <a:off x="9913482" y="8893134"/>
            <a:ext cx="1040375" cy="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18" name="Text Box 24">
            <a:extLst>
              <a:ext uri="{FF2B5EF4-FFF2-40B4-BE49-F238E27FC236}">
                <a16:creationId xmlns:a16="http://schemas.microsoft.com/office/drawing/2014/main" id="{5E8B8E49-4D51-6219-B9DB-B716C3D8BFE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873727" y="7954612"/>
            <a:ext cx="1248450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b="1" dirty="0">
                <a:solidFill>
                  <a:srgbClr val="C00000"/>
                </a:solidFill>
                <a:latin typeface="Courier New" charset="0"/>
              </a:rPr>
              <a:t>.4</a:t>
            </a:r>
          </a:p>
        </p:txBody>
      </p:sp>
      <p:sp>
        <p:nvSpPr>
          <p:cNvPr id="19" name="Line 25">
            <a:extLst>
              <a:ext uri="{FF2B5EF4-FFF2-40B4-BE49-F238E27FC236}">
                <a16:creationId xmlns:a16="http://schemas.microsoft.com/office/drawing/2014/main" id="{89F9A271-8AFD-7FEE-41FF-34EADDADA501}"/>
              </a:ext>
            </a:extLst>
          </p:cNvPr>
          <p:cNvSpPr>
            <a:spLocks noChangeShapeType="1"/>
          </p:cNvSpPr>
          <p:nvPr/>
        </p:nvSpPr>
        <p:spPr bwMode="auto">
          <a:xfrm>
            <a:off x="16074057" y="8838270"/>
            <a:ext cx="1040375" cy="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20" name="Text Box 26">
            <a:extLst>
              <a:ext uri="{FF2B5EF4-FFF2-40B4-BE49-F238E27FC236}">
                <a16:creationId xmlns:a16="http://schemas.microsoft.com/office/drawing/2014/main" id="{88037555-641D-13A6-5B84-71C51AF42AF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811000" y="7995672"/>
            <a:ext cx="1621251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b="1" dirty="0">
                <a:solidFill>
                  <a:srgbClr val="C00000"/>
                </a:solidFill>
                <a:latin typeface="Courier New" charset="0"/>
              </a:rPr>
              <a:t>1.0</a:t>
            </a:r>
          </a:p>
        </p:txBody>
      </p:sp>
      <p:sp>
        <p:nvSpPr>
          <p:cNvPr id="21" name="Line 27">
            <a:extLst>
              <a:ext uri="{FF2B5EF4-FFF2-40B4-BE49-F238E27FC236}">
                <a16:creationId xmlns:a16="http://schemas.microsoft.com/office/drawing/2014/main" id="{53A6DAF6-01A9-6268-516B-E579B45A8A0E}"/>
              </a:ext>
            </a:extLst>
          </p:cNvPr>
          <p:cNvSpPr>
            <a:spLocks noChangeShapeType="1"/>
          </p:cNvSpPr>
          <p:nvPr/>
        </p:nvSpPr>
        <p:spPr bwMode="auto">
          <a:xfrm>
            <a:off x="12849481" y="8893134"/>
            <a:ext cx="1040375" cy="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22" name="Text Box 28">
            <a:extLst>
              <a:ext uri="{FF2B5EF4-FFF2-40B4-BE49-F238E27FC236}">
                <a16:creationId xmlns:a16="http://schemas.microsoft.com/office/drawing/2014/main" id="{514D19F4-A7AB-47F7-9367-5C30EFE86E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996986" y="8006663"/>
            <a:ext cx="1621251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dirty="0">
                <a:latin typeface="Courier New" charset="0"/>
              </a:rPr>
              <a:t>1.0</a:t>
            </a:r>
          </a:p>
        </p:txBody>
      </p:sp>
      <p:sp>
        <p:nvSpPr>
          <p:cNvPr id="23" name="Line 29">
            <a:extLst>
              <a:ext uri="{FF2B5EF4-FFF2-40B4-BE49-F238E27FC236}">
                <a16:creationId xmlns:a16="http://schemas.microsoft.com/office/drawing/2014/main" id="{5194538A-B4B6-54B9-83E8-7C034C05EAC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339698" y="5813108"/>
            <a:ext cx="832300" cy="145652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24" name="Text Box 30">
            <a:extLst>
              <a:ext uri="{FF2B5EF4-FFF2-40B4-BE49-F238E27FC236}">
                <a16:creationId xmlns:a16="http://schemas.microsoft.com/office/drawing/2014/main" id="{77320B3D-D6B8-B9CA-B9C9-1E864E6A4E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15622" y="6007299"/>
            <a:ext cx="1248450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dirty="0">
                <a:latin typeface="Courier New" charset="0"/>
              </a:rPr>
              <a:t>.6</a:t>
            </a:r>
          </a:p>
        </p:txBody>
      </p:sp>
      <p:sp>
        <p:nvSpPr>
          <p:cNvPr id="25" name="Line 31">
            <a:extLst>
              <a:ext uri="{FF2B5EF4-FFF2-40B4-BE49-F238E27FC236}">
                <a16:creationId xmlns:a16="http://schemas.microsoft.com/office/drawing/2014/main" id="{3873E26B-9310-7789-CEF9-5498184AEED9}"/>
              </a:ext>
            </a:extLst>
          </p:cNvPr>
          <p:cNvSpPr>
            <a:spLocks noChangeShapeType="1"/>
          </p:cNvSpPr>
          <p:nvPr/>
        </p:nvSpPr>
        <p:spPr bwMode="auto">
          <a:xfrm>
            <a:off x="11307291" y="5910748"/>
            <a:ext cx="624225" cy="145652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26" name="Text Box 32">
            <a:extLst>
              <a:ext uri="{FF2B5EF4-FFF2-40B4-BE49-F238E27FC236}">
                <a16:creationId xmlns:a16="http://schemas.microsoft.com/office/drawing/2014/main" id="{ED403F59-C745-1055-FD4D-44542C0AA40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919577" y="6007299"/>
            <a:ext cx="1248450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>
                <a:latin typeface="Courier New" charset="0"/>
              </a:rPr>
              <a:t>.6</a:t>
            </a:r>
          </a:p>
        </p:txBody>
      </p:sp>
      <p:sp>
        <p:nvSpPr>
          <p:cNvPr id="27" name="Freeform 33">
            <a:extLst>
              <a:ext uri="{FF2B5EF4-FFF2-40B4-BE49-F238E27FC236}">
                <a16:creationId xmlns:a16="http://schemas.microsoft.com/office/drawing/2014/main" id="{E2701E8D-7719-8A2E-CF95-21A7B8DE0794}"/>
              </a:ext>
            </a:extLst>
          </p:cNvPr>
          <p:cNvSpPr>
            <a:spLocks/>
          </p:cNvSpPr>
          <p:nvPr/>
        </p:nvSpPr>
        <p:spPr bwMode="auto">
          <a:xfrm>
            <a:off x="7961518" y="2147769"/>
            <a:ext cx="1621251" cy="2167448"/>
          </a:xfrm>
          <a:custGeom>
            <a:avLst/>
            <a:gdLst>
              <a:gd name="T0" fmla="*/ 253 w 374"/>
              <a:gd name="T1" fmla="*/ 500 h 500"/>
              <a:gd name="T2" fmla="*/ 27 w 374"/>
              <a:gd name="T3" fmla="*/ 430 h 500"/>
              <a:gd name="T4" fmla="*/ 9 w 374"/>
              <a:gd name="T5" fmla="*/ 378 h 500"/>
              <a:gd name="T6" fmla="*/ 0 w 374"/>
              <a:gd name="T7" fmla="*/ 352 h 500"/>
              <a:gd name="T8" fmla="*/ 9 w 374"/>
              <a:gd name="T9" fmla="*/ 196 h 500"/>
              <a:gd name="T10" fmla="*/ 70 w 374"/>
              <a:gd name="T11" fmla="*/ 100 h 500"/>
              <a:gd name="T12" fmla="*/ 200 w 374"/>
              <a:gd name="T13" fmla="*/ 4 h 500"/>
              <a:gd name="T14" fmla="*/ 287 w 374"/>
              <a:gd name="T15" fmla="*/ 13 h 500"/>
              <a:gd name="T16" fmla="*/ 348 w 374"/>
              <a:gd name="T17" fmla="*/ 74 h 500"/>
              <a:gd name="T18" fmla="*/ 374 w 374"/>
              <a:gd name="T19" fmla="*/ 117 h 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374" h="500">
                <a:moveTo>
                  <a:pt x="253" y="500"/>
                </a:moveTo>
                <a:cubicBezTo>
                  <a:pt x="181" y="480"/>
                  <a:pt x="89" y="473"/>
                  <a:pt x="27" y="430"/>
                </a:cubicBezTo>
                <a:cubicBezTo>
                  <a:pt x="21" y="412"/>
                  <a:pt x="15" y="395"/>
                  <a:pt x="9" y="378"/>
                </a:cubicBezTo>
                <a:cubicBezTo>
                  <a:pt x="6" y="369"/>
                  <a:pt x="0" y="352"/>
                  <a:pt x="0" y="352"/>
                </a:cubicBezTo>
                <a:cubicBezTo>
                  <a:pt x="3" y="300"/>
                  <a:pt x="3" y="247"/>
                  <a:pt x="9" y="196"/>
                </a:cubicBezTo>
                <a:cubicBezTo>
                  <a:pt x="12" y="163"/>
                  <a:pt x="61" y="110"/>
                  <a:pt x="70" y="100"/>
                </a:cubicBezTo>
                <a:cubicBezTo>
                  <a:pt x="114" y="46"/>
                  <a:pt x="131" y="18"/>
                  <a:pt x="200" y="4"/>
                </a:cubicBezTo>
                <a:cubicBezTo>
                  <a:pt x="229" y="7"/>
                  <a:pt x="260" y="0"/>
                  <a:pt x="287" y="13"/>
                </a:cubicBezTo>
                <a:cubicBezTo>
                  <a:pt x="312" y="25"/>
                  <a:pt x="348" y="74"/>
                  <a:pt x="348" y="74"/>
                </a:cubicBezTo>
                <a:cubicBezTo>
                  <a:pt x="359" y="107"/>
                  <a:pt x="350" y="93"/>
                  <a:pt x="374" y="117"/>
                </a:cubicBezTo>
              </a:path>
            </a:pathLst>
          </a:custGeom>
          <a:noFill/>
          <a:ln w="2857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28" name="Text Box 34">
            <a:extLst>
              <a:ext uri="{FF2B5EF4-FFF2-40B4-BE49-F238E27FC236}">
                <a16:creationId xmlns:a16="http://schemas.microsoft.com/office/drawing/2014/main" id="{25A1DBA4-E839-2B22-F996-C75F02C813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63866" y="2182920"/>
            <a:ext cx="1248450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dirty="0">
                <a:latin typeface="Courier New" charset="0"/>
              </a:rPr>
              <a:t>.4</a:t>
            </a:r>
          </a:p>
        </p:txBody>
      </p:sp>
      <p:sp>
        <p:nvSpPr>
          <p:cNvPr id="29" name="Text Box 35">
            <a:extLst>
              <a:ext uri="{FF2B5EF4-FFF2-40B4-BE49-F238E27FC236}">
                <a16:creationId xmlns:a16="http://schemas.microsoft.com/office/drawing/2014/main" id="{1785D5ED-AF64-259D-3701-407993F5EB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02930" y="7556742"/>
            <a:ext cx="1647261" cy="255454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b="1" dirty="0">
                <a:solidFill>
                  <a:srgbClr val="C00000"/>
                </a:solidFill>
                <a:latin typeface="Courier New" charset="0"/>
              </a:rPr>
              <a:t>A 1</a:t>
            </a:r>
          </a:p>
          <a:p>
            <a:r>
              <a:rPr lang="en-US" sz="4000" dirty="0">
                <a:latin typeface="Courier New" charset="0"/>
              </a:rPr>
              <a:t>C </a:t>
            </a:r>
          </a:p>
          <a:p>
            <a:r>
              <a:rPr lang="en-US" sz="4000" dirty="0">
                <a:latin typeface="Courier New" charset="0"/>
              </a:rPr>
              <a:t>G</a:t>
            </a:r>
          </a:p>
          <a:p>
            <a:r>
              <a:rPr lang="en-US" sz="4000" dirty="0">
                <a:latin typeface="Courier New" charset="0"/>
              </a:rPr>
              <a:t>T</a:t>
            </a:r>
          </a:p>
        </p:txBody>
      </p:sp>
      <p:sp>
        <p:nvSpPr>
          <p:cNvPr id="32" name="Text Box 30">
            <a:extLst>
              <a:ext uri="{FF2B5EF4-FFF2-40B4-BE49-F238E27FC236}">
                <a16:creationId xmlns:a16="http://schemas.microsoft.com/office/drawing/2014/main" id="{04FF649B-BB98-C983-46BD-6C587844E5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40664" y="5887584"/>
            <a:ext cx="2544089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i="1" dirty="0">
                <a:solidFill>
                  <a:schemeClr val="tx2">
                    <a:lumMod val="60000"/>
                    <a:lumOff val="40000"/>
                  </a:schemeClr>
                </a:solidFill>
                <a:latin typeface="Courier New" charset="0"/>
              </a:rPr>
              <a:t>state</a:t>
            </a:r>
          </a:p>
        </p:txBody>
      </p:sp>
      <p:sp>
        <p:nvSpPr>
          <p:cNvPr id="33" name="Text Box 30">
            <a:extLst>
              <a:ext uri="{FF2B5EF4-FFF2-40B4-BE49-F238E27FC236}">
                <a16:creationId xmlns:a16="http://schemas.microsoft.com/office/drawing/2014/main" id="{70BCB687-E552-1E33-B8F7-3F677D6F133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69223" y="5887584"/>
            <a:ext cx="2544089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i="1" dirty="0">
                <a:solidFill>
                  <a:schemeClr val="tx2">
                    <a:lumMod val="60000"/>
                    <a:lumOff val="40000"/>
                  </a:schemeClr>
                </a:solidFill>
                <a:latin typeface="Courier New" charset="0"/>
              </a:rPr>
              <a:t>state</a:t>
            </a:r>
          </a:p>
        </p:txBody>
      </p:sp>
    </p:spTree>
    <p:extLst>
      <p:ext uri="{BB962C8B-B14F-4D97-AF65-F5344CB8AC3E}">
        <p14:creationId xmlns:p14="http://schemas.microsoft.com/office/powerpoint/2010/main" val="132299899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27BCF-A627-AD4F-B2F5-DB63058CA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E9716C5-9427-8716-D73C-14662E851813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F384529-81D1-34B7-9742-24F9A1BB8A6E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37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E89B313-AB55-6959-B0FD-3DBA633DD5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8675" y="458787"/>
            <a:ext cx="19441062" cy="738817"/>
          </a:xfrm>
        </p:spPr>
        <p:txBody>
          <a:bodyPr>
            <a:noAutofit/>
          </a:bodyPr>
          <a:lstStyle/>
          <a:p>
            <a:r>
              <a:rPr lang="en-US" sz="6000" dirty="0">
                <a:latin typeface="Raleway" pitchFamily="2" charset="77"/>
              </a:rPr>
              <a:t>A simple DNA HMM</a:t>
            </a:r>
          </a:p>
        </p:txBody>
      </p:sp>
      <p:sp>
        <p:nvSpPr>
          <p:cNvPr id="2" name="Text Box 6">
            <a:extLst>
              <a:ext uri="{FF2B5EF4-FFF2-40B4-BE49-F238E27FC236}">
                <a16:creationId xmlns:a16="http://schemas.microsoft.com/office/drawing/2014/main" id="{594F3E2D-B027-F8CA-644C-16FA665E85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4374" y="2003167"/>
            <a:ext cx="4267435" cy="2862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3600" dirty="0">
                <a:latin typeface="Courier New" charset="0"/>
              </a:rPr>
              <a:t>ACA</a:t>
            </a:r>
            <a:r>
              <a:rPr lang="en-US" sz="3600" dirty="0">
                <a:solidFill>
                  <a:srgbClr val="FF00FF"/>
                </a:solidFill>
                <a:latin typeface="Courier New" charset="0"/>
              </a:rPr>
              <a:t>---</a:t>
            </a:r>
            <a:r>
              <a:rPr lang="en-US" sz="3600" dirty="0">
                <a:latin typeface="Courier New" charset="0"/>
              </a:rPr>
              <a:t>AT</a:t>
            </a:r>
            <a:r>
              <a:rPr lang="en-US" sz="3600" b="1" dirty="0">
                <a:solidFill>
                  <a:srgbClr val="C00000"/>
                </a:solidFill>
                <a:latin typeface="Courier New" charset="0"/>
              </a:rPr>
              <a:t>G</a:t>
            </a:r>
          </a:p>
          <a:p>
            <a:r>
              <a:rPr lang="en-US" sz="3600" dirty="0">
                <a:latin typeface="Courier New" charset="0"/>
              </a:rPr>
              <a:t>TCA</a:t>
            </a:r>
            <a:r>
              <a:rPr lang="en-US" sz="3600" dirty="0">
                <a:solidFill>
                  <a:srgbClr val="FF00FF"/>
                </a:solidFill>
                <a:latin typeface="Courier New" charset="0"/>
              </a:rPr>
              <a:t>ACT</a:t>
            </a:r>
            <a:r>
              <a:rPr lang="en-US" sz="3600" dirty="0">
                <a:latin typeface="Courier New" charset="0"/>
              </a:rPr>
              <a:t>ATC</a:t>
            </a:r>
          </a:p>
          <a:p>
            <a:r>
              <a:rPr lang="en-US" sz="3600" dirty="0">
                <a:latin typeface="Courier New" charset="0"/>
              </a:rPr>
              <a:t>ACA</a:t>
            </a:r>
            <a:r>
              <a:rPr lang="en-US" sz="3600" dirty="0">
                <a:solidFill>
                  <a:srgbClr val="FF00FF"/>
                </a:solidFill>
                <a:latin typeface="Courier New" charset="0"/>
              </a:rPr>
              <a:t>C--</a:t>
            </a:r>
            <a:r>
              <a:rPr lang="en-US" sz="3600" dirty="0">
                <a:latin typeface="Courier New" charset="0"/>
              </a:rPr>
              <a:t>AGC</a:t>
            </a:r>
          </a:p>
          <a:p>
            <a:r>
              <a:rPr lang="en-US" sz="3600" dirty="0">
                <a:latin typeface="Courier New" charset="0"/>
              </a:rPr>
              <a:t>AGA</a:t>
            </a:r>
            <a:r>
              <a:rPr lang="en-US" sz="3600" dirty="0">
                <a:solidFill>
                  <a:srgbClr val="FF00FF"/>
                </a:solidFill>
                <a:latin typeface="Courier New" charset="0"/>
              </a:rPr>
              <a:t>---</a:t>
            </a:r>
            <a:r>
              <a:rPr lang="en-US" sz="3600" dirty="0">
                <a:latin typeface="Courier New" charset="0"/>
              </a:rPr>
              <a:t>ATC</a:t>
            </a:r>
          </a:p>
          <a:p>
            <a:r>
              <a:rPr lang="en-US" sz="3600" dirty="0">
                <a:latin typeface="Courier New" charset="0"/>
              </a:rPr>
              <a:t>ACC</a:t>
            </a:r>
            <a:r>
              <a:rPr lang="en-US" sz="3600" dirty="0">
                <a:solidFill>
                  <a:srgbClr val="FF00FF"/>
                </a:solidFill>
                <a:latin typeface="Courier New" charset="0"/>
              </a:rPr>
              <a:t>G--</a:t>
            </a:r>
            <a:r>
              <a:rPr lang="en-US" sz="3600" dirty="0">
                <a:latin typeface="Courier New" charset="0"/>
              </a:rPr>
              <a:t>ATC</a:t>
            </a:r>
            <a:endParaRPr lang="en-US" sz="4000" dirty="0">
              <a:latin typeface="Courier New" charset="0"/>
            </a:endParaRPr>
          </a:p>
        </p:txBody>
      </p:sp>
      <p:sp>
        <p:nvSpPr>
          <p:cNvPr id="4" name="Text Box 10">
            <a:extLst>
              <a:ext uri="{FF2B5EF4-FFF2-40B4-BE49-F238E27FC236}">
                <a16:creationId xmlns:a16="http://schemas.microsoft.com/office/drawing/2014/main" id="{8546914A-9734-1053-3255-8B0973FE80F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08774" y="7572756"/>
            <a:ext cx="2020062" cy="255454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b="1" dirty="0">
                <a:solidFill>
                  <a:srgbClr val="C00000"/>
                </a:solidFill>
                <a:latin typeface="Courier New" charset="0"/>
              </a:rPr>
              <a:t>A .8</a:t>
            </a:r>
          </a:p>
          <a:p>
            <a:r>
              <a:rPr lang="en-US" sz="4000" dirty="0">
                <a:latin typeface="Courier New" charset="0"/>
              </a:rPr>
              <a:t>C</a:t>
            </a:r>
          </a:p>
          <a:p>
            <a:r>
              <a:rPr lang="en-US" sz="4000" dirty="0">
                <a:latin typeface="Courier New" charset="0"/>
              </a:rPr>
              <a:t>G</a:t>
            </a:r>
          </a:p>
          <a:p>
            <a:r>
              <a:rPr lang="en-US" sz="4000" dirty="0">
                <a:latin typeface="Courier New" charset="0"/>
              </a:rPr>
              <a:t>T .2</a:t>
            </a:r>
          </a:p>
        </p:txBody>
      </p:sp>
      <p:sp>
        <p:nvSpPr>
          <p:cNvPr id="5" name="Text Box 11">
            <a:extLst>
              <a:ext uri="{FF2B5EF4-FFF2-40B4-BE49-F238E27FC236}">
                <a16:creationId xmlns:a16="http://schemas.microsoft.com/office/drawing/2014/main" id="{4A64CCBC-D49D-5FE9-82FD-3CC359BCB6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12447" y="7572756"/>
            <a:ext cx="2020062" cy="255454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dirty="0">
                <a:latin typeface="Courier New" charset="0"/>
              </a:rPr>
              <a:t>A</a:t>
            </a:r>
          </a:p>
          <a:p>
            <a:r>
              <a:rPr lang="en-US" sz="4000" b="1" dirty="0">
                <a:solidFill>
                  <a:srgbClr val="C00000"/>
                </a:solidFill>
                <a:latin typeface="Courier New" charset="0"/>
              </a:rPr>
              <a:t>C .8</a:t>
            </a:r>
          </a:p>
          <a:p>
            <a:r>
              <a:rPr lang="en-US" sz="4000" dirty="0">
                <a:latin typeface="Courier New" charset="0"/>
              </a:rPr>
              <a:t>G .2</a:t>
            </a:r>
          </a:p>
          <a:p>
            <a:r>
              <a:rPr lang="en-US" sz="4000" dirty="0">
                <a:latin typeface="Courier New" charset="0"/>
              </a:rPr>
              <a:t>T</a:t>
            </a:r>
          </a:p>
        </p:txBody>
      </p:sp>
      <p:sp>
        <p:nvSpPr>
          <p:cNvPr id="6" name="Text Box 13">
            <a:extLst>
              <a:ext uri="{FF2B5EF4-FFF2-40B4-BE49-F238E27FC236}">
                <a16:creationId xmlns:a16="http://schemas.microsoft.com/office/drawing/2014/main" id="{42CF29EA-BF4D-C8CA-94ED-496219C4622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16120" y="7572756"/>
            <a:ext cx="2020062" cy="255454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b="1" dirty="0">
                <a:solidFill>
                  <a:srgbClr val="C00000"/>
                </a:solidFill>
                <a:latin typeface="Courier New" charset="0"/>
              </a:rPr>
              <a:t>A .8</a:t>
            </a:r>
          </a:p>
          <a:p>
            <a:r>
              <a:rPr lang="en-US" sz="4000" dirty="0">
                <a:latin typeface="Courier New" charset="0"/>
              </a:rPr>
              <a:t>C .2</a:t>
            </a:r>
          </a:p>
          <a:p>
            <a:r>
              <a:rPr lang="en-US" sz="4000" dirty="0">
                <a:latin typeface="Courier New" charset="0"/>
              </a:rPr>
              <a:t>G</a:t>
            </a:r>
          </a:p>
          <a:p>
            <a:r>
              <a:rPr lang="en-US" sz="4000" dirty="0">
                <a:latin typeface="Courier New" charset="0"/>
              </a:rPr>
              <a:t>T</a:t>
            </a:r>
          </a:p>
        </p:txBody>
      </p:sp>
      <p:sp>
        <p:nvSpPr>
          <p:cNvPr id="10" name="Text Box 15">
            <a:extLst>
              <a:ext uri="{FF2B5EF4-FFF2-40B4-BE49-F238E27FC236}">
                <a16:creationId xmlns:a16="http://schemas.microsoft.com/office/drawing/2014/main" id="{62247827-A1ED-8E89-0E16-29ECFFAE277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950665" y="7542028"/>
            <a:ext cx="2020062" cy="255454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dirty="0">
                <a:latin typeface="Courier New" charset="0"/>
              </a:rPr>
              <a:t>A</a:t>
            </a:r>
          </a:p>
          <a:p>
            <a:r>
              <a:rPr lang="en-US" sz="4000" dirty="0">
                <a:latin typeface="Courier New" charset="0"/>
              </a:rPr>
              <a:t>C</a:t>
            </a:r>
          </a:p>
          <a:p>
            <a:r>
              <a:rPr lang="en-US" sz="4000" dirty="0">
                <a:latin typeface="Courier New" charset="0"/>
              </a:rPr>
              <a:t>G .2</a:t>
            </a:r>
          </a:p>
          <a:p>
            <a:r>
              <a:rPr lang="en-US" sz="4000" b="1" dirty="0">
                <a:solidFill>
                  <a:srgbClr val="C00000"/>
                </a:solidFill>
                <a:latin typeface="Courier New" charset="0"/>
              </a:rPr>
              <a:t>T .8</a:t>
            </a:r>
          </a:p>
        </p:txBody>
      </p:sp>
      <p:sp>
        <p:nvSpPr>
          <p:cNvPr id="11" name="Text Box 16">
            <a:extLst>
              <a:ext uri="{FF2B5EF4-FFF2-40B4-BE49-F238E27FC236}">
                <a16:creationId xmlns:a16="http://schemas.microsoft.com/office/drawing/2014/main" id="{D1DC40C6-0FB4-5928-00DA-09EECD0F1E6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254338" y="7605017"/>
            <a:ext cx="2020062" cy="255454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dirty="0">
                <a:latin typeface="Courier New" charset="0"/>
              </a:rPr>
              <a:t>A</a:t>
            </a:r>
          </a:p>
          <a:p>
            <a:r>
              <a:rPr lang="en-US" sz="4000" dirty="0">
                <a:latin typeface="Courier New" charset="0"/>
              </a:rPr>
              <a:t>C .8</a:t>
            </a:r>
          </a:p>
          <a:p>
            <a:r>
              <a:rPr lang="en-US" sz="4000" b="1" dirty="0">
                <a:solidFill>
                  <a:srgbClr val="C00000"/>
                </a:solidFill>
                <a:latin typeface="Courier New" charset="0"/>
              </a:rPr>
              <a:t>G .2</a:t>
            </a:r>
          </a:p>
          <a:p>
            <a:r>
              <a:rPr lang="en-US" sz="4000" dirty="0">
                <a:latin typeface="Courier New" charset="0"/>
              </a:rPr>
              <a:t>T</a:t>
            </a:r>
          </a:p>
        </p:txBody>
      </p:sp>
      <p:sp>
        <p:nvSpPr>
          <p:cNvPr id="12" name="Text Box 17">
            <a:extLst>
              <a:ext uri="{FF2B5EF4-FFF2-40B4-BE49-F238E27FC236}">
                <a16:creationId xmlns:a16="http://schemas.microsoft.com/office/drawing/2014/main" id="{947328A7-7224-3539-EB87-CCD0726FE7C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243156" y="3178039"/>
            <a:ext cx="2020062" cy="255454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dirty="0">
                <a:latin typeface="Courier New" charset="0"/>
              </a:rPr>
              <a:t>A .2</a:t>
            </a:r>
          </a:p>
          <a:p>
            <a:r>
              <a:rPr lang="en-US" sz="4000" dirty="0">
                <a:latin typeface="Courier New" charset="0"/>
              </a:rPr>
              <a:t>C .4</a:t>
            </a:r>
          </a:p>
          <a:p>
            <a:r>
              <a:rPr lang="en-US" sz="4000" dirty="0">
                <a:latin typeface="Courier New" charset="0"/>
              </a:rPr>
              <a:t>G .2</a:t>
            </a:r>
          </a:p>
          <a:p>
            <a:r>
              <a:rPr lang="en-US" sz="4000" dirty="0">
                <a:latin typeface="Courier New" charset="0"/>
              </a:rPr>
              <a:t>T .2</a:t>
            </a:r>
          </a:p>
        </p:txBody>
      </p:sp>
      <p:sp>
        <p:nvSpPr>
          <p:cNvPr id="13" name="Line 18">
            <a:extLst>
              <a:ext uri="{FF2B5EF4-FFF2-40B4-BE49-F238E27FC236}">
                <a16:creationId xmlns:a16="http://schemas.microsoft.com/office/drawing/2014/main" id="{E944113A-D7F9-5F73-A8FA-1558E2531AC7}"/>
              </a:ext>
            </a:extLst>
          </p:cNvPr>
          <p:cNvSpPr>
            <a:spLocks noChangeShapeType="1"/>
          </p:cNvSpPr>
          <p:nvPr/>
        </p:nvSpPr>
        <p:spPr bwMode="auto">
          <a:xfrm>
            <a:off x="3237904" y="8893134"/>
            <a:ext cx="1040375" cy="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14" name="Text Box 20">
            <a:extLst>
              <a:ext uri="{FF2B5EF4-FFF2-40B4-BE49-F238E27FC236}">
                <a16:creationId xmlns:a16="http://schemas.microsoft.com/office/drawing/2014/main" id="{D955AE2D-E756-4AE6-63C2-2F6E66CD954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84984" y="7995672"/>
            <a:ext cx="1621251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b="1" dirty="0">
                <a:solidFill>
                  <a:srgbClr val="C00000"/>
                </a:solidFill>
                <a:latin typeface="Courier New" charset="0"/>
              </a:rPr>
              <a:t>1.0</a:t>
            </a:r>
          </a:p>
        </p:txBody>
      </p:sp>
      <p:sp>
        <p:nvSpPr>
          <p:cNvPr id="15" name="Line 21">
            <a:extLst>
              <a:ext uri="{FF2B5EF4-FFF2-40B4-BE49-F238E27FC236}">
                <a16:creationId xmlns:a16="http://schemas.microsoft.com/office/drawing/2014/main" id="{8C3AFC09-3FA1-3A6B-9904-2FFAE4E96F2E}"/>
              </a:ext>
            </a:extLst>
          </p:cNvPr>
          <p:cNvSpPr>
            <a:spLocks noChangeShapeType="1"/>
          </p:cNvSpPr>
          <p:nvPr/>
        </p:nvSpPr>
        <p:spPr bwMode="auto">
          <a:xfrm>
            <a:off x="6600541" y="8893134"/>
            <a:ext cx="1040375" cy="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 dirty="0"/>
          </a:p>
        </p:txBody>
      </p:sp>
      <p:sp>
        <p:nvSpPr>
          <p:cNvPr id="16" name="Text Box 22">
            <a:extLst>
              <a:ext uri="{FF2B5EF4-FFF2-40B4-BE49-F238E27FC236}">
                <a16:creationId xmlns:a16="http://schemas.microsoft.com/office/drawing/2014/main" id="{05A8FABF-0661-E529-8E08-840A04AFDE3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00109" y="7945819"/>
            <a:ext cx="1127514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b="1" dirty="0">
                <a:solidFill>
                  <a:srgbClr val="C00000"/>
                </a:solidFill>
                <a:latin typeface="Courier New" charset="0"/>
              </a:rPr>
              <a:t>1.0</a:t>
            </a:r>
          </a:p>
        </p:txBody>
      </p:sp>
      <p:sp>
        <p:nvSpPr>
          <p:cNvPr id="17" name="Line 23">
            <a:extLst>
              <a:ext uri="{FF2B5EF4-FFF2-40B4-BE49-F238E27FC236}">
                <a16:creationId xmlns:a16="http://schemas.microsoft.com/office/drawing/2014/main" id="{300F407D-AA82-8596-D0A3-431AC0016D54}"/>
              </a:ext>
            </a:extLst>
          </p:cNvPr>
          <p:cNvSpPr>
            <a:spLocks noChangeShapeType="1"/>
          </p:cNvSpPr>
          <p:nvPr/>
        </p:nvSpPr>
        <p:spPr bwMode="auto">
          <a:xfrm>
            <a:off x="9913482" y="8893134"/>
            <a:ext cx="1040375" cy="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18" name="Text Box 24">
            <a:extLst>
              <a:ext uri="{FF2B5EF4-FFF2-40B4-BE49-F238E27FC236}">
                <a16:creationId xmlns:a16="http://schemas.microsoft.com/office/drawing/2014/main" id="{7C541F7B-936E-B5E7-6942-045A337243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873727" y="7954612"/>
            <a:ext cx="1248450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b="1" dirty="0">
                <a:solidFill>
                  <a:srgbClr val="C00000"/>
                </a:solidFill>
                <a:latin typeface="Courier New" charset="0"/>
              </a:rPr>
              <a:t>.4</a:t>
            </a:r>
          </a:p>
        </p:txBody>
      </p:sp>
      <p:sp>
        <p:nvSpPr>
          <p:cNvPr id="19" name="Line 25">
            <a:extLst>
              <a:ext uri="{FF2B5EF4-FFF2-40B4-BE49-F238E27FC236}">
                <a16:creationId xmlns:a16="http://schemas.microsoft.com/office/drawing/2014/main" id="{92F3F3C8-FA5E-3D96-F5D1-11D761B290E7}"/>
              </a:ext>
            </a:extLst>
          </p:cNvPr>
          <p:cNvSpPr>
            <a:spLocks noChangeShapeType="1"/>
          </p:cNvSpPr>
          <p:nvPr/>
        </p:nvSpPr>
        <p:spPr bwMode="auto">
          <a:xfrm>
            <a:off x="16074057" y="8838270"/>
            <a:ext cx="1040375" cy="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20" name="Text Box 26">
            <a:extLst>
              <a:ext uri="{FF2B5EF4-FFF2-40B4-BE49-F238E27FC236}">
                <a16:creationId xmlns:a16="http://schemas.microsoft.com/office/drawing/2014/main" id="{57BA0866-FE9A-97D2-DCBF-08370A0FE8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811000" y="7995672"/>
            <a:ext cx="1621251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b="1" dirty="0">
                <a:solidFill>
                  <a:srgbClr val="C00000"/>
                </a:solidFill>
                <a:latin typeface="Courier New" charset="0"/>
              </a:rPr>
              <a:t>1.0</a:t>
            </a:r>
          </a:p>
        </p:txBody>
      </p:sp>
      <p:sp>
        <p:nvSpPr>
          <p:cNvPr id="21" name="Line 27">
            <a:extLst>
              <a:ext uri="{FF2B5EF4-FFF2-40B4-BE49-F238E27FC236}">
                <a16:creationId xmlns:a16="http://schemas.microsoft.com/office/drawing/2014/main" id="{809ABC46-A399-7AF0-FA9B-B9F2D95CF1C9}"/>
              </a:ext>
            </a:extLst>
          </p:cNvPr>
          <p:cNvSpPr>
            <a:spLocks noChangeShapeType="1"/>
          </p:cNvSpPr>
          <p:nvPr/>
        </p:nvSpPr>
        <p:spPr bwMode="auto">
          <a:xfrm>
            <a:off x="12849481" y="8893134"/>
            <a:ext cx="1040375" cy="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22" name="Text Box 28">
            <a:extLst>
              <a:ext uri="{FF2B5EF4-FFF2-40B4-BE49-F238E27FC236}">
                <a16:creationId xmlns:a16="http://schemas.microsoft.com/office/drawing/2014/main" id="{0A51FE13-35EC-0779-6FC5-4A762FFA53C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996986" y="8006663"/>
            <a:ext cx="1621251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b="1" dirty="0">
                <a:solidFill>
                  <a:srgbClr val="C00000"/>
                </a:solidFill>
                <a:latin typeface="Courier New" charset="0"/>
              </a:rPr>
              <a:t>1.0</a:t>
            </a:r>
          </a:p>
        </p:txBody>
      </p:sp>
      <p:sp>
        <p:nvSpPr>
          <p:cNvPr id="23" name="Line 29">
            <a:extLst>
              <a:ext uri="{FF2B5EF4-FFF2-40B4-BE49-F238E27FC236}">
                <a16:creationId xmlns:a16="http://schemas.microsoft.com/office/drawing/2014/main" id="{080BDB64-B9F1-50B2-DBCA-880282A4873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339698" y="5813108"/>
            <a:ext cx="832300" cy="145652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24" name="Text Box 30">
            <a:extLst>
              <a:ext uri="{FF2B5EF4-FFF2-40B4-BE49-F238E27FC236}">
                <a16:creationId xmlns:a16="http://schemas.microsoft.com/office/drawing/2014/main" id="{20D98340-44A3-4400-C47C-8D41D59A23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15622" y="6007299"/>
            <a:ext cx="1248450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dirty="0">
                <a:latin typeface="Courier New" charset="0"/>
              </a:rPr>
              <a:t>.6</a:t>
            </a:r>
          </a:p>
        </p:txBody>
      </p:sp>
      <p:sp>
        <p:nvSpPr>
          <p:cNvPr id="25" name="Line 31">
            <a:extLst>
              <a:ext uri="{FF2B5EF4-FFF2-40B4-BE49-F238E27FC236}">
                <a16:creationId xmlns:a16="http://schemas.microsoft.com/office/drawing/2014/main" id="{A7110D2B-2A8B-A34D-70C2-DC774880A8EF}"/>
              </a:ext>
            </a:extLst>
          </p:cNvPr>
          <p:cNvSpPr>
            <a:spLocks noChangeShapeType="1"/>
          </p:cNvSpPr>
          <p:nvPr/>
        </p:nvSpPr>
        <p:spPr bwMode="auto">
          <a:xfrm>
            <a:off x="11307291" y="5910748"/>
            <a:ext cx="624225" cy="145652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26" name="Text Box 32">
            <a:extLst>
              <a:ext uri="{FF2B5EF4-FFF2-40B4-BE49-F238E27FC236}">
                <a16:creationId xmlns:a16="http://schemas.microsoft.com/office/drawing/2014/main" id="{0A8513BF-297A-A1C9-C12C-BB6DBE35872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919577" y="6007299"/>
            <a:ext cx="1248450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>
                <a:latin typeface="Courier New" charset="0"/>
              </a:rPr>
              <a:t>.6</a:t>
            </a:r>
          </a:p>
        </p:txBody>
      </p:sp>
      <p:sp>
        <p:nvSpPr>
          <p:cNvPr id="27" name="Freeform 33">
            <a:extLst>
              <a:ext uri="{FF2B5EF4-FFF2-40B4-BE49-F238E27FC236}">
                <a16:creationId xmlns:a16="http://schemas.microsoft.com/office/drawing/2014/main" id="{E3F55701-9EB2-7867-C0B7-F35706DAF49A}"/>
              </a:ext>
            </a:extLst>
          </p:cNvPr>
          <p:cNvSpPr>
            <a:spLocks/>
          </p:cNvSpPr>
          <p:nvPr/>
        </p:nvSpPr>
        <p:spPr bwMode="auto">
          <a:xfrm>
            <a:off x="7961518" y="2147769"/>
            <a:ext cx="1621251" cy="2167448"/>
          </a:xfrm>
          <a:custGeom>
            <a:avLst/>
            <a:gdLst>
              <a:gd name="T0" fmla="*/ 253 w 374"/>
              <a:gd name="T1" fmla="*/ 500 h 500"/>
              <a:gd name="T2" fmla="*/ 27 w 374"/>
              <a:gd name="T3" fmla="*/ 430 h 500"/>
              <a:gd name="T4" fmla="*/ 9 w 374"/>
              <a:gd name="T5" fmla="*/ 378 h 500"/>
              <a:gd name="T6" fmla="*/ 0 w 374"/>
              <a:gd name="T7" fmla="*/ 352 h 500"/>
              <a:gd name="T8" fmla="*/ 9 w 374"/>
              <a:gd name="T9" fmla="*/ 196 h 500"/>
              <a:gd name="T10" fmla="*/ 70 w 374"/>
              <a:gd name="T11" fmla="*/ 100 h 500"/>
              <a:gd name="T12" fmla="*/ 200 w 374"/>
              <a:gd name="T13" fmla="*/ 4 h 500"/>
              <a:gd name="T14" fmla="*/ 287 w 374"/>
              <a:gd name="T15" fmla="*/ 13 h 500"/>
              <a:gd name="T16" fmla="*/ 348 w 374"/>
              <a:gd name="T17" fmla="*/ 74 h 500"/>
              <a:gd name="T18" fmla="*/ 374 w 374"/>
              <a:gd name="T19" fmla="*/ 117 h 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374" h="500">
                <a:moveTo>
                  <a:pt x="253" y="500"/>
                </a:moveTo>
                <a:cubicBezTo>
                  <a:pt x="181" y="480"/>
                  <a:pt x="89" y="473"/>
                  <a:pt x="27" y="430"/>
                </a:cubicBezTo>
                <a:cubicBezTo>
                  <a:pt x="21" y="412"/>
                  <a:pt x="15" y="395"/>
                  <a:pt x="9" y="378"/>
                </a:cubicBezTo>
                <a:cubicBezTo>
                  <a:pt x="6" y="369"/>
                  <a:pt x="0" y="352"/>
                  <a:pt x="0" y="352"/>
                </a:cubicBezTo>
                <a:cubicBezTo>
                  <a:pt x="3" y="300"/>
                  <a:pt x="3" y="247"/>
                  <a:pt x="9" y="196"/>
                </a:cubicBezTo>
                <a:cubicBezTo>
                  <a:pt x="12" y="163"/>
                  <a:pt x="61" y="110"/>
                  <a:pt x="70" y="100"/>
                </a:cubicBezTo>
                <a:cubicBezTo>
                  <a:pt x="114" y="46"/>
                  <a:pt x="131" y="18"/>
                  <a:pt x="200" y="4"/>
                </a:cubicBezTo>
                <a:cubicBezTo>
                  <a:pt x="229" y="7"/>
                  <a:pt x="260" y="0"/>
                  <a:pt x="287" y="13"/>
                </a:cubicBezTo>
                <a:cubicBezTo>
                  <a:pt x="312" y="25"/>
                  <a:pt x="348" y="74"/>
                  <a:pt x="348" y="74"/>
                </a:cubicBezTo>
                <a:cubicBezTo>
                  <a:pt x="359" y="107"/>
                  <a:pt x="350" y="93"/>
                  <a:pt x="374" y="117"/>
                </a:cubicBezTo>
              </a:path>
            </a:pathLst>
          </a:custGeom>
          <a:noFill/>
          <a:ln w="2857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28" name="Text Box 34">
            <a:extLst>
              <a:ext uri="{FF2B5EF4-FFF2-40B4-BE49-F238E27FC236}">
                <a16:creationId xmlns:a16="http://schemas.microsoft.com/office/drawing/2014/main" id="{D2602127-1CF6-3452-FF6A-D140D0DF01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63866" y="2182920"/>
            <a:ext cx="1248450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dirty="0">
                <a:latin typeface="Courier New" charset="0"/>
              </a:rPr>
              <a:t>.4</a:t>
            </a:r>
          </a:p>
        </p:txBody>
      </p:sp>
      <p:sp>
        <p:nvSpPr>
          <p:cNvPr id="29" name="Text Box 35">
            <a:extLst>
              <a:ext uri="{FF2B5EF4-FFF2-40B4-BE49-F238E27FC236}">
                <a16:creationId xmlns:a16="http://schemas.microsoft.com/office/drawing/2014/main" id="{239A56F3-E5B3-5787-5092-58A405573F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02930" y="7556742"/>
            <a:ext cx="1647261" cy="255454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b="1" dirty="0">
                <a:solidFill>
                  <a:srgbClr val="C00000"/>
                </a:solidFill>
                <a:latin typeface="Courier New" charset="0"/>
              </a:rPr>
              <a:t>A 1</a:t>
            </a:r>
          </a:p>
          <a:p>
            <a:r>
              <a:rPr lang="en-US" sz="4000" dirty="0">
                <a:latin typeface="Courier New" charset="0"/>
              </a:rPr>
              <a:t>C </a:t>
            </a:r>
          </a:p>
          <a:p>
            <a:r>
              <a:rPr lang="en-US" sz="4000" dirty="0">
                <a:latin typeface="Courier New" charset="0"/>
              </a:rPr>
              <a:t>G</a:t>
            </a:r>
          </a:p>
          <a:p>
            <a:r>
              <a:rPr lang="en-US" sz="4000" dirty="0">
                <a:latin typeface="Courier New" charset="0"/>
              </a:rPr>
              <a:t>T</a:t>
            </a:r>
          </a:p>
        </p:txBody>
      </p:sp>
      <p:sp>
        <p:nvSpPr>
          <p:cNvPr id="32" name="Text Box 30">
            <a:extLst>
              <a:ext uri="{FF2B5EF4-FFF2-40B4-BE49-F238E27FC236}">
                <a16:creationId xmlns:a16="http://schemas.microsoft.com/office/drawing/2014/main" id="{99B487E9-E3B8-06FF-FD9C-2EF4103CFF6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40664" y="5887584"/>
            <a:ext cx="2544089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i="1" dirty="0">
                <a:solidFill>
                  <a:schemeClr val="tx2">
                    <a:lumMod val="60000"/>
                    <a:lumOff val="40000"/>
                  </a:schemeClr>
                </a:solidFill>
                <a:latin typeface="Courier New" charset="0"/>
              </a:rPr>
              <a:t>state</a:t>
            </a:r>
          </a:p>
        </p:txBody>
      </p:sp>
      <p:sp>
        <p:nvSpPr>
          <p:cNvPr id="33" name="Text Box 30">
            <a:extLst>
              <a:ext uri="{FF2B5EF4-FFF2-40B4-BE49-F238E27FC236}">
                <a16:creationId xmlns:a16="http://schemas.microsoft.com/office/drawing/2014/main" id="{FD39FF04-1D27-F406-31C2-810474E1C9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69223" y="5887584"/>
            <a:ext cx="2544089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i="1" dirty="0">
                <a:solidFill>
                  <a:schemeClr val="tx2">
                    <a:lumMod val="60000"/>
                    <a:lumOff val="40000"/>
                  </a:schemeClr>
                </a:solidFill>
                <a:latin typeface="Courier New" charset="0"/>
              </a:rPr>
              <a:t>state</a:t>
            </a:r>
          </a:p>
        </p:txBody>
      </p:sp>
      <p:sp>
        <p:nvSpPr>
          <p:cNvPr id="3" name="Text Box 27">
            <a:extLst>
              <a:ext uri="{FF2B5EF4-FFF2-40B4-BE49-F238E27FC236}">
                <a16:creationId xmlns:a16="http://schemas.microsoft.com/office/drawing/2014/main" id="{7F978721-1419-95B4-0B52-F67381C28F4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950306" y="3303197"/>
            <a:ext cx="4893071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sz="4000" b="1" dirty="0">
                <a:solidFill>
                  <a:srgbClr val="C00000"/>
                </a:solidFill>
              </a:rPr>
              <a:t>P(ACAATG)=0.0328</a:t>
            </a:r>
          </a:p>
        </p:txBody>
      </p:sp>
      <p:sp>
        <p:nvSpPr>
          <p:cNvPr id="30" name="Text Box 27">
            <a:extLst>
              <a:ext uri="{FF2B5EF4-FFF2-40B4-BE49-F238E27FC236}">
                <a16:creationId xmlns:a16="http://schemas.microsoft.com/office/drawing/2014/main" id="{87587020-C036-AB6E-03D5-49166B4E60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031172" y="6767677"/>
            <a:ext cx="4693914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sz="3200" dirty="0"/>
              <a:t>Multiple the probabilities!</a:t>
            </a:r>
          </a:p>
        </p:txBody>
      </p:sp>
    </p:spTree>
    <p:extLst>
      <p:ext uri="{BB962C8B-B14F-4D97-AF65-F5344CB8AC3E}">
        <p14:creationId xmlns:p14="http://schemas.microsoft.com/office/powerpoint/2010/main" val="11102313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0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B490C8-D388-F401-FB97-43158AC66C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3F0F912-BED6-66C9-913F-230B1F997CF5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C461379-3DD7-A737-C50A-4BEA84D577B2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38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06C4EF0-6532-5967-5771-D89AD70B5E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8675" y="458787"/>
            <a:ext cx="19441062" cy="738817"/>
          </a:xfrm>
        </p:spPr>
        <p:txBody>
          <a:bodyPr>
            <a:noAutofit/>
          </a:bodyPr>
          <a:lstStyle/>
          <a:p>
            <a:r>
              <a:rPr lang="en-US" sz="6000" dirty="0">
                <a:latin typeface="Raleway" pitchFamily="2" charset="77"/>
              </a:rPr>
              <a:t>A simple DNA HMM</a:t>
            </a:r>
          </a:p>
        </p:txBody>
      </p:sp>
      <p:sp>
        <p:nvSpPr>
          <p:cNvPr id="2" name="Text Box 6">
            <a:extLst>
              <a:ext uri="{FF2B5EF4-FFF2-40B4-BE49-F238E27FC236}">
                <a16:creationId xmlns:a16="http://schemas.microsoft.com/office/drawing/2014/main" id="{20362E1F-DF9C-5F44-3FF0-B21158DE442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4374" y="2003167"/>
            <a:ext cx="4267435" cy="2862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3600" dirty="0">
                <a:latin typeface="Courier New" charset="0"/>
              </a:rPr>
              <a:t>ACA</a:t>
            </a:r>
            <a:r>
              <a:rPr lang="en-US" sz="3600" dirty="0">
                <a:solidFill>
                  <a:srgbClr val="FF00FF"/>
                </a:solidFill>
                <a:latin typeface="Courier New" charset="0"/>
              </a:rPr>
              <a:t>---</a:t>
            </a:r>
            <a:r>
              <a:rPr lang="en-US" sz="3600" dirty="0">
                <a:latin typeface="Courier New" charset="0"/>
              </a:rPr>
              <a:t>ATG</a:t>
            </a:r>
          </a:p>
          <a:p>
            <a:r>
              <a:rPr lang="en-US" sz="3600" dirty="0">
                <a:latin typeface="Courier New" charset="0"/>
              </a:rPr>
              <a:t>TCA</a:t>
            </a:r>
            <a:r>
              <a:rPr lang="en-US" sz="3600" dirty="0">
                <a:solidFill>
                  <a:srgbClr val="FF00FF"/>
                </a:solidFill>
                <a:latin typeface="Courier New" charset="0"/>
              </a:rPr>
              <a:t>ACT</a:t>
            </a:r>
            <a:r>
              <a:rPr lang="en-US" sz="3600" dirty="0">
                <a:latin typeface="Courier New" charset="0"/>
              </a:rPr>
              <a:t>ATC</a:t>
            </a:r>
          </a:p>
          <a:p>
            <a:r>
              <a:rPr lang="en-US" sz="3600" dirty="0">
                <a:latin typeface="Courier New" charset="0"/>
              </a:rPr>
              <a:t>ACA</a:t>
            </a:r>
            <a:r>
              <a:rPr lang="en-US" sz="3600" dirty="0">
                <a:solidFill>
                  <a:srgbClr val="FF00FF"/>
                </a:solidFill>
                <a:latin typeface="Courier New" charset="0"/>
              </a:rPr>
              <a:t>C--</a:t>
            </a:r>
            <a:r>
              <a:rPr lang="en-US" sz="3600" dirty="0">
                <a:latin typeface="Courier New" charset="0"/>
              </a:rPr>
              <a:t>AGC</a:t>
            </a:r>
          </a:p>
          <a:p>
            <a:r>
              <a:rPr lang="en-US" sz="3600" dirty="0">
                <a:latin typeface="Courier New" charset="0"/>
              </a:rPr>
              <a:t>AGA</a:t>
            </a:r>
            <a:r>
              <a:rPr lang="en-US" sz="3600" dirty="0">
                <a:solidFill>
                  <a:srgbClr val="FF00FF"/>
                </a:solidFill>
                <a:latin typeface="Courier New" charset="0"/>
              </a:rPr>
              <a:t>---</a:t>
            </a:r>
            <a:r>
              <a:rPr lang="en-US" sz="3600" dirty="0">
                <a:latin typeface="Courier New" charset="0"/>
              </a:rPr>
              <a:t>ATC</a:t>
            </a:r>
          </a:p>
          <a:p>
            <a:r>
              <a:rPr lang="en-US" sz="3600" dirty="0">
                <a:latin typeface="Courier New" charset="0"/>
              </a:rPr>
              <a:t>ACC</a:t>
            </a:r>
            <a:r>
              <a:rPr lang="en-US" sz="3600" dirty="0">
                <a:solidFill>
                  <a:srgbClr val="FF00FF"/>
                </a:solidFill>
                <a:latin typeface="Courier New" charset="0"/>
              </a:rPr>
              <a:t>G--</a:t>
            </a:r>
            <a:r>
              <a:rPr lang="en-US" sz="3600" dirty="0">
                <a:latin typeface="Courier New" charset="0"/>
              </a:rPr>
              <a:t>ATC</a:t>
            </a:r>
            <a:endParaRPr lang="en-US" sz="4000" dirty="0">
              <a:latin typeface="Courier New" charset="0"/>
            </a:endParaRPr>
          </a:p>
        </p:txBody>
      </p:sp>
      <p:sp>
        <p:nvSpPr>
          <p:cNvPr id="4" name="Text Box 10">
            <a:extLst>
              <a:ext uri="{FF2B5EF4-FFF2-40B4-BE49-F238E27FC236}">
                <a16:creationId xmlns:a16="http://schemas.microsoft.com/office/drawing/2014/main" id="{02C81CE0-E4AD-69FA-F558-72056240D9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08774" y="7572756"/>
            <a:ext cx="2020062" cy="255454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b="1" dirty="0">
                <a:solidFill>
                  <a:srgbClr val="C00000"/>
                </a:solidFill>
                <a:latin typeface="Courier New" charset="0"/>
              </a:rPr>
              <a:t>A .8</a:t>
            </a:r>
          </a:p>
          <a:p>
            <a:r>
              <a:rPr lang="en-US" sz="4000" dirty="0">
                <a:latin typeface="Courier New" charset="0"/>
              </a:rPr>
              <a:t>C</a:t>
            </a:r>
          </a:p>
          <a:p>
            <a:r>
              <a:rPr lang="en-US" sz="4000" dirty="0">
                <a:latin typeface="Courier New" charset="0"/>
              </a:rPr>
              <a:t>G</a:t>
            </a:r>
          </a:p>
          <a:p>
            <a:r>
              <a:rPr lang="en-US" sz="4000" dirty="0">
                <a:latin typeface="Courier New" charset="0"/>
              </a:rPr>
              <a:t>T .2</a:t>
            </a:r>
          </a:p>
        </p:txBody>
      </p:sp>
      <p:sp>
        <p:nvSpPr>
          <p:cNvPr id="5" name="Text Box 11">
            <a:extLst>
              <a:ext uri="{FF2B5EF4-FFF2-40B4-BE49-F238E27FC236}">
                <a16:creationId xmlns:a16="http://schemas.microsoft.com/office/drawing/2014/main" id="{40B35813-E407-D3B8-F097-64F2BDE0B5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12447" y="7572756"/>
            <a:ext cx="2020062" cy="255454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dirty="0">
                <a:latin typeface="Courier New" charset="0"/>
              </a:rPr>
              <a:t>A</a:t>
            </a:r>
          </a:p>
          <a:p>
            <a:r>
              <a:rPr lang="en-US" sz="4000" b="1" dirty="0">
                <a:solidFill>
                  <a:srgbClr val="C00000"/>
                </a:solidFill>
                <a:latin typeface="Courier New" charset="0"/>
              </a:rPr>
              <a:t>C .8</a:t>
            </a:r>
          </a:p>
          <a:p>
            <a:r>
              <a:rPr lang="en-US" sz="4000" dirty="0">
                <a:latin typeface="Courier New" charset="0"/>
              </a:rPr>
              <a:t>G .2</a:t>
            </a:r>
          </a:p>
          <a:p>
            <a:r>
              <a:rPr lang="en-US" sz="4000" dirty="0">
                <a:latin typeface="Courier New" charset="0"/>
              </a:rPr>
              <a:t>T</a:t>
            </a:r>
          </a:p>
        </p:txBody>
      </p:sp>
      <p:sp>
        <p:nvSpPr>
          <p:cNvPr id="6" name="Text Box 13">
            <a:extLst>
              <a:ext uri="{FF2B5EF4-FFF2-40B4-BE49-F238E27FC236}">
                <a16:creationId xmlns:a16="http://schemas.microsoft.com/office/drawing/2014/main" id="{BFDC7C5F-6D0F-14EE-9AB2-3BAD828234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16120" y="7572756"/>
            <a:ext cx="2020062" cy="255454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dirty="0">
                <a:latin typeface="Courier New" charset="0"/>
              </a:rPr>
              <a:t>A .8</a:t>
            </a:r>
          </a:p>
          <a:p>
            <a:r>
              <a:rPr lang="en-US" sz="4000" b="1" dirty="0">
                <a:solidFill>
                  <a:srgbClr val="C00000"/>
                </a:solidFill>
                <a:latin typeface="Courier New" charset="0"/>
              </a:rPr>
              <a:t>C .2</a:t>
            </a:r>
          </a:p>
          <a:p>
            <a:r>
              <a:rPr lang="en-US" sz="4000" dirty="0">
                <a:latin typeface="Courier New" charset="0"/>
              </a:rPr>
              <a:t>G</a:t>
            </a:r>
          </a:p>
          <a:p>
            <a:r>
              <a:rPr lang="en-US" sz="4000" dirty="0">
                <a:latin typeface="Courier New" charset="0"/>
              </a:rPr>
              <a:t>T</a:t>
            </a:r>
          </a:p>
        </p:txBody>
      </p:sp>
      <p:sp>
        <p:nvSpPr>
          <p:cNvPr id="10" name="Text Box 15">
            <a:extLst>
              <a:ext uri="{FF2B5EF4-FFF2-40B4-BE49-F238E27FC236}">
                <a16:creationId xmlns:a16="http://schemas.microsoft.com/office/drawing/2014/main" id="{CFC60046-7BAC-D5BD-A4B3-9125B72305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950665" y="7542028"/>
            <a:ext cx="2020062" cy="255454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dirty="0">
                <a:latin typeface="Courier New" charset="0"/>
              </a:rPr>
              <a:t>A</a:t>
            </a:r>
          </a:p>
          <a:p>
            <a:r>
              <a:rPr lang="en-US" sz="4000" dirty="0">
                <a:latin typeface="Courier New" charset="0"/>
              </a:rPr>
              <a:t>C</a:t>
            </a:r>
          </a:p>
          <a:p>
            <a:r>
              <a:rPr lang="en-US" sz="4000" dirty="0">
                <a:latin typeface="Courier New" charset="0"/>
              </a:rPr>
              <a:t>G .2</a:t>
            </a:r>
          </a:p>
          <a:p>
            <a:r>
              <a:rPr lang="en-US" sz="4000" b="1" dirty="0">
                <a:solidFill>
                  <a:srgbClr val="C00000"/>
                </a:solidFill>
                <a:latin typeface="Courier New" charset="0"/>
              </a:rPr>
              <a:t>T .8</a:t>
            </a:r>
          </a:p>
        </p:txBody>
      </p:sp>
      <p:sp>
        <p:nvSpPr>
          <p:cNvPr id="11" name="Text Box 16">
            <a:extLst>
              <a:ext uri="{FF2B5EF4-FFF2-40B4-BE49-F238E27FC236}">
                <a16:creationId xmlns:a16="http://schemas.microsoft.com/office/drawing/2014/main" id="{F4924D45-A3EA-CD3C-8AA0-93A348C5479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254338" y="7605017"/>
            <a:ext cx="2020062" cy="255454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dirty="0">
                <a:latin typeface="Courier New" charset="0"/>
              </a:rPr>
              <a:t>A</a:t>
            </a:r>
          </a:p>
          <a:p>
            <a:r>
              <a:rPr lang="en-US" sz="4000" dirty="0">
                <a:latin typeface="Courier New" charset="0"/>
              </a:rPr>
              <a:t>C .8</a:t>
            </a:r>
          </a:p>
          <a:p>
            <a:r>
              <a:rPr lang="en-US" sz="4000" b="1" dirty="0">
                <a:solidFill>
                  <a:srgbClr val="C00000"/>
                </a:solidFill>
                <a:latin typeface="Courier New" charset="0"/>
              </a:rPr>
              <a:t>G .2</a:t>
            </a:r>
          </a:p>
          <a:p>
            <a:r>
              <a:rPr lang="en-US" sz="4000" dirty="0">
                <a:latin typeface="Courier New" charset="0"/>
              </a:rPr>
              <a:t>T</a:t>
            </a:r>
          </a:p>
        </p:txBody>
      </p:sp>
      <p:sp>
        <p:nvSpPr>
          <p:cNvPr id="12" name="Text Box 17">
            <a:extLst>
              <a:ext uri="{FF2B5EF4-FFF2-40B4-BE49-F238E27FC236}">
                <a16:creationId xmlns:a16="http://schemas.microsoft.com/office/drawing/2014/main" id="{16E04D02-31EB-F8BF-149B-588F0F0817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243156" y="3178039"/>
            <a:ext cx="2020062" cy="255454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dirty="0">
                <a:latin typeface="Courier New" charset="0"/>
              </a:rPr>
              <a:t>A .2</a:t>
            </a:r>
          </a:p>
          <a:p>
            <a:r>
              <a:rPr lang="en-US" sz="4000" dirty="0">
                <a:latin typeface="Courier New" charset="0"/>
              </a:rPr>
              <a:t>C .4</a:t>
            </a:r>
          </a:p>
          <a:p>
            <a:r>
              <a:rPr lang="en-US" sz="4000" b="1" dirty="0">
                <a:solidFill>
                  <a:srgbClr val="C00000"/>
                </a:solidFill>
                <a:latin typeface="Courier New" charset="0"/>
              </a:rPr>
              <a:t>G .2</a:t>
            </a:r>
          </a:p>
          <a:p>
            <a:r>
              <a:rPr lang="en-US" sz="4000" dirty="0">
                <a:latin typeface="Courier New" charset="0"/>
              </a:rPr>
              <a:t>T .2</a:t>
            </a:r>
          </a:p>
        </p:txBody>
      </p:sp>
      <p:sp>
        <p:nvSpPr>
          <p:cNvPr id="13" name="Line 18">
            <a:extLst>
              <a:ext uri="{FF2B5EF4-FFF2-40B4-BE49-F238E27FC236}">
                <a16:creationId xmlns:a16="http://schemas.microsoft.com/office/drawing/2014/main" id="{E43A04FE-4A8F-4D3E-A738-4D1490515F80}"/>
              </a:ext>
            </a:extLst>
          </p:cNvPr>
          <p:cNvSpPr>
            <a:spLocks noChangeShapeType="1"/>
          </p:cNvSpPr>
          <p:nvPr/>
        </p:nvSpPr>
        <p:spPr bwMode="auto">
          <a:xfrm>
            <a:off x="3237904" y="8893134"/>
            <a:ext cx="1040375" cy="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14" name="Text Box 20">
            <a:extLst>
              <a:ext uri="{FF2B5EF4-FFF2-40B4-BE49-F238E27FC236}">
                <a16:creationId xmlns:a16="http://schemas.microsoft.com/office/drawing/2014/main" id="{737D0F24-F503-FA2A-050D-277FEAA1A9B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84984" y="7995672"/>
            <a:ext cx="1621251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b="1" dirty="0">
                <a:solidFill>
                  <a:srgbClr val="C00000"/>
                </a:solidFill>
                <a:latin typeface="Courier New" charset="0"/>
              </a:rPr>
              <a:t>1.0</a:t>
            </a:r>
          </a:p>
        </p:txBody>
      </p:sp>
      <p:sp>
        <p:nvSpPr>
          <p:cNvPr id="15" name="Line 21">
            <a:extLst>
              <a:ext uri="{FF2B5EF4-FFF2-40B4-BE49-F238E27FC236}">
                <a16:creationId xmlns:a16="http://schemas.microsoft.com/office/drawing/2014/main" id="{1E5B8AF6-E5EB-0439-2909-24B324EE950F}"/>
              </a:ext>
            </a:extLst>
          </p:cNvPr>
          <p:cNvSpPr>
            <a:spLocks noChangeShapeType="1"/>
          </p:cNvSpPr>
          <p:nvPr/>
        </p:nvSpPr>
        <p:spPr bwMode="auto">
          <a:xfrm>
            <a:off x="6600541" y="8893134"/>
            <a:ext cx="1040375" cy="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 dirty="0"/>
          </a:p>
        </p:txBody>
      </p:sp>
      <p:sp>
        <p:nvSpPr>
          <p:cNvPr id="16" name="Text Box 22">
            <a:extLst>
              <a:ext uri="{FF2B5EF4-FFF2-40B4-BE49-F238E27FC236}">
                <a16:creationId xmlns:a16="http://schemas.microsoft.com/office/drawing/2014/main" id="{70EA461D-392A-51C9-1D9B-4378B7CB06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00109" y="7945819"/>
            <a:ext cx="1127514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b="1" dirty="0">
                <a:solidFill>
                  <a:srgbClr val="C00000"/>
                </a:solidFill>
                <a:latin typeface="Courier New" charset="0"/>
              </a:rPr>
              <a:t>1.0</a:t>
            </a:r>
          </a:p>
        </p:txBody>
      </p:sp>
      <p:sp>
        <p:nvSpPr>
          <p:cNvPr id="17" name="Line 23">
            <a:extLst>
              <a:ext uri="{FF2B5EF4-FFF2-40B4-BE49-F238E27FC236}">
                <a16:creationId xmlns:a16="http://schemas.microsoft.com/office/drawing/2014/main" id="{3D967970-D12D-0F17-54F5-11F866733BCE}"/>
              </a:ext>
            </a:extLst>
          </p:cNvPr>
          <p:cNvSpPr>
            <a:spLocks noChangeShapeType="1"/>
          </p:cNvSpPr>
          <p:nvPr/>
        </p:nvSpPr>
        <p:spPr bwMode="auto">
          <a:xfrm>
            <a:off x="9913482" y="8893134"/>
            <a:ext cx="1040375" cy="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18" name="Text Box 24">
            <a:extLst>
              <a:ext uri="{FF2B5EF4-FFF2-40B4-BE49-F238E27FC236}">
                <a16:creationId xmlns:a16="http://schemas.microsoft.com/office/drawing/2014/main" id="{6AE274B4-D001-B40E-610A-4223C4F062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873727" y="7954612"/>
            <a:ext cx="1248450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dirty="0">
                <a:latin typeface="Courier New" charset="0"/>
              </a:rPr>
              <a:t>.4</a:t>
            </a:r>
          </a:p>
        </p:txBody>
      </p:sp>
      <p:sp>
        <p:nvSpPr>
          <p:cNvPr id="19" name="Line 25">
            <a:extLst>
              <a:ext uri="{FF2B5EF4-FFF2-40B4-BE49-F238E27FC236}">
                <a16:creationId xmlns:a16="http://schemas.microsoft.com/office/drawing/2014/main" id="{83E2A83A-A537-75C6-505C-E0F4381CBCB1}"/>
              </a:ext>
            </a:extLst>
          </p:cNvPr>
          <p:cNvSpPr>
            <a:spLocks noChangeShapeType="1"/>
          </p:cNvSpPr>
          <p:nvPr/>
        </p:nvSpPr>
        <p:spPr bwMode="auto">
          <a:xfrm>
            <a:off x="16074057" y="8838270"/>
            <a:ext cx="1040375" cy="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20" name="Text Box 26">
            <a:extLst>
              <a:ext uri="{FF2B5EF4-FFF2-40B4-BE49-F238E27FC236}">
                <a16:creationId xmlns:a16="http://schemas.microsoft.com/office/drawing/2014/main" id="{BE489EED-D880-8013-09C3-2E76851AACE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811000" y="7995672"/>
            <a:ext cx="1621251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b="1" dirty="0">
                <a:solidFill>
                  <a:srgbClr val="C00000"/>
                </a:solidFill>
                <a:latin typeface="Courier New" charset="0"/>
              </a:rPr>
              <a:t>1.0</a:t>
            </a:r>
          </a:p>
        </p:txBody>
      </p:sp>
      <p:sp>
        <p:nvSpPr>
          <p:cNvPr id="21" name="Line 27">
            <a:extLst>
              <a:ext uri="{FF2B5EF4-FFF2-40B4-BE49-F238E27FC236}">
                <a16:creationId xmlns:a16="http://schemas.microsoft.com/office/drawing/2014/main" id="{27520DC7-9CC8-BE02-4A14-FB1BB1564EA8}"/>
              </a:ext>
            </a:extLst>
          </p:cNvPr>
          <p:cNvSpPr>
            <a:spLocks noChangeShapeType="1"/>
          </p:cNvSpPr>
          <p:nvPr/>
        </p:nvSpPr>
        <p:spPr bwMode="auto">
          <a:xfrm>
            <a:off x="12849481" y="8893134"/>
            <a:ext cx="1040375" cy="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22" name="Text Box 28">
            <a:extLst>
              <a:ext uri="{FF2B5EF4-FFF2-40B4-BE49-F238E27FC236}">
                <a16:creationId xmlns:a16="http://schemas.microsoft.com/office/drawing/2014/main" id="{C271CA3B-121A-5FA6-A393-F9E6D951E4D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996986" y="8006663"/>
            <a:ext cx="1621251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b="1" dirty="0">
                <a:solidFill>
                  <a:srgbClr val="C00000"/>
                </a:solidFill>
                <a:latin typeface="Courier New" charset="0"/>
              </a:rPr>
              <a:t>1.0</a:t>
            </a:r>
          </a:p>
        </p:txBody>
      </p:sp>
      <p:sp>
        <p:nvSpPr>
          <p:cNvPr id="23" name="Line 29">
            <a:extLst>
              <a:ext uri="{FF2B5EF4-FFF2-40B4-BE49-F238E27FC236}">
                <a16:creationId xmlns:a16="http://schemas.microsoft.com/office/drawing/2014/main" id="{D183EB88-5C08-73F8-1B37-535A4D40D64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339698" y="5813108"/>
            <a:ext cx="832300" cy="145652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24" name="Text Box 30">
            <a:extLst>
              <a:ext uri="{FF2B5EF4-FFF2-40B4-BE49-F238E27FC236}">
                <a16:creationId xmlns:a16="http://schemas.microsoft.com/office/drawing/2014/main" id="{199E0861-5FCA-82EE-56C1-CF0F068A74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15622" y="6007299"/>
            <a:ext cx="1248450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C00000"/>
                </a:solidFill>
                <a:latin typeface="Courier New" charset="0"/>
              </a:rPr>
              <a:t>.</a:t>
            </a:r>
            <a:r>
              <a:rPr lang="en-US" sz="4000" b="1" dirty="0">
                <a:solidFill>
                  <a:srgbClr val="C00000"/>
                </a:solidFill>
                <a:latin typeface="Courier New" charset="0"/>
              </a:rPr>
              <a:t>6</a:t>
            </a:r>
          </a:p>
        </p:txBody>
      </p:sp>
      <p:sp>
        <p:nvSpPr>
          <p:cNvPr id="25" name="Line 31">
            <a:extLst>
              <a:ext uri="{FF2B5EF4-FFF2-40B4-BE49-F238E27FC236}">
                <a16:creationId xmlns:a16="http://schemas.microsoft.com/office/drawing/2014/main" id="{55ACF51E-3137-7421-91CF-62A18F5F089A}"/>
              </a:ext>
            </a:extLst>
          </p:cNvPr>
          <p:cNvSpPr>
            <a:spLocks noChangeShapeType="1"/>
          </p:cNvSpPr>
          <p:nvPr/>
        </p:nvSpPr>
        <p:spPr bwMode="auto">
          <a:xfrm>
            <a:off x="11307291" y="5910748"/>
            <a:ext cx="624225" cy="145652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26" name="Text Box 32">
            <a:extLst>
              <a:ext uri="{FF2B5EF4-FFF2-40B4-BE49-F238E27FC236}">
                <a16:creationId xmlns:a16="http://schemas.microsoft.com/office/drawing/2014/main" id="{83068928-256D-3D16-3E5A-9F45E6B6A98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919577" y="6007299"/>
            <a:ext cx="1248450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b="1" dirty="0">
                <a:solidFill>
                  <a:srgbClr val="C00000"/>
                </a:solidFill>
                <a:latin typeface="Courier New" charset="0"/>
              </a:rPr>
              <a:t>.6</a:t>
            </a:r>
          </a:p>
        </p:txBody>
      </p:sp>
      <p:sp>
        <p:nvSpPr>
          <p:cNvPr id="27" name="Freeform 33">
            <a:extLst>
              <a:ext uri="{FF2B5EF4-FFF2-40B4-BE49-F238E27FC236}">
                <a16:creationId xmlns:a16="http://schemas.microsoft.com/office/drawing/2014/main" id="{246B97C8-520B-6E6A-5FF0-090D1FBAC540}"/>
              </a:ext>
            </a:extLst>
          </p:cNvPr>
          <p:cNvSpPr>
            <a:spLocks/>
          </p:cNvSpPr>
          <p:nvPr/>
        </p:nvSpPr>
        <p:spPr bwMode="auto">
          <a:xfrm>
            <a:off x="7961518" y="2147769"/>
            <a:ext cx="1621251" cy="2167448"/>
          </a:xfrm>
          <a:custGeom>
            <a:avLst/>
            <a:gdLst>
              <a:gd name="T0" fmla="*/ 253 w 374"/>
              <a:gd name="T1" fmla="*/ 500 h 500"/>
              <a:gd name="T2" fmla="*/ 27 w 374"/>
              <a:gd name="T3" fmla="*/ 430 h 500"/>
              <a:gd name="T4" fmla="*/ 9 w 374"/>
              <a:gd name="T5" fmla="*/ 378 h 500"/>
              <a:gd name="T6" fmla="*/ 0 w 374"/>
              <a:gd name="T7" fmla="*/ 352 h 500"/>
              <a:gd name="T8" fmla="*/ 9 w 374"/>
              <a:gd name="T9" fmla="*/ 196 h 500"/>
              <a:gd name="T10" fmla="*/ 70 w 374"/>
              <a:gd name="T11" fmla="*/ 100 h 500"/>
              <a:gd name="T12" fmla="*/ 200 w 374"/>
              <a:gd name="T13" fmla="*/ 4 h 500"/>
              <a:gd name="T14" fmla="*/ 287 w 374"/>
              <a:gd name="T15" fmla="*/ 13 h 500"/>
              <a:gd name="T16" fmla="*/ 348 w 374"/>
              <a:gd name="T17" fmla="*/ 74 h 500"/>
              <a:gd name="T18" fmla="*/ 374 w 374"/>
              <a:gd name="T19" fmla="*/ 117 h 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374" h="500">
                <a:moveTo>
                  <a:pt x="253" y="500"/>
                </a:moveTo>
                <a:cubicBezTo>
                  <a:pt x="181" y="480"/>
                  <a:pt x="89" y="473"/>
                  <a:pt x="27" y="430"/>
                </a:cubicBezTo>
                <a:cubicBezTo>
                  <a:pt x="21" y="412"/>
                  <a:pt x="15" y="395"/>
                  <a:pt x="9" y="378"/>
                </a:cubicBezTo>
                <a:cubicBezTo>
                  <a:pt x="6" y="369"/>
                  <a:pt x="0" y="352"/>
                  <a:pt x="0" y="352"/>
                </a:cubicBezTo>
                <a:cubicBezTo>
                  <a:pt x="3" y="300"/>
                  <a:pt x="3" y="247"/>
                  <a:pt x="9" y="196"/>
                </a:cubicBezTo>
                <a:cubicBezTo>
                  <a:pt x="12" y="163"/>
                  <a:pt x="61" y="110"/>
                  <a:pt x="70" y="100"/>
                </a:cubicBezTo>
                <a:cubicBezTo>
                  <a:pt x="114" y="46"/>
                  <a:pt x="131" y="18"/>
                  <a:pt x="200" y="4"/>
                </a:cubicBezTo>
                <a:cubicBezTo>
                  <a:pt x="229" y="7"/>
                  <a:pt x="260" y="0"/>
                  <a:pt x="287" y="13"/>
                </a:cubicBezTo>
                <a:cubicBezTo>
                  <a:pt x="312" y="25"/>
                  <a:pt x="348" y="74"/>
                  <a:pt x="348" y="74"/>
                </a:cubicBezTo>
                <a:cubicBezTo>
                  <a:pt x="359" y="107"/>
                  <a:pt x="350" y="93"/>
                  <a:pt x="374" y="117"/>
                </a:cubicBezTo>
              </a:path>
            </a:pathLst>
          </a:custGeom>
          <a:noFill/>
          <a:ln w="2857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28" name="Text Box 34">
            <a:extLst>
              <a:ext uri="{FF2B5EF4-FFF2-40B4-BE49-F238E27FC236}">
                <a16:creationId xmlns:a16="http://schemas.microsoft.com/office/drawing/2014/main" id="{7C92DCE2-FDFD-7C0E-243F-E2D9C59FD8F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63866" y="2182920"/>
            <a:ext cx="1248450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dirty="0">
                <a:latin typeface="Courier New" charset="0"/>
              </a:rPr>
              <a:t>.4</a:t>
            </a:r>
          </a:p>
        </p:txBody>
      </p:sp>
      <p:sp>
        <p:nvSpPr>
          <p:cNvPr id="29" name="Text Box 35">
            <a:extLst>
              <a:ext uri="{FF2B5EF4-FFF2-40B4-BE49-F238E27FC236}">
                <a16:creationId xmlns:a16="http://schemas.microsoft.com/office/drawing/2014/main" id="{625BAC02-1C1E-4FCB-B329-A6A2C7627D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02930" y="7556742"/>
            <a:ext cx="1647261" cy="255454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b="1" dirty="0">
                <a:solidFill>
                  <a:srgbClr val="C00000"/>
                </a:solidFill>
                <a:latin typeface="Courier New" charset="0"/>
              </a:rPr>
              <a:t>A 1</a:t>
            </a:r>
          </a:p>
          <a:p>
            <a:r>
              <a:rPr lang="en-US" sz="4000" dirty="0">
                <a:latin typeface="Courier New" charset="0"/>
              </a:rPr>
              <a:t>C </a:t>
            </a:r>
          </a:p>
          <a:p>
            <a:r>
              <a:rPr lang="en-US" sz="4000" dirty="0">
                <a:latin typeface="Courier New" charset="0"/>
              </a:rPr>
              <a:t>G</a:t>
            </a:r>
          </a:p>
          <a:p>
            <a:r>
              <a:rPr lang="en-US" sz="4000" dirty="0">
                <a:latin typeface="Courier New" charset="0"/>
              </a:rPr>
              <a:t>T</a:t>
            </a:r>
          </a:p>
        </p:txBody>
      </p:sp>
      <p:sp>
        <p:nvSpPr>
          <p:cNvPr id="32" name="Text Box 30">
            <a:extLst>
              <a:ext uri="{FF2B5EF4-FFF2-40B4-BE49-F238E27FC236}">
                <a16:creationId xmlns:a16="http://schemas.microsoft.com/office/drawing/2014/main" id="{42EAFEFF-6B42-37B1-7C90-FDAB6899B3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40664" y="5887584"/>
            <a:ext cx="2544089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4000" i="1" dirty="0">
                <a:solidFill>
                  <a:schemeClr val="tx2">
                    <a:lumMod val="60000"/>
                    <a:lumOff val="40000"/>
                  </a:schemeClr>
                </a:solidFill>
                <a:latin typeface="Courier New" charset="0"/>
              </a:rPr>
              <a:t>state</a:t>
            </a:r>
          </a:p>
        </p:txBody>
      </p:sp>
      <p:sp>
        <p:nvSpPr>
          <p:cNvPr id="3" name="Text Box 27">
            <a:extLst>
              <a:ext uri="{FF2B5EF4-FFF2-40B4-BE49-F238E27FC236}">
                <a16:creationId xmlns:a16="http://schemas.microsoft.com/office/drawing/2014/main" id="{840BC559-036F-49E8-F367-232A7F526A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950306" y="3303197"/>
            <a:ext cx="4893071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sz="4000" dirty="0"/>
              <a:t>P(ACAATG)=0.0328</a:t>
            </a:r>
          </a:p>
        </p:txBody>
      </p:sp>
      <p:sp>
        <p:nvSpPr>
          <p:cNvPr id="31" name="Text Box 27">
            <a:extLst>
              <a:ext uri="{FF2B5EF4-FFF2-40B4-BE49-F238E27FC236}">
                <a16:creationId xmlns:a16="http://schemas.microsoft.com/office/drawing/2014/main" id="{EDAF666B-60CE-521D-1E28-4A12AF8A431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931593" y="4073145"/>
            <a:ext cx="4978029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sz="4000" b="1" dirty="0">
                <a:solidFill>
                  <a:srgbClr val="C00000"/>
                </a:solidFill>
              </a:rPr>
              <a:t>P(ACCGATC)=0.006</a:t>
            </a:r>
          </a:p>
        </p:txBody>
      </p:sp>
      <p:sp>
        <p:nvSpPr>
          <p:cNvPr id="34" name="Line 18">
            <a:extLst>
              <a:ext uri="{FF2B5EF4-FFF2-40B4-BE49-F238E27FC236}">
                <a16:creationId xmlns:a16="http://schemas.microsoft.com/office/drawing/2014/main" id="{4025889C-4EF1-B0A7-E177-DF106A093F1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128836" y="4456461"/>
            <a:ext cx="675068" cy="24102"/>
          </a:xfrm>
          <a:prstGeom prst="line">
            <a:avLst/>
          </a:prstGeom>
          <a:noFill/>
          <a:ln w="38100">
            <a:solidFill>
              <a:srgbClr val="C00000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35" name="Text Box 27">
            <a:extLst>
              <a:ext uri="{FF2B5EF4-FFF2-40B4-BE49-F238E27FC236}">
                <a16:creationId xmlns:a16="http://schemas.microsoft.com/office/drawing/2014/main" id="{AC1B0612-A738-2B86-9D67-C2D9C3F25E1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031172" y="6767677"/>
            <a:ext cx="4693914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sz="3200" dirty="0"/>
              <a:t>Multiple the probabilities!</a:t>
            </a:r>
          </a:p>
        </p:txBody>
      </p:sp>
    </p:spTree>
    <p:extLst>
      <p:ext uri="{BB962C8B-B14F-4D97-AF65-F5344CB8AC3E}">
        <p14:creationId xmlns:p14="http://schemas.microsoft.com/office/powerpoint/2010/main" val="354029809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5CC771-2405-5C14-F951-C90730A476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0051C01-EDD3-ACBA-E3E5-57734C301F4F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69CFFD8-0BE6-372C-CB5F-12F348CE8A32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39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EC23ADB0-1278-8834-0B6B-2ED4044DED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8675" y="458787"/>
            <a:ext cx="19441062" cy="738817"/>
          </a:xfrm>
        </p:spPr>
        <p:txBody>
          <a:bodyPr>
            <a:noAutofit/>
          </a:bodyPr>
          <a:lstStyle/>
          <a:p>
            <a:r>
              <a:rPr lang="en-US" sz="6000" u="sng" dirty="0">
                <a:latin typeface="Raleway" pitchFamily="2" charset="77"/>
              </a:rPr>
              <a:t>H</a:t>
            </a:r>
            <a:r>
              <a:rPr lang="en-US" sz="6000" dirty="0">
                <a:latin typeface="Raleway" pitchFamily="2" charset="77"/>
              </a:rPr>
              <a:t>idden </a:t>
            </a:r>
            <a:r>
              <a:rPr lang="en-US" sz="6000" u="sng" dirty="0">
                <a:latin typeface="Raleway" pitchFamily="2" charset="77"/>
              </a:rPr>
              <a:t>M</a:t>
            </a:r>
            <a:r>
              <a:rPr lang="en-US" sz="6000" dirty="0">
                <a:latin typeface="Raleway" pitchFamily="2" charset="77"/>
              </a:rPr>
              <a:t>arkov </a:t>
            </a:r>
            <a:r>
              <a:rPr lang="en-US" sz="6000" u="sng" dirty="0">
                <a:latin typeface="Raleway" pitchFamily="2" charset="77"/>
              </a:rPr>
              <a:t>M</a:t>
            </a:r>
            <a:r>
              <a:rPr lang="en-US" sz="6000" dirty="0">
                <a:latin typeface="Raleway" pitchFamily="2" charset="77"/>
              </a:rPr>
              <a:t>odels (HMMs)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A14DAE9-84EE-11B3-CD5E-07F042837280}"/>
              </a:ext>
            </a:extLst>
          </p:cNvPr>
          <p:cNvSpPr txBox="1"/>
          <p:nvPr/>
        </p:nvSpPr>
        <p:spPr>
          <a:xfrm>
            <a:off x="1246092" y="2504024"/>
            <a:ext cx="17826228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buNone/>
            </a:pPr>
            <a:r>
              <a:rPr lang="en-CA" sz="3200" b="0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 </a:t>
            </a:r>
            <a:r>
              <a:rPr lang="en-CA" sz="3200" b="1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Markov model </a:t>
            </a:r>
            <a:r>
              <a:rPr lang="en-CA" sz="3200" b="0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describes a system that moves between a finite set of </a:t>
            </a:r>
            <a:r>
              <a:rPr lang="en-CA" sz="3200" b="1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states</a:t>
            </a:r>
            <a:r>
              <a:rPr lang="en-CA" sz="3200" b="0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where the probability of the next state depends only on the current one. </a:t>
            </a:r>
          </a:p>
          <a:p>
            <a:pPr algn="l">
              <a:spcAft>
                <a:spcPts val="1200"/>
              </a:spcAft>
              <a:buNone/>
            </a:pPr>
            <a:r>
              <a:rPr lang="en-CA" sz="3200" b="0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In a </a:t>
            </a:r>
            <a:r>
              <a:rPr lang="en-CA" sz="3200" b="1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hidden</a:t>
            </a:r>
            <a:r>
              <a:rPr lang="en-CA" sz="3200" b="0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Markov model, we don't directly observe the states. We only observe a sequence of symbols (here, nucleotides or amino acids) that each state </a:t>
            </a:r>
            <a:r>
              <a:rPr lang="en-CA" sz="3200" b="0" i="1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emits</a:t>
            </a:r>
            <a:r>
              <a:rPr lang="en-CA" sz="3200" b="0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according to its own emission probability distribution. </a:t>
            </a:r>
          </a:p>
          <a:p>
            <a:pPr algn="l">
              <a:spcAft>
                <a:spcPts val="1200"/>
              </a:spcAft>
              <a:buNone/>
            </a:pPr>
            <a:r>
              <a:rPr lang="en-CA" sz="3200" b="0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The task is to infer the hidden path of states that most plausibly explains the observed sequence.</a:t>
            </a:r>
          </a:p>
        </p:txBody>
      </p:sp>
      <p:pic>
        <p:nvPicPr>
          <p:cNvPr id="4" name="Picture 3" descr="A black stick on a white background&#10;&#10;AI-generated content may be incorrect.">
            <a:extLst>
              <a:ext uri="{FF2B5EF4-FFF2-40B4-BE49-F238E27FC236}">
                <a16:creationId xmlns:a16="http://schemas.microsoft.com/office/drawing/2014/main" id="{ADBC4CAE-0021-C72A-D21F-53ECC53E24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6092" y="6843176"/>
            <a:ext cx="5566252" cy="1587592"/>
          </a:xfrm>
          <a:prstGeom prst="rect">
            <a:avLst/>
          </a:prstGeom>
        </p:spPr>
      </p:pic>
      <p:pic>
        <p:nvPicPr>
          <p:cNvPr id="6" name="Picture 5" descr="A diagram of a diagram&#10;&#10;AI-generated content may be incorrect.">
            <a:extLst>
              <a:ext uri="{FF2B5EF4-FFF2-40B4-BE49-F238E27FC236}">
                <a16:creationId xmlns:a16="http://schemas.microsoft.com/office/drawing/2014/main" id="{956E2AEE-0719-D38B-D5C1-BBC14D3A22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61366" y="6101334"/>
            <a:ext cx="9138698" cy="3954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697486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EAF465-FBAF-C335-7997-47D875714A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653DAFB-6B18-99F3-910A-5DB597FC7282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24C0FC6-99CE-B89B-9F75-C5EEE8CCBB93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40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EB5F8B3-0A3D-2F49-978F-7A3C758422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8675" y="458787"/>
            <a:ext cx="19441062" cy="738817"/>
          </a:xfrm>
        </p:spPr>
        <p:txBody>
          <a:bodyPr>
            <a:noAutofit/>
          </a:bodyPr>
          <a:lstStyle/>
          <a:p>
            <a:r>
              <a:rPr lang="en-US" sz="6000" u="sng" dirty="0">
                <a:latin typeface="Raleway" pitchFamily="2" charset="77"/>
              </a:rPr>
              <a:t>H</a:t>
            </a:r>
            <a:r>
              <a:rPr lang="en-US" sz="6000" dirty="0">
                <a:latin typeface="Raleway" pitchFamily="2" charset="77"/>
              </a:rPr>
              <a:t>idden </a:t>
            </a:r>
            <a:r>
              <a:rPr lang="en-US" sz="6000" u="sng" dirty="0">
                <a:latin typeface="Raleway" pitchFamily="2" charset="77"/>
              </a:rPr>
              <a:t>M</a:t>
            </a:r>
            <a:r>
              <a:rPr lang="en-US" sz="6000" dirty="0">
                <a:latin typeface="Raleway" pitchFamily="2" charset="77"/>
              </a:rPr>
              <a:t>arkov </a:t>
            </a:r>
            <a:r>
              <a:rPr lang="en-US" sz="6000" u="sng" dirty="0">
                <a:latin typeface="Raleway" pitchFamily="2" charset="77"/>
              </a:rPr>
              <a:t>M</a:t>
            </a:r>
            <a:r>
              <a:rPr lang="en-US" sz="6000" dirty="0">
                <a:latin typeface="Raleway" pitchFamily="2" charset="77"/>
              </a:rPr>
              <a:t>odels (HMMs)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7F95B0-30C8-842D-23AC-742B54A677F9}"/>
              </a:ext>
            </a:extLst>
          </p:cNvPr>
          <p:cNvSpPr txBox="1"/>
          <p:nvPr/>
        </p:nvSpPr>
        <p:spPr>
          <a:xfrm>
            <a:off x="1246092" y="2504024"/>
            <a:ext cx="17826228" cy="69634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buNone/>
            </a:pPr>
            <a:r>
              <a:rPr lang="en-CA" sz="3200" b="0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 </a:t>
            </a:r>
            <a:r>
              <a:rPr lang="en-CA" sz="3200" b="1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Markov model </a:t>
            </a:r>
            <a:r>
              <a:rPr lang="en-CA" sz="3200" b="0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describes a system that moves between a finite set of </a:t>
            </a:r>
            <a:r>
              <a:rPr lang="en-CA" sz="3200" b="1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states</a:t>
            </a:r>
            <a:r>
              <a:rPr lang="en-CA" sz="3200" b="0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where the probability of the next state depends only on the current one. </a:t>
            </a:r>
          </a:p>
          <a:p>
            <a:pPr algn="l">
              <a:spcAft>
                <a:spcPts val="1200"/>
              </a:spcAft>
              <a:buNone/>
            </a:pPr>
            <a:r>
              <a:rPr lang="en-CA" sz="3200" b="0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In a </a:t>
            </a:r>
            <a:r>
              <a:rPr lang="en-CA" sz="3200" b="1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hidden</a:t>
            </a:r>
            <a:r>
              <a:rPr lang="en-CA" sz="3200" b="0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Markov model, we don't directly observe the states. We only observe a sequence of symbols (here, nucleotides or amino acids) that each state </a:t>
            </a:r>
            <a:r>
              <a:rPr lang="en-CA" sz="3200" b="0" i="1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emits</a:t>
            </a:r>
            <a:r>
              <a:rPr lang="en-CA" sz="3200" b="0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according to its own emission probability distribution. </a:t>
            </a:r>
          </a:p>
          <a:p>
            <a:pPr algn="l">
              <a:spcAft>
                <a:spcPts val="1200"/>
              </a:spcAft>
              <a:buNone/>
            </a:pPr>
            <a:r>
              <a:rPr lang="en-CA" sz="3200" b="0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The task is to infer the hidden path of states that most plausibly explains the observed sequence.</a:t>
            </a:r>
          </a:p>
          <a:p>
            <a:pPr algn="l">
              <a:spcAft>
                <a:spcPts val="1200"/>
              </a:spcAft>
              <a:buNone/>
            </a:pPr>
            <a:endParaRPr lang="en-CA" sz="3200" b="0" i="0" dirty="0">
              <a:solidFill>
                <a:srgbClr val="202422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>
              <a:spcAft>
                <a:spcPts val="1200"/>
              </a:spcAft>
              <a:buNone/>
            </a:pPr>
            <a:r>
              <a:rPr lang="en-CA" sz="3200" b="0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An HMM is fully specified by:</a:t>
            </a:r>
          </a:p>
          <a:p>
            <a:pPr marL="514350" indent="-514350" algn="l">
              <a:spcAft>
                <a:spcPts val="450"/>
              </a:spcAft>
              <a:buFont typeface="+mj-lt"/>
              <a:buAutoNum type="arabicPeriod"/>
            </a:pPr>
            <a:r>
              <a:rPr lang="en-CA" sz="3200" b="0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 set of hidden states.</a:t>
            </a:r>
            <a:endParaRPr lang="en-CA" sz="3200" b="1" i="0" dirty="0">
              <a:solidFill>
                <a:srgbClr val="202422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indent="-514350" algn="l">
              <a:spcAft>
                <a:spcPts val="450"/>
              </a:spcAft>
              <a:buFont typeface="+mj-lt"/>
              <a:buAutoNum type="arabicPeriod"/>
            </a:pPr>
            <a:r>
              <a:rPr lang="en-CA" sz="3200" b="1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Transition probabilities</a:t>
            </a:r>
            <a:r>
              <a:rPr lang="en-CA" sz="3200" b="0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between states.</a:t>
            </a:r>
          </a:p>
          <a:p>
            <a:pPr marL="514350" indent="-514350" algn="l">
              <a:spcAft>
                <a:spcPts val="450"/>
              </a:spcAft>
              <a:buFont typeface="+mj-lt"/>
              <a:buAutoNum type="arabicPeriod"/>
            </a:pPr>
            <a:r>
              <a:rPr lang="en-CA" sz="3200" b="1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Emission probabilities </a:t>
            </a:r>
            <a:r>
              <a:rPr lang="en-CA" sz="3200" b="0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for each state, the probability of emitting each possible symbol.</a:t>
            </a:r>
          </a:p>
          <a:p>
            <a:pPr marL="514350" indent="-514350" algn="l">
              <a:spcAft>
                <a:spcPts val="450"/>
              </a:spcAft>
              <a:buFont typeface="+mj-lt"/>
              <a:buAutoNum type="arabicPeriod"/>
            </a:pPr>
            <a:r>
              <a:rPr lang="en-CA" sz="3200" b="0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Initial (start) state probabilities.</a:t>
            </a:r>
          </a:p>
        </p:txBody>
      </p:sp>
    </p:spTree>
    <p:extLst>
      <p:ext uri="{BB962C8B-B14F-4D97-AF65-F5344CB8AC3E}">
        <p14:creationId xmlns:p14="http://schemas.microsoft.com/office/powerpoint/2010/main" val="31985611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13BD27-8559-9DD6-21B7-D58DB0CA8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8CBB98-96D1-12DD-4019-6F1E9D1CB440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B334B28-5293-9017-85A2-166CCCCBA221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41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6AF6FBC-D002-E255-DFAF-394DB930F5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8675" y="458787"/>
            <a:ext cx="19441062" cy="738817"/>
          </a:xfrm>
        </p:spPr>
        <p:txBody>
          <a:bodyPr>
            <a:noAutofit/>
          </a:bodyPr>
          <a:lstStyle/>
          <a:p>
            <a:r>
              <a:rPr lang="en-US" sz="6000" u="sng" dirty="0">
                <a:latin typeface="Raleway" pitchFamily="2" charset="77"/>
              </a:rPr>
              <a:t>H</a:t>
            </a:r>
            <a:r>
              <a:rPr lang="en-US" sz="6000" dirty="0">
                <a:latin typeface="Raleway" pitchFamily="2" charset="77"/>
              </a:rPr>
              <a:t>idden </a:t>
            </a:r>
            <a:r>
              <a:rPr lang="en-US" sz="6000" u="sng" dirty="0">
                <a:latin typeface="Raleway" pitchFamily="2" charset="77"/>
              </a:rPr>
              <a:t>M</a:t>
            </a:r>
            <a:r>
              <a:rPr lang="en-US" sz="6000" dirty="0">
                <a:latin typeface="Raleway" pitchFamily="2" charset="77"/>
              </a:rPr>
              <a:t>arkov </a:t>
            </a:r>
            <a:r>
              <a:rPr lang="en-US" sz="6000" u="sng" dirty="0">
                <a:latin typeface="Raleway" pitchFamily="2" charset="77"/>
              </a:rPr>
              <a:t>M</a:t>
            </a:r>
            <a:r>
              <a:rPr lang="en-US" sz="6000" dirty="0">
                <a:latin typeface="Raleway" pitchFamily="2" charset="77"/>
              </a:rPr>
              <a:t>odels (HMMs)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30E61E5-4D94-9275-5693-9089202DACC2}"/>
              </a:ext>
            </a:extLst>
          </p:cNvPr>
          <p:cNvSpPr txBox="1"/>
          <p:nvPr/>
        </p:nvSpPr>
        <p:spPr>
          <a:xfrm>
            <a:off x="1246092" y="2504024"/>
            <a:ext cx="17826228" cy="69634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buNone/>
            </a:pPr>
            <a:r>
              <a:rPr lang="en-CA" sz="3200" b="0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 </a:t>
            </a:r>
            <a:r>
              <a:rPr lang="en-CA" sz="3200" b="1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Markov model </a:t>
            </a:r>
            <a:r>
              <a:rPr lang="en-CA" sz="3200" b="0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describes a system that moves between a finite set of </a:t>
            </a:r>
            <a:r>
              <a:rPr lang="en-CA" sz="3200" b="1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states</a:t>
            </a:r>
            <a:r>
              <a:rPr lang="en-CA" sz="3200" b="0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where the probability of the next state depends only on the current one. </a:t>
            </a:r>
          </a:p>
          <a:p>
            <a:pPr algn="l">
              <a:spcAft>
                <a:spcPts val="1200"/>
              </a:spcAft>
              <a:buNone/>
            </a:pPr>
            <a:r>
              <a:rPr lang="en-CA" sz="3200" b="0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In a </a:t>
            </a:r>
            <a:r>
              <a:rPr lang="en-CA" sz="3200" b="1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hidden</a:t>
            </a:r>
            <a:r>
              <a:rPr lang="en-CA" sz="3200" b="0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Markov model, we don't directly observe the states. We only observe a sequence of symbols (here, nucleotides or amino acids) that each state </a:t>
            </a:r>
            <a:r>
              <a:rPr lang="en-CA" sz="3200" b="0" i="1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emits</a:t>
            </a:r>
            <a:r>
              <a:rPr lang="en-CA" sz="3200" b="0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according to its own emission probability distribution. </a:t>
            </a:r>
          </a:p>
          <a:p>
            <a:pPr algn="l">
              <a:spcAft>
                <a:spcPts val="1200"/>
              </a:spcAft>
              <a:buNone/>
            </a:pPr>
            <a:r>
              <a:rPr lang="en-CA" sz="3200" b="0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The task is to infer the hidden path of states that most plausibly explains the observed sequence.</a:t>
            </a:r>
          </a:p>
          <a:p>
            <a:pPr algn="l">
              <a:spcAft>
                <a:spcPts val="1200"/>
              </a:spcAft>
              <a:buNone/>
            </a:pPr>
            <a:endParaRPr lang="en-CA" sz="3200" b="0" i="0" dirty="0">
              <a:solidFill>
                <a:srgbClr val="202422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>
              <a:spcAft>
                <a:spcPts val="1200"/>
              </a:spcAft>
              <a:buNone/>
            </a:pPr>
            <a:r>
              <a:rPr lang="en-CA" sz="3200" b="0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An HMM is fully specified by:</a:t>
            </a:r>
          </a:p>
          <a:p>
            <a:pPr marL="514350" indent="-514350" algn="l">
              <a:spcAft>
                <a:spcPts val="450"/>
              </a:spcAft>
              <a:buFont typeface="+mj-lt"/>
              <a:buAutoNum type="arabicPeriod"/>
            </a:pPr>
            <a:r>
              <a:rPr lang="en-CA" sz="3200" b="0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 set of hidden states.</a:t>
            </a:r>
            <a:endParaRPr lang="en-CA" sz="3200" b="1" i="0" dirty="0">
              <a:solidFill>
                <a:srgbClr val="202422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indent="-514350" algn="l">
              <a:spcAft>
                <a:spcPts val="450"/>
              </a:spcAft>
              <a:buFont typeface="+mj-lt"/>
              <a:buAutoNum type="arabicPeriod"/>
            </a:pPr>
            <a:r>
              <a:rPr lang="en-CA" sz="3200" b="1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Transition probabilities</a:t>
            </a:r>
            <a:r>
              <a:rPr lang="en-CA" sz="3200" b="0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between states.</a:t>
            </a:r>
          </a:p>
          <a:p>
            <a:pPr marL="514350" indent="-514350" algn="l">
              <a:spcAft>
                <a:spcPts val="450"/>
              </a:spcAft>
              <a:buFont typeface="+mj-lt"/>
              <a:buAutoNum type="arabicPeriod"/>
            </a:pPr>
            <a:r>
              <a:rPr lang="en-CA" sz="3200" b="1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Emission probabilities </a:t>
            </a:r>
            <a:r>
              <a:rPr lang="en-CA" sz="3200" b="0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for each state</a:t>
            </a:r>
          </a:p>
          <a:p>
            <a:pPr marL="514350" indent="-514350" algn="l">
              <a:spcAft>
                <a:spcPts val="450"/>
              </a:spcAft>
              <a:buFont typeface="+mj-lt"/>
              <a:buAutoNum type="arabicPeriod"/>
            </a:pPr>
            <a:r>
              <a:rPr lang="en-CA" sz="3200" b="0" i="0" dirty="0">
                <a:solidFill>
                  <a:srgbClr val="2024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Initial (start) state probabilities.</a:t>
            </a:r>
          </a:p>
        </p:txBody>
      </p:sp>
      <p:pic>
        <p:nvPicPr>
          <p:cNvPr id="4" name="Picture 3" descr="A diagram of a diagram&#10;&#10;AI-generated content may be incorrect.">
            <a:extLst>
              <a:ext uri="{FF2B5EF4-FFF2-40B4-BE49-F238E27FC236}">
                <a16:creationId xmlns:a16="http://schemas.microsoft.com/office/drawing/2014/main" id="{6815141F-EAD3-B885-61D7-7CBE464ABF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59206" y="5762756"/>
            <a:ext cx="9348204" cy="4034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07694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27EDB5-65B1-D724-E02C-F200F267C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FC5E536-D7C6-6FD6-74F0-A4F26E9FBA83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E40B5C2-CC02-6FAE-C01C-26C898D817C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42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53C113E-CDC2-C4F7-6776-7444989B57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8675" y="458787"/>
            <a:ext cx="19441062" cy="738817"/>
          </a:xfrm>
        </p:spPr>
        <p:txBody>
          <a:bodyPr>
            <a:noAutofit/>
          </a:bodyPr>
          <a:lstStyle/>
          <a:p>
            <a:r>
              <a:rPr lang="en-US" sz="6000" dirty="0" err="1">
                <a:latin typeface="Raleway" pitchFamily="2" charset="77"/>
              </a:rPr>
              <a:t>Pfam</a:t>
            </a:r>
            <a:r>
              <a:rPr lang="en-US" sz="6000" dirty="0">
                <a:latin typeface="Raleway" pitchFamily="2" charset="77"/>
              </a:rPr>
              <a:t> Iron Hydrogenase HMM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BF73A92-21D6-3F7A-98EA-E0D55632E0FA}"/>
              </a:ext>
            </a:extLst>
          </p:cNvPr>
          <p:cNvSpPr txBox="1"/>
          <p:nvPr/>
        </p:nvSpPr>
        <p:spPr>
          <a:xfrm>
            <a:off x="711008" y="2049506"/>
            <a:ext cx="21962192" cy="8402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/>
                <a:cs typeface="Courier New"/>
              </a:rPr>
              <a:t>D9QTQ6_ACEAZ/525-580       MDV--KAKRAEALYQTD---KA-NTI--RKSHENPQIIKLYE---D----YL-GE-P-L-----SSDSHHLLHTSYQER</a:t>
            </a:r>
          </a:p>
          <a:p>
            <a:r>
              <a:rPr lang="en-US" dirty="0">
                <a:latin typeface="Courier New"/>
                <a:cs typeface="Courier New"/>
              </a:rPr>
              <a:t>E3DPJ1_HALPG/515-570       NEK--KEKRGSGLSNID---DS-SKI--RKSHENPQIIKLYE---E----FL-GE-P-L-----GGESHHLLHTKYKAR</a:t>
            </a:r>
          </a:p>
          <a:p>
            <a:r>
              <a:rPr lang="en-US" dirty="0">
                <a:latin typeface="Courier New"/>
                <a:cs typeface="Courier New"/>
              </a:rPr>
              <a:t>E4RJ60_HALHG/516-571       YEK--KVKRGVGLSGID---DK-SAV--RKSHKNPQVIKLYK---E----FL-GK-P-L-----SGESHHLLHTTYKSR</a:t>
            </a:r>
          </a:p>
          <a:p>
            <a:r>
              <a:rPr lang="en-US" dirty="0">
                <a:latin typeface="Courier New"/>
                <a:cs typeface="Courier New"/>
              </a:rPr>
              <a:t>Q0AVN1_SYNWW/44-102        DDY--IAKRAAGLYTLD---ES-MAI--RKSHENPEVIQIYQ---D----FL--S-P-GKLECVSPKAHHLLHTKYGQ-</a:t>
            </a:r>
          </a:p>
          <a:p>
            <a:r>
              <a:rPr lang="en-US" dirty="0">
                <a:latin typeface="Courier New"/>
                <a:cs typeface="Courier New"/>
              </a:rPr>
              <a:t>D7CNL1_SYNLT/44-102        DDY--IAKRAQGLYTLD---EK-MTI--RKSHENPEIIQLYK---D----FL--S-P-GEVKPMSEKAHHLLHTRYGQ-</a:t>
            </a:r>
          </a:p>
          <a:p>
            <a:r>
              <a:rPr lang="en-US" dirty="0">
                <a:latin typeface="Courier New"/>
                <a:cs typeface="Courier New"/>
              </a:rPr>
              <a:t>L0KCP1_HALHC/517-572       KEI--KAKRGQGLYNID---QS-DKI--RKSHENPEIKKLYE---D----FL-GA-P-L-----SEKAHHLLHTNYQKR</a:t>
            </a:r>
          </a:p>
          <a:p>
            <a:r>
              <a:rPr lang="en-US" dirty="0">
                <a:latin typeface="Courier New"/>
                <a:cs typeface="Courier New"/>
              </a:rPr>
              <a:t>R5AAQ0_9FIRM/470-524       EEL--YGVRGERLYTLD---AE-NPM--RFAHENPEVQALYH---E----YL-GE-P-L-----GETAHHLLHTDHKA-</a:t>
            </a:r>
          </a:p>
          <a:p>
            <a:r>
              <a:rPr lang="en-US" dirty="0">
                <a:latin typeface="Courier New"/>
                <a:cs typeface="Courier New"/>
              </a:rPr>
              <a:t>F7V3Y0_CLOSS/515-570       KEM--AASRAPILYAFD---QI-TDL--RFSHENPSITKVYS---E----YL-GE-P-L-----SEKSHHLLHTDHHAW</a:t>
            </a:r>
          </a:p>
          <a:p>
            <a:r>
              <a:rPr lang="en-US" dirty="0">
                <a:latin typeface="Courier New"/>
                <a:cs typeface="Courier New"/>
              </a:rPr>
              <a:t>R7B2L8_9BACE/516-570       QEL--AKDRAPILYSLD---RS-KNI--RFSHENPDVLKMYE---E----FF-EK-P-N-----SPVAHKLLHTDHHA-</a:t>
            </a:r>
          </a:p>
          <a:p>
            <a:r>
              <a:rPr lang="en-US" dirty="0">
                <a:latin typeface="Courier New"/>
                <a:cs typeface="Courier New"/>
              </a:rPr>
              <a:t>R5TQ56_9FIRM/517-570       -EL--ADVRGRNLYKLD---KK-NPL--RFSHENPSVIKAYE---D----FF-EK-P-L-----SHKSHELLHTDHEA-</a:t>
            </a:r>
          </a:p>
          <a:p>
            <a:r>
              <a:rPr lang="en-US" dirty="0">
                <a:latin typeface="Courier New"/>
                <a:cs typeface="Courier New"/>
              </a:rPr>
              <a:t>R6G054_9FIRM/519-572       KEM--AEIRSKNLYFLD---SQ-NER--RFSHENPEVLKTYE---E----YL-EK-P-L-----SRMSHKLLHTDHH--</a:t>
            </a:r>
          </a:p>
          <a:p>
            <a:r>
              <a:rPr lang="en-US" dirty="0">
                <a:latin typeface="Courier New"/>
                <a:cs typeface="Courier New"/>
              </a:rPr>
              <a:t>F4GHP6_SPHCD/517-571       -EL--ASTRADVLYGLD---KV-DNL--RFSHENPSVLKAYE---S----FF-GK-P-L-----GHKCHELLHTDHHAW</a:t>
            </a:r>
          </a:p>
          <a:p>
            <a:r>
              <a:rPr lang="en-US" dirty="0">
                <a:latin typeface="Courier New"/>
                <a:cs typeface="Courier New"/>
              </a:rPr>
              <a:t>R6K3U5_9FIRM/237-290       -DK--VAERCKVLYGLD---KV-NNV--RFSHENPEVLQCYR---D----YF-KE-P-L-----SEKSHELLHTSHTV-</a:t>
            </a:r>
          </a:p>
          <a:p>
            <a:r>
              <a:rPr lang="en-US" dirty="0">
                <a:latin typeface="Courier New"/>
                <a:cs typeface="Courier New"/>
              </a:rPr>
              <a:t>R7BDK2_9FIRM/518-573       VEM--AADRAKELYKLD---KN-KQI--RFSHCNPEIHTIYK---E----YF-GK-P-L-----SPVSHHLLHTDHKYR</a:t>
            </a:r>
          </a:p>
          <a:p>
            <a:r>
              <a:rPr lang="en-US" dirty="0">
                <a:latin typeface="Courier New"/>
                <a:cs typeface="Courier New"/>
              </a:rPr>
              <a:t>R6A2A7_9ACTN/541-595       -EL--AAERGQVLWGLD---AK-ADI--RFSHENPGVQACYR---E----FL-GA-P-L-----SPLAEELLHTDHHAW</a:t>
            </a:r>
          </a:p>
          <a:p>
            <a:r>
              <a:rPr lang="en-US" dirty="0">
                <a:latin typeface="Courier New"/>
                <a:cs typeface="Courier New"/>
              </a:rPr>
              <a:t>R7D1R5_9ACTN/521-575       VEL--ADERAAVLRALD---HD-AQI--RFSHENPDVAACYR---D----FL-GE-P-L-----SELSEKLLHTDHTA-</a:t>
            </a:r>
          </a:p>
          <a:p>
            <a:r>
              <a:rPr lang="en-US" dirty="0">
                <a:latin typeface="Courier New"/>
                <a:cs typeface="Courier New"/>
              </a:rPr>
              <a:t>G4KSU3_OSCVS/517-571       VEM--AAERGELLWELD---AK-SKI--RFSHENPDIKTLYS---E----YL-KE-P-L-----GKKSHHLLHTDHAA-</a:t>
            </a:r>
          </a:p>
          <a:p>
            <a:r>
              <a:rPr lang="en-US" dirty="0">
                <a:latin typeface="Courier New"/>
                <a:cs typeface="Courier New"/>
              </a:rPr>
              <a:t>R6GQ90_9FIRM/517-572       VEL--AEKRGSVLWSID---KA-SPC--RFSHENPDVRELYR---D----YL-KK-P-L-----SDVSHHLLHTDHQAW</a:t>
            </a:r>
          </a:p>
          <a:p>
            <a:r>
              <a:rPr lang="en-US" dirty="0">
                <a:latin typeface="Courier New"/>
                <a:cs typeface="Courier New"/>
              </a:rPr>
              <a:t>R5D0I3_9FIRM/517-570       TEM--AEARGNVLWSID---KK-SPV--RFSHENPEVQTLYR---E----YL-RA-P-L-----SGRSHHLLHTDHE--</a:t>
            </a:r>
          </a:p>
          <a:p>
            <a:r>
              <a:rPr lang="en-US" dirty="0">
                <a:latin typeface="Courier New"/>
                <a:cs typeface="Courier New"/>
              </a:rPr>
              <a:t>R6Q6Y7_9FIRM/517-570       --Q--AERRGNHLYFLD---DI-ANL--RFSHENPAIQALYK---N----FL-GE-P-L-----GEKAHHLLHTDHTAW</a:t>
            </a:r>
          </a:p>
          <a:p>
            <a:r>
              <a:rPr lang="en-US" dirty="0">
                <a:latin typeface="Courier New"/>
                <a:cs typeface="Courier New"/>
              </a:rPr>
              <a:t>R6RTM0_9FIRM/518-571       QEL--AEERGSSLYFLD---RD-TEI--RFSHDNPDIQNLYE---E----FF-EK-P-L-----SHRAHQLLHTEHQ--</a:t>
            </a:r>
          </a:p>
          <a:p>
            <a:r>
              <a:rPr lang="en-US" dirty="0">
                <a:latin typeface="Courier New"/>
                <a:cs typeface="Courier New"/>
              </a:rPr>
              <a:t>Q73MB6_TREDE/520-573       GEL--AVKRGSNLYFID---KN-SKV--RYSHENECIKALYN---D----FF-EK-P-N-----SHKAHSLLHTDHF--</a:t>
            </a:r>
          </a:p>
          <a:p>
            <a:r>
              <a:rPr lang="en-US" dirty="0">
                <a:latin typeface="Courier New"/>
                <a:cs typeface="Courier New"/>
              </a:rPr>
              <a:t>R5J469_9CLOT/520-573       -EM--AFERGKNLYFLD---EN-ADI--RRSHENPDVKALYD---N----YF-EQ-P-L-----SHKSHMLLHTDHNK-</a:t>
            </a:r>
          </a:p>
          <a:p>
            <a:r>
              <a:rPr lang="en-US" dirty="0">
                <a:latin typeface="Courier New"/>
                <a:cs typeface="Courier New"/>
              </a:rPr>
              <a:t>D4M4H0_9FIRM/519-573       EEL--AHTRGANLYFLD---KN-AKI--RFSHENQDVMKLYN---D----FL-EK-P-L-----SHKSHMLLHTDHTK-</a:t>
            </a:r>
          </a:p>
          <a:p>
            <a:r>
              <a:rPr lang="en-US" dirty="0">
                <a:latin typeface="Courier New"/>
                <a:cs typeface="Courier New"/>
              </a:rPr>
              <a:t>R6LI15_9FIRM/519-573       EEL--ARTRGENLYFLD---KN-APL--RFSHENPDVLRLYR---D----FF-EK-P-L-----SHKSHMLLHTDHNA-</a:t>
            </a:r>
          </a:p>
          <a:p>
            <a:r>
              <a:rPr lang="en-US" dirty="0">
                <a:latin typeface="Courier New"/>
                <a:cs typeface="Courier New"/>
              </a:rPr>
              <a:t>F0T2S8_SYNGF/456-511       DTI--RTQRSNSLYTLD---KN-AKV--RNSHENTEITQIYK---D----YL-HA-P-M-----SHLAEEILHTEYESR</a:t>
            </a:r>
          </a:p>
          <a:p>
            <a:r>
              <a:rPr lang="en-US" dirty="0">
                <a:latin typeface="Courier New"/>
                <a:cs typeface="Courier New"/>
              </a:rPr>
              <a:t>A5D4I9_PELTS/463-518       DTV--REQRLAALYKAD---ASLSK---RKSYENEEVAALYR---D----FL-GH-P-M-----SELAEELLHTEYHSR</a:t>
            </a:r>
          </a:p>
          <a:p>
            <a:r>
              <a:rPr lang="en-US" dirty="0">
                <a:latin typeface="Courier New"/>
                <a:cs typeface="Courier New"/>
              </a:rPr>
              <a:t>R4KFN4_9FIRM/459-514       DEV--RMQRINSLYQAD---AR-AQR--RESHENAEVLALYQ---N----FL-KH-P-M-----SELAEELLHTKYTDR</a:t>
            </a:r>
          </a:p>
          <a:p>
            <a:r>
              <a:rPr lang="en-US" dirty="0">
                <a:latin typeface="Courier New"/>
                <a:cs typeface="Courier New"/>
              </a:rPr>
              <a:t>F6DPY8_DESRL/455-511       DQV--RQARLNSLYTMD---AKMYKK--RLSHENSEVLQLYK---N----YL-EQ-P-M-----SHLAEELLHTEYTDR</a:t>
            </a:r>
          </a:p>
          <a:p>
            <a:endParaRPr lang="en-US" dirty="0">
              <a:latin typeface="Courier New"/>
              <a:cs typeface="Courier New"/>
            </a:endParaRPr>
          </a:p>
        </p:txBody>
      </p:sp>
      <p:pic>
        <p:nvPicPr>
          <p:cNvPr id="33" name="Picture 32" descr="4R0V.png">
            <a:extLst>
              <a:ext uri="{FF2B5EF4-FFF2-40B4-BE49-F238E27FC236}">
                <a16:creationId xmlns:a16="http://schemas.microsoft.com/office/drawing/2014/main" id="{F412E172-8099-D871-033A-EC0F93E6003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09394" y="3876501"/>
            <a:ext cx="4128544" cy="4128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321643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621ABE-D793-98F0-E235-EC34727D0D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8EEA100-403B-6032-C30B-1FC83AD8B81A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5FF0969-578B-7C91-8854-0943997D313D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43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57B1D1A-D247-BCDE-1F46-51EA9ADF23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8675" y="458787"/>
            <a:ext cx="19441062" cy="738817"/>
          </a:xfrm>
        </p:spPr>
        <p:txBody>
          <a:bodyPr>
            <a:noAutofit/>
          </a:bodyPr>
          <a:lstStyle/>
          <a:p>
            <a:r>
              <a:rPr lang="en-US" sz="6000" dirty="0" err="1">
                <a:latin typeface="Raleway" pitchFamily="2" charset="77"/>
              </a:rPr>
              <a:t>Pfam</a:t>
            </a:r>
            <a:r>
              <a:rPr lang="en-US" sz="6000" dirty="0">
                <a:latin typeface="Raleway" pitchFamily="2" charset="77"/>
              </a:rPr>
              <a:t> Iron Hydrogenase HMM</a:t>
            </a:r>
          </a:p>
        </p:txBody>
      </p:sp>
      <p:pic>
        <p:nvPicPr>
          <p:cNvPr id="33" name="Picture 32" descr="4R0V.png">
            <a:extLst>
              <a:ext uri="{FF2B5EF4-FFF2-40B4-BE49-F238E27FC236}">
                <a16:creationId xmlns:a16="http://schemas.microsoft.com/office/drawing/2014/main" id="{EBFDF182-B4B1-74A2-BB47-9565E39B25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09394" y="3876501"/>
            <a:ext cx="4128544" cy="4128544"/>
          </a:xfrm>
          <a:prstGeom prst="rect">
            <a:avLst/>
          </a:prstGeom>
        </p:spPr>
      </p:pic>
      <p:pic>
        <p:nvPicPr>
          <p:cNvPr id="2" name="Picture 1" descr="logo_image.png">
            <a:extLst>
              <a:ext uri="{FF2B5EF4-FFF2-40B4-BE49-F238E27FC236}">
                <a16:creationId xmlns:a16="http://schemas.microsoft.com/office/drawing/2014/main" id="{D95FBBB7-20F4-5FEF-8F3F-3D2A149505B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475" y="2355744"/>
            <a:ext cx="15990871" cy="2618592"/>
          </a:xfrm>
          <a:prstGeom prst="rect">
            <a:avLst/>
          </a:prstGeom>
        </p:spPr>
      </p:pic>
      <p:pic>
        <p:nvPicPr>
          <p:cNvPr id="3" name="Picture 2" descr="hmmessay_2.gif">
            <a:extLst>
              <a:ext uri="{FF2B5EF4-FFF2-40B4-BE49-F238E27FC236}">
                <a16:creationId xmlns:a16="http://schemas.microsoft.com/office/drawing/2014/main" id="{B36114A0-B596-6584-BB9A-40479882631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881"/>
          <a:stretch>
            <a:fillRect/>
          </a:stretch>
        </p:blipFill>
        <p:spPr>
          <a:xfrm>
            <a:off x="6435107" y="5715000"/>
            <a:ext cx="7448198" cy="453866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9A2C740-4162-6F2D-ABFA-053DC12A318F}"/>
              </a:ext>
            </a:extLst>
          </p:cNvPr>
          <p:cNvSpPr txBox="1"/>
          <p:nvPr/>
        </p:nvSpPr>
        <p:spPr>
          <a:xfrm>
            <a:off x="621555" y="7984331"/>
            <a:ext cx="6760405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s-IS" sz="3200" dirty="0"/>
              <a:t>HMMER / Pfam has a generalized HMM that can be trained by any protein domain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11CB7D-78B9-7780-3381-6A4FD97FCCD3}"/>
              </a:ext>
            </a:extLst>
          </p:cNvPr>
          <p:cNvSpPr txBox="1"/>
          <p:nvPr/>
        </p:nvSpPr>
        <p:spPr>
          <a:xfrm>
            <a:off x="621555" y="5165489"/>
            <a:ext cx="812011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s-IS" sz="3200" dirty="0"/>
              <a:t>Sequence variation with some conservation</a:t>
            </a:r>
          </a:p>
        </p:txBody>
      </p:sp>
    </p:spTree>
    <p:extLst>
      <p:ext uri="{BB962C8B-B14F-4D97-AF65-F5344CB8AC3E}">
        <p14:creationId xmlns:p14="http://schemas.microsoft.com/office/powerpoint/2010/main" val="4268490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DD7217-A2FE-3030-8786-25DF544EA6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ED24C8F-2AEE-2FDD-9D7F-A7FAE9051185}"/>
              </a:ext>
            </a:extLst>
          </p:cNvPr>
          <p:cNvSpPr txBox="1"/>
          <p:nvPr/>
        </p:nvSpPr>
        <p:spPr>
          <a:xfrm>
            <a:off x="-36512" y="2006201"/>
            <a:ext cx="28169891" cy="8402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/>
                <a:cs typeface="Courier New"/>
              </a:rPr>
              <a:t>HMM          A        C        D        E        F        G        H        I        K        L        M        N        P        Q        R        S        T        V        W        Y   </a:t>
            </a:r>
          </a:p>
          <a:p>
            <a:r>
              <a:rPr lang="en-US" dirty="0">
                <a:latin typeface="Courier New"/>
                <a:cs typeface="Courier New"/>
              </a:rPr>
              <a:t>            m-&gt;m     m-&gt;</a:t>
            </a:r>
            <a:r>
              <a:rPr lang="en-US" dirty="0" err="1">
                <a:latin typeface="Courier New"/>
                <a:cs typeface="Courier New"/>
              </a:rPr>
              <a:t>i</a:t>
            </a:r>
            <a:r>
              <a:rPr lang="en-US" dirty="0">
                <a:latin typeface="Courier New"/>
                <a:cs typeface="Courier New"/>
              </a:rPr>
              <a:t>     m-&gt;d     </a:t>
            </a:r>
            <a:r>
              <a:rPr lang="en-US" dirty="0" err="1">
                <a:latin typeface="Courier New"/>
                <a:cs typeface="Courier New"/>
              </a:rPr>
              <a:t>i</a:t>
            </a:r>
            <a:r>
              <a:rPr lang="en-US" dirty="0">
                <a:latin typeface="Courier New"/>
                <a:cs typeface="Courier New"/>
              </a:rPr>
              <a:t>-&gt;m     </a:t>
            </a:r>
            <a:r>
              <a:rPr lang="en-US" dirty="0" err="1">
                <a:latin typeface="Courier New"/>
                <a:cs typeface="Courier New"/>
              </a:rPr>
              <a:t>i</a:t>
            </a:r>
            <a:r>
              <a:rPr lang="en-US" dirty="0">
                <a:latin typeface="Courier New"/>
                <a:cs typeface="Courier New"/>
              </a:rPr>
              <a:t>-&gt;</a:t>
            </a:r>
            <a:r>
              <a:rPr lang="en-US" dirty="0" err="1">
                <a:latin typeface="Courier New"/>
                <a:cs typeface="Courier New"/>
              </a:rPr>
              <a:t>i</a:t>
            </a:r>
            <a:r>
              <a:rPr lang="en-US" dirty="0">
                <a:latin typeface="Courier New"/>
                <a:cs typeface="Courier New"/>
              </a:rPr>
              <a:t>     d-&gt;m     d-&gt;d</a:t>
            </a:r>
          </a:p>
          <a:p>
            <a:r>
              <a:rPr lang="en-US" dirty="0">
                <a:latin typeface="Courier New"/>
                <a:cs typeface="Courier New"/>
              </a:rPr>
              <a:t>  COMPO   2.66299  4.87199  2.91679  2.55591  3.66715  3.29500  2.87691  3.09550  2.45416  2.39490  3.84919  3.01061  3.43251  3.03167  2.71247  2.66673  2.90997  3.06188  5.21245  2.88414</a:t>
            </a:r>
          </a:p>
          <a:p>
            <a:r>
              <a:rPr lang="en-US" dirty="0">
                <a:latin typeface="Courier New"/>
                <a:cs typeface="Courier New"/>
              </a:rPr>
              <a:t>          2.68618  4.42225  2.77519  2.73123  3.46354  2.40513  3.72494  3.29354  2.67741  2.69355  4.24690  2.90347  2.73739  3.18146  2.89801  2.37887  2.77519  2.98518  4.58477  3.61503</a:t>
            </a:r>
          </a:p>
          <a:p>
            <a:r>
              <a:rPr lang="en-US" dirty="0">
                <a:latin typeface="Courier New"/>
                <a:cs typeface="Courier New"/>
              </a:rPr>
              <a:t>          0.15412  5.62693  1.97159  0.61958  0.77255  0.00000        *</a:t>
            </a:r>
          </a:p>
          <a:p>
            <a:r>
              <a:rPr lang="en-US" dirty="0">
                <a:latin typeface="Courier New"/>
                <a:cs typeface="Courier New"/>
              </a:rPr>
              <a:t>      1   2.69450  5.20126  1.90404  2.47178  4.68913  3.78335  4.01145  3.75163  2.20418  2.96186  3.33300  2.43140  3.49632  2.59266  3.14923  2.72610  2.90370  2.98968  5.61412  4.41752      1 d - - C</a:t>
            </a:r>
          </a:p>
          <a:p>
            <a:r>
              <a:rPr lang="en-US" dirty="0">
                <a:latin typeface="Courier New"/>
                <a:cs typeface="Courier New"/>
              </a:rPr>
              <a:t>          2.68618  4.42225  2.77519  2.73123  3.46354  2.40513  3.72494  3.29354  2.67741  2.69355  4.24690  2.90347  2.73739  3.18146  2.89801  2.37887  2.77519  2.98518  4.58477  3.61503</a:t>
            </a:r>
          </a:p>
          <a:p>
            <a:r>
              <a:rPr lang="en-US" dirty="0">
                <a:latin typeface="Courier New"/>
                <a:cs typeface="Courier New"/>
              </a:rPr>
              <a:t>          0.00718  5.47902  5.81517  0.61958  0.77255  0.42007  1.07002</a:t>
            </a:r>
          </a:p>
          <a:p>
            <a:r>
              <a:rPr lang="en-US" dirty="0">
                <a:latin typeface="Courier New"/>
                <a:cs typeface="Courier New"/>
              </a:rPr>
              <a:t>      2   2.91083  4.82906  1.58312  1.73987  5.01707  3.82147  3.64171  4.50313  2.01029  3.15122  4.59410  2.83954  4.25294  3.15745  3.12709  2.65971  3.16946  3.83508  6.10447  4.69344      2 d - - C</a:t>
            </a:r>
          </a:p>
          <a:p>
            <a:r>
              <a:rPr lang="en-US" dirty="0">
                <a:latin typeface="Courier New"/>
                <a:cs typeface="Courier New"/>
              </a:rPr>
              <a:t>          2.68618  4.42225  2.77519  2.73123  3.46354  2.40513  3.72494  3.29354  2.67741  2.69355  4.24690  2.90347  2.73739  3.18146  2.89801  2.37887  2.77519  2.98518  4.58477  3.61503</a:t>
            </a:r>
          </a:p>
          <a:p>
            <a:r>
              <a:rPr lang="en-US" dirty="0">
                <a:latin typeface="Courier New"/>
                <a:cs typeface="Courier New"/>
              </a:rPr>
              <a:t>          0.00559  5.58603  6.30838  0.61958  0.77255  0.42789  1.05522</a:t>
            </a:r>
          </a:p>
          <a:p>
            <a:r>
              <a:rPr lang="en-US" dirty="0">
                <a:latin typeface="Courier New"/>
                <a:cs typeface="Courier New"/>
              </a:rPr>
              <a:t>      3   2.63456  4.70051  4.84319  2.98389  2.64502  4.37715  4.37000  1.96988  3.23179  2.30513  3.40557  3.77117  4.64207  4.19062  3.25571  3.40775  2.92268  1.80829  5.12858  2.21226      3 v - - H</a:t>
            </a:r>
          </a:p>
          <a:p>
            <a:r>
              <a:rPr lang="en-US" dirty="0">
                <a:latin typeface="Courier New"/>
                <a:cs typeface="Courier New"/>
              </a:rPr>
              <a:t>          2.68582  4.42236  2.77514  2.73093  3.46365  2.40524  3.72482  3.29365  2.67744  2.69351  4.24701  2.90358  2.73751  3.18157  2.89791  2.37890  2.77525  2.98529  4.58488  3.61514</a:t>
            </a:r>
          </a:p>
          <a:p>
            <a:r>
              <a:rPr lang="en-US" dirty="0">
                <a:latin typeface="Courier New"/>
                <a:cs typeface="Courier New"/>
              </a:rPr>
              <a:t>          0.08136  2.57205  6.34224  0.67760  0.70894  0.47041  0.98016</a:t>
            </a:r>
          </a:p>
          <a:p>
            <a:r>
              <a:rPr lang="en-US" dirty="0">
                <a:latin typeface="Courier New"/>
                <a:cs typeface="Courier New"/>
              </a:rPr>
              <a:t>      4   2.54801  4.72728  4.74569  4.15699  3.82991  4.36365  4.46123  1.93633  2.71591  1.80176  2.81197  4.19038  4.73278  4.00802  1.74668  3.65099  3.31186  2.37869  5.33916  3.48167      6 r - - H</a:t>
            </a:r>
          </a:p>
          <a:p>
            <a:r>
              <a:rPr lang="en-US" dirty="0">
                <a:latin typeface="Courier New"/>
                <a:cs typeface="Courier New"/>
              </a:rPr>
              <a:t>          2.68618  4.42225  2.77519  2.73123  3.46354  2.40513  3.72494  3.29354  2.67741  2.69355  4.24690  2.90347  2.73739  3.18146  2.89801  2.37887  2.77519  2.98518  4.58477  3.61503</a:t>
            </a:r>
          </a:p>
          <a:p>
            <a:r>
              <a:rPr lang="en-US" dirty="0">
                <a:latin typeface="Courier New"/>
                <a:cs typeface="Courier New"/>
              </a:rPr>
              <a:t>          0.00537  5.62610  6.34845  0.61958  0.77255  0.48306  0.95944</a:t>
            </a:r>
          </a:p>
          <a:p>
            <a:r>
              <a:rPr lang="en-US" dirty="0">
                <a:latin typeface="Courier New"/>
                <a:cs typeface="Courier New"/>
              </a:rPr>
              <a:t>      5   2.11055  5.19463  3.13477  2.25423  4.84332  3.10661  3.88848  3.85885  1.98083  2.26284  3.93265  3.22775  4.35588  2.50230  2.73835  2.86546  2.72615  3.35148  6.10956  4.57738      7 k - - H</a:t>
            </a:r>
          </a:p>
          <a:p>
            <a:r>
              <a:rPr lang="en-US" dirty="0">
                <a:latin typeface="Courier New"/>
                <a:cs typeface="Courier New"/>
              </a:rPr>
              <a:t>          2.68618  4.42225  2.77519  2.73123  3.46354  2.40513  3.72494  3.29354  2.67741  2.69355  4.24690  2.90347  2.73739  3.18146  2.89801  2.37887  2.77519  2.98518  4.58477  3.61503</a:t>
            </a:r>
          </a:p>
          <a:p>
            <a:r>
              <a:rPr lang="en-US" dirty="0">
                <a:latin typeface="Courier New"/>
                <a:cs typeface="Courier New"/>
              </a:rPr>
              <a:t>          0.00536  5.62693  6.34927  0.61958  0.77255  0.48576  0.95510</a:t>
            </a:r>
          </a:p>
          <a:p>
            <a:r>
              <a:rPr lang="en-US" dirty="0">
                <a:latin typeface="Courier New"/>
                <a:cs typeface="Courier New"/>
              </a:rPr>
              <a:t>      6   2.03322  4.91437  2.94559  2.42989  5.02036  3.66309  4.04897  3.63439  1.52459  2.77931  3.89988  3.20092  4.15513  2.30684  2.83680  2.92417  3.25333  3.61800  6.11737  4.70998      8 k - - H</a:t>
            </a:r>
          </a:p>
          <a:p>
            <a:r>
              <a:rPr lang="en-US" dirty="0">
                <a:latin typeface="Courier New"/>
                <a:cs typeface="Courier New"/>
              </a:rPr>
              <a:t>          2.68618  4.42225  2.77519  2.73123  3.46354  2.40513  3.72494  3.29354  2.67741  2.69355  4.24690  2.90347  2.73739  3.18146  2.89801  2.37887  2.77519  2.98518  4.58477  3.61503</a:t>
            </a:r>
          </a:p>
          <a:p>
            <a:r>
              <a:rPr lang="en-US" dirty="0">
                <a:latin typeface="Courier New"/>
                <a:cs typeface="Courier New"/>
              </a:rPr>
              <a:t>          0.00536  5.62693  6.34927  0.61958  0.77255  0.48576  0.95510</a:t>
            </a:r>
          </a:p>
          <a:p>
            <a:r>
              <a:rPr lang="en-US" dirty="0">
                <a:latin typeface="Courier New"/>
                <a:cs typeface="Courier New"/>
              </a:rPr>
              <a:t>      7   4.73891  6.64548  5.68057  4.42078  6.41719  5.15128  3.93502  5.55175  2.29408  4.78890  5.71680  4.63644  5.41712  2.87234  0.31067  4.69020  4.75225  5.28095  6.66515  5.69420      9 R - - H</a:t>
            </a:r>
          </a:p>
          <a:p>
            <a:r>
              <a:rPr lang="en-US" dirty="0">
                <a:latin typeface="Courier New"/>
                <a:cs typeface="Courier New"/>
              </a:rPr>
              <a:t>          2.68618  4.42225  2.77519  2.73123  3.46354  2.40513  3.72494  3.29354  2.67741  2.69355  4.24690  2.90347  2.73739  3.18146  2.89801  2.37887  2.77519  2.98518  4.58477  3.61503</a:t>
            </a:r>
          </a:p>
          <a:p>
            <a:r>
              <a:rPr lang="en-US" dirty="0">
                <a:latin typeface="Courier New"/>
                <a:cs typeface="Courier New"/>
              </a:rPr>
              <a:t>          0.00536  5.62693  6.34927  0.61958  0.77255  0.48576  0.95510</a:t>
            </a:r>
          </a:p>
          <a:p>
            <a:r>
              <a:rPr lang="en-US" dirty="0">
                <a:latin typeface="Courier New"/>
                <a:cs typeface="Courier New"/>
              </a:rPr>
              <a:t>      8   1.62426  4.44842  4.26891  3.69735  3.86164  3.13257  4.52444  2.32789  3.39179  2.57955  2.66032  3.91731  4.63345  2.24662  2.85057  3.03169  2.70601  2.61172  5.46972  4.25065     10 a - - C</a:t>
            </a:r>
          </a:p>
          <a:p>
            <a:r>
              <a:rPr lang="en-US" dirty="0">
                <a:latin typeface="Courier New"/>
                <a:cs typeface="Courier New"/>
              </a:rPr>
              <a:t>          2.68618  4.42225  2.77519  2.73123  3.46354  2.40513  3.72494  3.29354  2.67741  2.69355  4.24690  2.90347  2.73739  3.18146  2.89801  2.37887  2.77519  2.98518  4.58477  3.61503</a:t>
            </a:r>
          </a:p>
          <a:p>
            <a:r>
              <a:rPr lang="en-US" dirty="0">
                <a:latin typeface="Courier New"/>
                <a:cs typeface="Courier New"/>
              </a:rPr>
              <a:t>          0.00536  5.62693  6.34927  0.61958  0.77255  0.48576  0.95510</a:t>
            </a:r>
          </a:p>
          <a:p>
            <a:endParaRPr lang="en-US" dirty="0">
              <a:latin typeface="Courier New"/>
              <a:cs typeface="Courier New"/>
            </a:endParaRP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059682B-448C-3ACF-F8A6-991152916120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C930AFF-B849-6152-08E6-6EE15110DCDB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44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4BA28FE-D3B5-C0CD-B6D8-D75F9024A1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8675" y="458787"/>
            <a:ext cx="19441062" cy="738817"/>
          </a:xfrm>
        </p:spPr>
        <p:txBody>
          <a:bodyPr>
            <a:noAutofit/>
          </a:bodyPr>
          <a:lstStyle/>
          <a:p>
            <a:r>
              <a:rPr lang="en-US" sz="6000" dirty="0" err="1">
                <a:latin typeface="Raleway" pitchFamily="2" charset="77"/>
              </a:rPr>
              <a:t>Pfam</a:t>
            </a:r>
            <a:r>
              <a:rPr lang="en-US" sz="6000" dirty="0">
                <a:latin typeface="Raleway" pitchFamily="2" charset="77"/>
              </a:rPr>
              <a:t> Iron Hydrogenase HMM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A92DF26-5EC2-1089-D056-BFE0AE7B06D9}"/>
              </a:ext>
            </a:extLst>
          </p:cNvPr>
          <p:cNvSpPr/>
          <p:nvPr/>
        </p:nvSpPr>
        <p:spPr>
          <a:xfrm>
            <a:off x="14721840" y="1956816"/>
            <a:ext cx="9308592" cy="82296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3" name="Picture 32" descr="4R0V.png">
            <a:extLst>
              <a:ext uri="{FF2B5EF4-FFF2-40B4-BE49-F238E27FC236}">
                <a16:creationId xmlns:a16="http://schemas.microsoft.com/office/drawing/2014/main" id="{4CA0F568-A397-C7D1-B95F-DE4C2E527F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09394" y="3876501"/>
            <a:ext cx="4128544" cy="4128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630434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759FCF-A9FC-A4C3-F0C3-0B69DE4CD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2E22B3F-01C6-4681-B463-093EA5B1A19B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441F052-A65B-5138-2BC9-2BB134DD1605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45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EA84256E-0944-CC4B-9312-32A427CF75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8675" y="458787"/>
            <a:ext cx="19441062" cy="738817"/>
          </a:xfrm>
        </p:spPr>
        <p:txBody>
          <a:bodyPr>
            <a:noAutofit/>
          </a:bodyPr>
          <a:lstStyle/>
          <a:p>
            <a:r>
              <a:rPr lang="en-US" sz="6000" u="sng" dirty="0">
                <a:latin typeface="Raleway" pitchFamily="2" charset="77"/>
              </a:rPr>
              <a:t>H</a:t>
            </a:r>
            <a:r>
              <a:rPr lang="en-US" sz="6000" dirty="0">
                <a:latin typeface="Raleway" pitchFamily="2" charset="77"/>
              </a:rPr>
              <a:t>idden </a:t>
            </a:r>
            <a:r>
              <a:rPr lang="en-US" sz="6000" u="sng" dirty="0">
                <a:latin typeface="Raleway" pitchFamily="2" charset="77"/>
              </a:rPr>
              <a:t>M</a:t>
            </a:r>
            <a:r>
              <a:rPr lang="en-US" sz="6000" dirty="0">
                <a:latin typeface="Raleway" pitchFamily="2" charset="77"/>
              </a:rPr>
              <a:t>arkov </a:t>
            </a:r>
            <a:r>
              <a:rPr lang="en-US" sz="6000" u="sng" dirty="0">
                <a:latin typeface="Raleway" pitchFamily="2" charset="77"/>
              </a:rPr>
              <a:t>M</a:t>
            </a:r>
            <a:r>
              <a:rPr lang="en-US" sz="6000" dirty="0">
                <a:latin typeface="Raleway" pitchFamily="2" charset="77"/>
              </a:rPr>
              <a:t>odels (HMMs)</a:t>
            </a:r>
          </a:p>
        </p:txBody>
      </p:sp>
      <p:pic>
        <p:nvPicPr>
          <p:cNvPr id="13" name="Picture 12" descr="A diagram of a data analysis&#10;&#10;AI-generated content may be incorrect.">
            <a:extLst>
              <a:ext uri="{FF2B5EF4-FFF2-40B4-BE49-F238E27FC236}">
                <a16:creationId xmlns:a16="http://schemas.microsoft.com/office/drawing/2014/main" id="{CD0BFDB8-B0C6-DAD4-8623-BC15DC49416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769" b="4349"/>
          <a:stretch>
            <a:fillRect/>
          </a:stretch>
        </p:blipFill>
        <p:spPr>
          <a:xfrm>
            <a:off x="3534087" y="2014820"/>
            <a:ext cx="13250238" cy="8135020"/>
          </a:xfrm>
          <a:prstGeom prst="rect">
            <a:avLst/>
          </a:prstGeom>
        </p:spPr>
      </p:pic>
      <p:pic>
        <p:nvPicPr>
          <p:cNvPr id="3" name="Picture 2" descr="A diagram of a diagram of a diagram&#10;&#10;AI-generated content may be incorrect.">
            <a:extLst>
              <a:ext uri="{FF2B5EF4-FFF2-40B4-BE49-F238E27FC236}">
                <a16:creationId xmlns:a16="http://schemas.microsoft.com/office/drawing/2014/main" id="{43E22E54-A366-E47D-4A89-1BD049D443E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3616" b="5360"/>
          <a:stretch>
            <a:fillRect/>
          </a:stretch>
        </p:blipFill>
        <p:spPr>
          <a:xfrm>
            <a:off x="3534086" y="2014820"/>
            <a:ext cx="13554961" cy="813502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289DF1D-3C3A-B6C2-138C-E6D0719E4594}"/>
              </a:ext>
            </a:extLst>
          </p:cNvPr>
          <p:cNvSpPr txBox="1"/>
          <p:nvPr/>
        </p:nvSpPr>
        <p:spPr>
          <a:xfrm>
            <a:off x="438675" y="4890865"/>
            <a:ext cx="8632173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There are many probable state paths for an observed sequence for an HMM</a:t>
            </a:r>
          </a:p>
          <a:p>
            <a:endParaRPr 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The </a:t>
            </a:r>
            <a: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Viterbi algorithm </a:t>
            </a: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is guaranteed to find the most probable state path given a sequence and an HMM.</a:t>
            </a:r>
          </a:p>
          <a:p>
            <a:endParaRPr 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The query generates a probability for every HMM in the database</a:t>
            </a:r>
          </a:p>
        </p:txBody>
      </p:sp>
    </p:spTree>
    <p:extLst>
      <p:ext uri="{BB962C8B-B14F-4D97-AF65-F5344CB8AC3E}">
        <p14:creationId xmlns:p14="http://schemas.microsoft.com/office/powerpoint/2010/main" val="229768574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E8762-1B58-0CA3-C93F-C2CA0A2F74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226EA5A-6290-19F4-6C95-6826C8592D7F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D09BB25-F0AC-FF97-BAF4-C2A675317F7C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46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4493D32-7BC2-C38A-8250-54A18DEDEC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8675" y="458787"/>
            <a:ext cx="19441062" cy="738817"/>
          </a:xfrm>
        </p:spPr>
        <p:txBody>
          <a:bodyPr>
            <a:noAutofit/>
          </a:bodyPr>
          <a:lstStyle/>
          <a:p>
            <a:r>
              <a:rPr lang="en-US" sz="6000" dirty="0">
                <a:latin typeface="Raleway" pitchFamily="2" charset="77"/>
              </a:rPr>
              <a:t>HMMs in </a:t>
            </a:r>
            <a:r>
              <a:rPr lang="en-US" sz="6000" dirty="0" err="1">
                <a:latin typeface="Raleway" pitchFamily="2" charset="77"/>
              </a:rPr>
              <a:t>Pfam</a:t>
            </a:r>
            <a:r>
              <a:rPr lang="en-US" sz="6000" dirty="0">
                <a:latin typeface="Raleway" pitchFamily="2" charset="77"/>
              </a:rPr>
              <a:t>/</a:t>
            </a:r>
            <a:r>
              <a:rPr lang="en-US" sz="6000" dirty="0" err="1">
                <a:latin typeface="Raleway" pitchFamily="2" charset="77"/>
              </a:rPr>
              <a:t>Hmmer</a:t>
            </a:r>
            <a:endParaRPr lang="en-US" sz="6000" dirty="0">
              <a:latin typeface="Raleway" pitchFamily="2" charset="77"/>
            </a:endParaRPr>
          </a:p>
        </p:txBody>
      </p:sp>
      <p:pic>
        <p:nvPicPr>
          <p:cNvPr id="33" name="Picture 32" descr="4R0V.png">
            <a:extLst>
              <a:ext uri="{FF2B5EF4-FFF2-40B4-BE49-F238E27FC236}">
                <a16:creationId xmlns:a16="http://schemas.microsoft.com/office/drawing/2014/main" id="{AB273E92-14E5-7DA6-682F-A37FA3899D5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09394" y="3876501"/>
            <a:ext cx="4128544" cy="4128544"/>
          </a:xfrm>
          <a:prstGeom prst="rect">
            <a:avLst/>
          </a:prstGeom>
        </p:spPr>
      </p:pic>
      <p:pic>
        <p:nvPicPr>
          <p:cNvPr id="2" name="Picture 1" descr="pfam.tiff">
            <a:extLst>
              <a:ext uri="{FF2B5EF4-FFF2-40B4-BE49-F238E27FC236}">
                <a16:creationId xmlns:a16="http://schemas.microsoft.com/office/drawing/2014/main" id="{7637CF1C-55B2-D9BA-1A7D-56376E2113A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675" y="2174439"/>
            <a:ext cx="12864409" cy="481036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FC39D23-742E-FCD3-BD6C-8909F9E92F92}"/>
              </a:ext>
            </a:extLst>
          </p:cNvPr>
          <p:cNvSpPr txBox="1"/>
          <p:nvPr/>
        </p:nvSpPr>
        <p:spPr>
          <a:xfrm>
            <a:off x="438674" y="7146024"/>
            <a:ext cx="18416253" cy="267765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is-IS" sz="2800" dirty="0"/>
              <a:t>The HMMER software uses the probability values to calculate:</a:t>
            </a:r>
          </a:p>
          <a:p>
            <a:pPr marL="342900" indent="-342900">
              <a:buFont typeface="Arial"/>
              <a:buChar char="•"/>
            </a:pPr>
            <a:endParaRPr lang="is-IS" sz="2800" dirty="0"/>
          </a:p>
          <a:p>
            <a:pPr marL="800100" lvl="1" indent="-342900">
              <a:buFont typeface="Arial"/>
              <a:buChar char="•"/>
            </a:pPr>
            <a:r>
              <a:rPr lang="en-US" sz="2800" dirty="0"/>
              <a:t>b</a:t>
            </a:r>
            <a:r>
              <a:rPr lang="is-IS" sz="2800" dirty="0"/>
              <a:t>it score – a log-odds score of the fit of the query to the HMM; </a:t>
            </a:r>
            <a:r>
              <a:rPr lang="en-US" sz="2800" dirty="0"/>
              <a:t>the higher the score, the better the alignment</a:t>
            </a:r>
            <a:endParaRPr lang="is-IS" sz="2800" dirty="0"/>
          </a:p>
          <a:p>
            <a:pPr marL="800100" lvl="1" indent="-342900">
              <a:buFont typeface="Arial"/>
              <a:buChar char="•"/>
            </a:pPr>
            <a:r>
              <a:rPr lang="is-IS" sz="2800" dirty="0"/>
              <a:t>expectation value - </a:t>
            </a:r>
            <a:r>
              <a:rPr lang="en-US" sz="2800" dirty="0"/>
              <a:t>estimates the likelihood that a given match is purely by chance; a function of database size</a:t>
            </a:r>
          </a:p>
          <a:p>
            <a:pPr marL="800100" lvl="1" indent="-342900">
              <a:buFont typeface="Arial"/>
              <a:buChar char="•"/>
            </a:pPr>
            <a:endParaRPr lang="is-IS" sz="2800" dirty="0"/>
          </a:p>
          <a:p>
            <a:r>
              <a:rPr lang="is-IS" sz="2800" dirty="0"/>
              <a:t>Pfam website uses a default expectation value cut-off of 1.0</a:t>
            </a:r>
          </a:p>
        </p:txBody>
      </p:sp>
    </p:spTree>
    <p:extLst>
      <p:ext uri="{BB962C8B-B14F-4D97-AF65-F5344CB8AC3E}">
        <p14:creationId xmlns:p14="http://schemas.microsoft.com/office/powerpoint/2010/main" val="17320695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447F0C-3303-8AB2-1F90-EEE6751735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115FFAC-D963-5F2C-491B-DFC3C591549C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6BFCDEC-535C-8345-E7AA-7866B60AFA13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47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46BC76D-26B9-5AD8-CEA9-703E864A4D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8675" y="458787"/>
            <a:ext cx="19441062" cy="738817"/>
          </a:xfrm>
        </p:spPr>
        <p:txBody>
          <a:bodyPr>
            <a:noAutofit/>
          </a:bodyPr>
          <a:lstStyle/>
          <a:p>
            <a:r>
              <a:rPr lang="en-US" sz="6000" dirty="0">
                <a:latin typeface="Raleway" pitchFamily="2" charset="77"/>
              </a:rPr>
              <a:t>HMMs in </a:t>
            </a:r>
            <a:r>
              <a:rPr lang="en-US" sz="6000" dirty="0" err="1">
                <a:latin typeface="Raleway" pitchFamily="2" charset="77"/>
              </a:rPr>
              <a:t>Pfam</a:t>
            </a:r>
            <a:r>
              <a:rPr lang="en-US" sz="6000" dirty="0">
                <a:latin typeface="Raleway" pitchFamily="2" charset="77"/>
              </a:rPr>
              <a:t>/</a:t>
            </a:r>
            <a:r>
              <a:rPr lang="en-US" sz="6000" dirty="0" err="1">
                <a:latin typeface="Raleway" pitchFamily="2" charset="77"/>
              </a:rPr>
              <a:t>Hmmer</a:t>
            </a:r>
            <a:endParaRPr lang="en-US" sz="6000" dirty="0">
              <a:latin typeface="Raleway" pitchFamily="2" charset="77"/>
            </a:endParaRPr>
          </a:p>
        </p:txBody>
      </p:sp>
      <p:pic>
        <p:nvPicPr>
          <p:cNvPr id="33" name="Picture 32" descr="4R0V.png">
            <a:extLst>
              <a:ext uri="{FF2B5EF4-FFF2-40B4-BE49-F238E27FC236}">
                <a16:creationId xmlns:a16="http://schemas.microsoft.com/office/drawing/2014/main" id="{99336F4A-0D4D-6A9C-2A2E-2EF1DE7A6D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09394" y="3876501"/>
            <a:ext cx="4128544" cy="4128544"/>
          </a:xfrm>
          <a:prstGeom prst="rect">
            <a:avLst/>
          </a:prstGeom>
        </p:spPr>
      </p:pic>
      <p:pic>
        <p:nvPicPr>
          <p:cNvPr id="2" name="Picture 1" descr="pfam.tiff">
            <a:extLst>
              <a:ext uri="{FF2B5EF4-FFF2-40B4-BE49-F238E27FC236}">
                <a16:creationId xmlns:a16="http://schemas.microsoft.com/office/drawing/2014/main" id="{38D8AE3B-374E-1CF2-3B5F-33CDB9D37B7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675" y="2174439"/>
            <a:ext cx="12864409" cy="481036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84DBAC0-D33A-4467-78E3-91BB5B239BFE}"/>
              </a:ext>
            </a:extLst>
          </p:cNvPr>
          <p:cNvSpPr txBox="1"/>
          <p:nvPr/>
        </p:nvSpPr>
        <p:spPr>
          <a:xfrm>
            <a:off x="438675" y="7416930"/>
            <a:ext cx="18416253" cy="224676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en-US" sz="2800" dirty="0" err="1"/>
              <a:t>Pfam</a:t>
            </a:r>
            <a:r>
              <a:rPr lang="en-US" sz="2800" dirty="0"/>
              <a:t> HMMs are curated by functional biologists and model functional domains; </a:t>
            </a:r>
            <a:r>
              <a:rPr lang="en-US" sz="2800" dirty="0" err="1"/>
              <a:t>Pfam</a:t>
            </a:r>
            <a:r>
              <a:rPr lang="en-US" sz="2800" dirty="0"/>
              <a:t> HMMs are thus one of the most powerful tools available for prediction of protein function</a:t>
            </a:r>
          </a:p>
          <a:p>
            <a:pPr marL="342900" indent="-342900">
              <a:buFont typeface="Arial"/>
              <a:buChar char="•"/>
            </a:pPr>
            <a:endParaRPr lang="en-US" sz="2800" dirty="0"/>
          </a:p>
          <a:p>
            <a:pPr marL="342900" indent="-342900">
              <a:buFont typeface="Arial"/>
              <a:buChar char="•"/>
            </a:pPr>
            <a:r>
              <a:rPr lang="en-US" sz="2800" dirty="0"/>
              <a:t>Caveat – correlations among residues cannot be modeled by HMMs as Markov Chains cannot ‘remember’ earlier states; secondary structure not workable in HMMs</a:t>
            </a:r>
          </a:p>
        </p:txBody>
      </p:sp>
    </p:spTree>
    <p:extLst>
      <p:ext uri="{BB962C8B-B14F-4D97-AF65-F5344CB8AC3E}">
        <p14:creationId xmlns:p14="http://schemas.microsoft.com/office/powerpoint/2010/main" val="69840862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D479F-F509-9A70-F92C-E284974705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C7EC1F5-B5FB-5FE4-45FA-A0E28188B3F7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B837FCE-0D31-68C8-9CD4-955319CCDA78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48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931F677-F508-4EA4-32ED-5E27D55148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8675" y="458787"/>
            <a:ext cx="19441062" cy="738817"/>
          </a:xfrm>
        </p:spPr>
        <p:txBody>
          <a:bodyPr>
            <a:noAutofit/>
          </a:bodyPr>
          <a:lstStyle/>
          <a:p>
            <a:r>
              <a:rPr lang="en-US" sz="6000" dirty="0">
                <a:latin typeface="Raleway" pitchFamily="2" charset="77"/>
              </a:rPr>
              <a:t>What about finding short sequences?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DBB6A8-0918-E170-DE24-50D4D4565775}"/>
              </a:ext>
            </a:extLst>
          </p:cNvPr>
          <p:cNvSpPr txBox="1"/>
          <p:nvPr/>
        </p:nvSpPr>
        <p:spPr>
          <a:xfrm>
            <a:off x="1014577" y="2770479"/>
            <a:ext cx="18865160" cy="563231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en-US" sz="3600" dirty="0"/>
              <a:t>Short sequences or motifs by definition have less information</a:t>
            </a:r>
          </a:p>
          <a:p>
            <a:pPr marL="800100" lvl="1" indent="-342900">
              <a:buFont typeface="Arial"/>
              <a:buChar char="•"/>
            </a:pPr>
            <a:r>
              <a:rPr lang="en-US" sz="3600" dirty="0"/>
              <a:t>Often too short for BLAST (below word size or extension rules)</a:t>
            </a:r>
          </a:p>
          <a:p>
            <a:pPr marL="800100" lvl="1" indent="-342900">
              <a:buFont typeface="Arial"/>
              <a:buChar char="•"/>
            </a:pPr>
            <a:r>
              <a:rPr lang="en-US" sz="3600" dirty="0"/>
              <a:t>Not enough information to build an HMM</a:t>
            </a:r>
          </a:p>
          <a:p>
            <a:pPr marL="800100" lvl="1" indent="-342900">
              <a:buFont typeface="Arial"/>
              <a:buChar char="•"/>
            </a:pPr>
            <a:r>
              <a:rPr lang="en-US" sz="3600" dirty="0"/>
              <a:t>Easily match random sequences – expectation values break down</a:t>
            </a:r>
          </a:p>
          <a:p>
            <a:pPr marL="800100" lvl="1" indent="-342900">
              <a:buFont typeface="Arial"/>
              <a:buChar char="•"/>
            </a:pPr>
            <a:r>
              <a:rPr lang="en-US" sz="3600" dirty="0"/>
              <a:t>Statistical confidence and avoidance of false discovery difficult for reasons listed above – experimental validation often required</a:t>
            </a:r>
          </a:p>
          <a:p>
            <a:pPr marL="800100" lvl="1" indent="-342900">
              <a:buFont typeface="Arial"/>
              <a:buChar char="•"/>
            </a:pPr>
            <a:endParaRPr lang="en-US" sz="3600" dirty="0"/>
          </a:p>
          <a:p>
            <a:pPr marL="342900" indent="-342900">
              <a:buFont typeface="Arial"/>
              <a:buChar char="•"/>
            </a:pPr>
            <a:r>
              <a:rPr lang="en-US" sz="3600" dirty="0"/>
              <a:t>Two common bioinformatics questions</a:t>
            </a:r>
          </a:p>
          <a:p>
            <a:pPr marL="800100" lvl="1" indent="-342900">
              <a:buFont typeface="Arial"/>
              <a:buChar char="•"/>
            </a:pPr>
            <a:r>
              <a:rPr lang="en-US" sz="3600" dirty="0"/>
              <a:t>Detection of amino acid motifs, e.g. PROSITE database</a:t>
            </a:r>
          </a:p>
          <a:p>
            <a:pPr marL="800100" lvl="1" indent="-342900">
              <a:buFont typeface="Arial"/>
              <a:buChar char="•"/>
            </a:pPr>
            <a:r>
              <a:rPr lang="en-US" sz="3600" dirty="0"/>
              <a:t>Detection of DNA binding sites, e.g. JASPAR database</a:t>
            </a:r>
          </a:p>
        </p:txBody>
      </p:sp>
    </p:spTree>
    <p:extLst>
      <p:ext uri="{BB962C8B-B14F-4D97-AF65-F5344CB8AC3E}">
        <p14:creationId xmlns:p14="http://schemas.microsoft.com/office/powerpoint/2010/main" val="42881760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19F862-56FB-9FB7-92F6-35B0825061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D0F09313-8BD2-9C76-3541-88A4BA62B332}"/>
              </a:ext>
            </a:extLst>
          </p:cNvPr>
          <p:cNvSpPr/>
          <p:nvPr/>
        </p:nvSpPr>
        <p:spPr>
          <a:xfrm>
            <a:off x="603504" y="6641658"/>
            <a:ext cx="11356848" cy="1499616"/>
          </a:xfrm>
          <a:prstGeom prst="rect">
            <a:avLst/>
          </a:prstGeom>
          <a:solidFill>
            <a:schemeClr val="tx2">
              <a:lumMod val="95000"/>
            </a:schemeClr>
          </a:solidFill>
          <a:ln>
            <a:solidFill>
              <a:schemeClr val="tx2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742666B-C783-003C-5BEC-4A799E7BE315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67804C2-19C0-0535-CD00-78AF05097A68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49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B1DCBE7-0377-3428-665B-458942D77C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8675" y="458787"/>
            <a:ext cx="19441062" cy="738817"/>
          </a:xfrm>
        </p:spPr>
        <p:txBody>
          <a:bodyPr>
            <a:noAutofit/>
          </a:bodyPr>
          <a:lstStyle/>
          <a:p>
            <a:r>
              <a:rPr lang="en-US" sz="6000" dirty="0">
                <a:latin typeface="Raleway" pitchFamily="2" charset="77"/>
              </a:rPr>
              <a:t>What about finding short sequences?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8A36E8-BBE4-F935-C700-6A87E5D25730}"/>
              </a:ext>
            </a:extLst>
          </p:cNvPr>
          <p:cNvSpPr txBox="1"/>
          <p:nvPr/>
        </p:nvSpPr>
        <p:spPr>
          <a:xfrm>
            <a:off x="1595628" y="2436413"/>
            <a:ext cx="13199364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/>
              <a:t>Pattern matching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/>
              <a:t>Not statistical – the pattern exists in the subject or not</a:t>
            </a:r>
          </a:p>
          <a:p>
            <a:pPr marL="800100" lvl="1" indent="-342900">
              <a:buFont typeface="Arial"/>
              <a:buChar char="•"/>
            </a:pPr>
            <a:r>
              <a:rPr lang="en-US" sz="3200" dirty="0"/>
              <a:t>Frequently important for analysis of proteins (e.g. PROSITE)</a:t>
            </a:r>
          </a:p>
          <a:p>
            <a:pPr marL="800100" lvl="1" indent="-342900">
              <a:buFont typeface="Arial"/>
              <a:buChar char="•"/>
            </a:pPr>
            <a:r>
              <a:rPr lang="en-US" sz="3200" dirty="0"/>
              <a:t>Computers are very good at pattern matching – fast!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116F900-3087-607E-FEBC-C149FA7048B2}"/>
              </a:ext>
            </a:extLst>
          </p:cNvPr>
          <p:cNvSpPr/>
          <p:nvPr/>
        </p:nvSpPr>
        <p:spPr>
          <a:xfrm>
            <a:off x="438675" y="2369372"/>
            <a:ext cx="804672" cy="64633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/>
              <a:t>1</a:t>
            </a:r>
            <a:endParaRPr lang="en-US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11C7C54-AD5A-6B51-56CA-74AB45F39A44}"/>
              </a:ext>
            </a:extLst>
          </p:cNvPr>
          <p:cNvSpPr txBox="1"/>
          <p:nvPr/>
        </p:nvSpPr>
        <p:spPr>
          <a:xfrm>
            <a:off x="859536" y="6806693"/>
            <a:ext cx="12508992" cy="105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50"/>
              </a:spcAft>
              <a:buNone/>
            </a:pPr>
            <a:r>
              <a:rPr lang="en-CA" sz="2800" b="0" i="1" dirty="0">
                <a:solidFill>
                  <a:srgbClr val="4B534F"/>
                </a:solidFill>
                <a:effectLst/>
                <a:latin typeface="Lora" pitchFamily="2" charset="77"/>
              </a:rPr>
              <a:t>PROSITE pattern syntax — the zinc-finger (C2H2 type) signature</a:t>
            </a:r>
          </a:p>
          <a:p>
            <a:pPr algn="l">
              <a:buNone/>
            </a:pPr>
            <a:r>
              <a:rPr lang="en-CA" sz="2800" b="0" i="0" dirty="0">
                <a:solidFill>
                  <a:srgbClr val="202422"/>
                </a:solidFill>
                <a:effectLst/>
                <a:latin typeface="IBM Plex Mono" panose="020B0509050203000203" pitchFamily="49" charset="77"/>
              </a:rPr>
              <a:t>C-x(2,4)-C-x(3)-[LIVMFYWC]-x(8)-H-x(3,5)-H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DDD77BB-6FB1-8F1C-5881-1EA491DE1E0C}"/>
                  </a:ext>
                </a:extLst>
              </p:cNvPr>
              <p:cNvSpPr txBox="1"/>
              <p:nvPr/>
            </p:nvSpPr>
            <p:spPr>
              <a:xfrm>
                <a:off x="13405104" y="5767103"/>
                <a:ext cx="6810669" cy="380104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>
                  <a:spcAft>
                    <a:spcPts val="450"/>
                  </a:spcAft>
                </a:pPr>
                <a:r>
                  <a:rPr lang="en-CA" sz="2400" b="0" i="0" dirty="0">
                    <a:solidFill>
                      <a:srgbClr val="202422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C </a:t>
                </a:r>
                <a:r>
                  <a:rPr lang="en-CA" sz="2400" dirty="0">
                    <a:solidFill>
                      <a:srgbClr val="20242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sz="2400" i="1" smtClean="0">
                        <a:solidFill>
                          <a:srgbClr val="20242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→</m:t>
                    </m:r>
                    <m:r>
                      <a:rPr lang="en-CA" sz="2400" b="0" i="1" smtClean="0">
                        <a:solidFill>
                          <a:srgbClr val="20242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</m:oMath>
                </a14:m>
                <a:r>
                  <a:rPr lang="en-CA" sz="2400" b="0" i="0" dirty="0">
                    <a:solidFill>
                      <a:srgbClr val="202422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a cysteine, exactly.</a:t>
                </a:r>
              </a:p>
              <a:p>
                <a:pPr>
                  <a:spcAft>
                    <a:spcPts val="450"/>
                  </a:spcAft>
                </a:pPr>
                <a:r>
                  <a:rPr lang="en-CA" sz="2400" b="0" i="0" dirty="0">
                    <a:solidFill>
                      <a:srgbClr val="202422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x(2,4) </a:t>
                </a:r>
                <a14:m>
                  <m:oMath xmlns:m="http://schemas.openxmlformats.org/officeDocument/2006/math">
                    <m:r>
                      <a:rPr lang="en-CA" sz="2400" i="1">
                        <a:solidFill>
                          <a:srgbClr val="20242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→</m:t>
                    </m:r>
                  </m:oMath>
                </a14:m>
                <a:r>
                  <a:rPr lang="en-CA" sz="2400" b="0" i="0" dirty="0">
                    <a:solidFill>
                      <a:srgbClr val="202422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 any 2 to 4 residues.</a:t>
                </a:r>
              </a:p>
              <a:p>
                <a:pPr>
                  <a:spcAft>
                    <a:spcPts val="450"/>
                  </a:spcAft>
                </a:pPr>
                <a:r>
                  <a:rPr lang="en-CA" sz="2400" b="0" i="0" dirty="0">
                    <a:solidFill>
                      <a:srgbClr val="202422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C </a:t>
                </a:r>
                <a:r>
                  <a:rPr lang="en-CA" sz="2400" dirty="0">
                    <a:solidFill>
                      <a:srgbClr val="202422"/>
                    </a:solidFill>
                    <a:ea typeface="Cambria Math" panose="02040503050406030204" pitchFamily="18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sz="2400" i="1">
                        <a:solidFill>
                          <a:srgbClr val="20242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→ </m:t>
                    </m:r>
                  </m:oMath>
                </a14:m>
                <a:r>
                  <a:rPr lang="en-CA" sz="2400" b="0" i="0" dirty="0">
                    <a:solidFill>
                      <a:srgbClr val="202422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another cysteine.</a:t>
                </a:r>
              </a:p>
              <a:p>
                <a:pPr>
                  <a:spcAft>
                    <a:spcPts val="450"/>
                  </a:spcAft>
                </a:pPr>
                <a:r>
                  <a:rPr lang="en-CA" sz="2400" b="0" i="0" dirty="0">
                    <a:solidFill>
                      <a:srgbClr val="202422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x(3) </a:t>
                </a:r>
                <a:r>
                  <a:rPr lang="en-CA" sz="2400" dirty="0">
                    <a:solidFill>
                      <a:srgbClr val="202422"/>
                    </a:solidFill>
                    <a:ea typeface="Cambria Math" panose="02040503050406030204" pitchFamily="18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sz="2400" i="1">
                        <a:solidFill>
                          <a:srgbClr val="20242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→ </m:t>
                    </m:r>
                  </m:oMath>
                </a14:m>
                <a:r>
                  <a:rPr lang="en-CA" sz="2400" b="0" i="0" dirty="0">
                    <a:solidFill>
                      <a:srgbClr val="202422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exactly 3 of any residue.</a:t>
                </a:r>
              </a:p>
              <a:p>
                <a:pPr>
                  <a:spcAft>
                    <a:spcPts val="450"/>
                  </a:spcAft>
                </a:pPr>
                <a:r>
                  <a:rPr lang="en-CA" sz="2400" b="0" i="0" dirty="0">
                    <a:solidFill>
                      <a:srgbClr val="202422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[LIVMFYWC] </a:t>
                </a:r>
                <a:r>
                  <a:rPr lang="en-CA" sz="2400" dirty="0">
                    <a:solidFill>
                      <a:srgbClr val="202422"/>
                    </a:solidFill>
                    <a:ea typeface="Cambria Math" panose="02040503050406030204" pitchFamily="18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sz="2400" i="1">
                        <a:solidFill>
                          <a:srgbClr val="20242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→ </m:t>
                    </m:r>
                  </m:oMath>
                </a14:m>
                <a:r>
                  <a:rPr lang="en-CA" sz="2400" b="0" i="0" dirty="0">
                    <a:solidFill>
                      <a:srgbClr val="202422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one residue drawn from that bracketed set.</a:t>
                </a:r>
              </a:p>
              <a:p>
                <a:pPr>
                  <a:spcAft>
                    <a:spcPts val="450"/>
                  </a:spcAft>
                </a:pPr>
                <a:r>
                  <a:rPr lang="en-CA" sz="2400" b="0" i="0" dirty="0">
                    <a:solidFill>
                      <a:srgbClr val="202422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x(8) </a:t>
                </a:r>
                <a:r>
                  <a:rPr lang="en-CA" sz="2400" dirty="0">
                    <a:solidFill>
                      <a:srgbClr val="202422"/>
                    </a:solidFill>
                    <a:ea typeface="Cambria Math" panose="02040503050406030204" pitchFamily="18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sz="2400" i="1">
                        <a:solidFill>
                          <a:srgbClr val="20242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→ </m:t>
                    </m:r>
                  </m:oMath>
                </a14:m>
                <a:r>
                  <a:rPr lang="en-CA" sz="2400" b="0" i="0" dirty="0">
                    <a:solidFill>
                      <a:srgbClr val="202422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exactly 8 of any residue.</a:t>
                </a:r>
              </a:p>
              <a:p>
                <a:pPr>
                  <a:spcAft>
                    <a:spcPts val="450"/>
                  </a:spcAft>
                </a:pPr>
                <a:r>
                  <a:rPr lang="en-CA" sz="2400" b="0" i="0" dirty="0">
                    <a:solidFill>
                      <a:srgbClr val="202422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H-x(3,5)-H </a:t>
                </a:r>
                <a14:m>
                  <m:oMath xmlns:m="http://schemas.openxmlformats.org/officeDocument/2006/math">
                    <m:r>
                      <a:rPr lang="en-CA" sz="2400" i="1">
                        <a:solidFill>
                          <a:srgbClr val="20242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→</m:t>
                    </m:r>
                  </m:oMath>
                </a14:m>
                <a:r>
                  <a:rPr lang="en-CA" sz="2400" b="0" i="0" dirty="0">
                    <a:solidFill>
                      <a:srgbClr val="202422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 a histidine, a short spacer, then a second histidine.</a:t>
                </a: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DDD77BB-6FB1-8F1C-5881-1EA491DE1E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05104" y="5767103"/>
                <a:ext cx="6810669" cy="3801041"/>
              </a:xfrm>
              <a:prstGeom prst="rect">
                <a:avLst/>
              </a:prstGeom>
              <a:blipFill>
                <a:blip r:embed="rId3"/>
                <a:stretch>
                  <a:fillRect l="-1490" t="-1333" b="-2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ight Brace 13">
            <a:extLst>
              <a:ext uri="{FF2B5EF4-FFF2-40B4-BE49-F238E27FC236}">
                <a16:creationId xmlns:a16="http://schemas.microsoft.com/office/drawing/2014/main" id="{19C22051-47E3-2233-9585-94F27FFEAA0A}"/>
              </a:ext>
            </a:extLst>
          </p:cNvPr>
          <p:cNvSpPr/>
          <p:nvPr/>
        </p:nvSpPr>
        <p:spPr>
          <a:xfrm>
            <a:off x="12161520" y="5522976"/>
            <a:ext cx="1042416" cy="4133088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046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D1DB7-6B0B-9753-B9D0-7BE0091AFF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1C0AF6F-44DE-C1D0-4533-D87B2C0C2380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F65660C-0007-0A48-FBEC-B873FE409C8D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50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0EDB683-919C-3C3B-6EB9-9DCE46DA14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8675" y="458787"/>
            <a:ext cx="19441062" cy="738817"/>
          </a:xfrm>
        </p:spPr>
        <p:txBody>
          <a:bodyPr>
            <a:noAutofit/>
          </a:bodyPr>
          <a:lstStyle/>
          <a:p>
            <a:r>
              <a:rPr lang="en-US" sz="6000" dirty="0">
                <a:latin typeface="Raleway" pitchFamily="2" charset="77"/>
              </a:rPr>
              <a:t>What about finding short sequences?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A225DD-F20F-2E9C-FA82-39222E484C3D}"/>
              </a:ext>
            </a:extLst>
          </p:cNvPr>
          <p:cNvSpPr txBox="1"/>
          <p:nvPr/>
        </p:nvSpPr>
        <p:spPr>
          <a:xfrm>
            <a:off x="1595628" y="2436413"/>
            <a:ext cx="8563578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/>
              <a:t>Position-specific scoring matrix (PSSM)</a:t>
            </a:r>
          </a:p>
          <a:p>
            <a:pPr marL="800100" lvl="1" indent="-342900">
              <a:buFont typeface="Arial"/>
              <a:buChar char="•"/>
            </a:pPr>
            <a:r>
              <a:rPr lang="en-US" sz="3200" dirty="0"/>
              <a:t>A pattern with variation based on observation</a:t>
            </a:r>
          </a:p>
          <a:p>
            <a:pPr marL="800100" lvl="1" indent="-342900">
              <a:buFont typeface="Arial"/>
              <a:buChar char="•"/>
            </a:pPr>
            <a:r>
              <a:rPr lang="en-US" sz="3200" dirty="0"/>
              <a:t>Particularly important for analysis of DNA binding sites (e.g. JASPAR database) </a:t>
            </a:r>
          </a:p>
          <a:p>
            <a:pPr marL="800100" lvl="1" indent="-342900">
              <a:buFont typeface="Arial"/>
              <a:buChar char="•"/>
            </a:pPr>
            <a:r>
              <a:rPr lang="en-US" sz="3200" dirty="0"/>
              <a:t>Statistical in nature, but very high false discovery rate!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353B1FDC-3C68-7466-54C6-4E8AB50BC2EA}"/>
              </a:ext>
            </a:extLst>
          </p:cNvPr>
          <p:cNvSpPr/>
          <p:nvPr/>
        </p:nvSpPr>
        <p:spPr>
          <a:xfrm>
            <a:off x="438675" y="2369372"/>
            <a:ext cx="804672" cy="64633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/>
              <a:t>2</a:t>
            </a:r>
            <a:endParaRPr lang="en-US" b="1" dirty="0"/>
          </a:p>
        </p:txBody>
      </p:sp>
      <p:pic>
        <p:nvPicPr>
          <p:cNvPr id="2" name="Picture 1" descr="F1.large.jpg">
            <a:extLst>
              <a:ext uri="{FF2B5EF4-FFF2-40B4-BE49-F238E27FC236}">
                <a16:creationId xmlns:a16="http://schemas.microsoft.com/office/drawing/2014/main" id="{5E4BBD5D-A10F-523C-2B36-E2B66309FA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20989" y="3251787"/>
            <a:ext cx="8652568" cy="6374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558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2CEA3A-BF44-CF83-D102-FC9ADB190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F139CBD-C35C-24C0-5720-B11493C756A6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BE7AB0C-1A1E-21E1-8036-E78A84DC0307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51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424947B-53CA-6475-B1CC-0BEFF9EB5E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8675" y="458787"/>
            <a:ext cx="19441062" cy="738817"/>
          </a:xfrm>
        </p:spPr>
        <p:txBody>
          <a:bodyPr>
            <a:noAutofit/>
          </a:bodyPr>
          <a:lstStyle/>
          <a:p>
            <a:r>
              <a:rPr lang="en-US" sz="6000" dirty="0">
                <a:latin typeface="Raleway" pitchFamily="2" charset="77"/>
              </a:rPr>
              <a:t>Summary of sequence of analysis methods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C43C708-D31A-7E68-CA11-BD56292134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837919"/>
              </p:ext>
            </p:extLst>
          </p:nvPr>
        </p:nvGraphicFramePr>
        <p:xfrm>
          <a:off x="1521776" y="3002280"/>
          <a:ext cx="17274860" cy="54254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534732">
                  <a:extLst>
                    <a:ext uri="{9D8B030D-6E8A-4147-A177-3AD203B41FA5}">
                      <a16:colId xmlns:a16="http://schemas.microsoft.com/office/drawing/2014/main" val="331428319"/>
                    </a:ext>
                  </a:extLst>
                </a:gridCol>
                <a:gridCol w="5065776">
                  <a:extLst>
                    <a:ext uri="{9D8B030D-6E8A-4147-A177-3AD203B41FA5}">
                      <a16:colId xmlns:a16="http://schemas.microsoft.com/office/drawing/2014/main" val="4011324342"/>
                    </a:ext>
                  </a:extLst>
                </a:gridCol>
                <a:gridCol w="3822192">
                  <a:extLst>
                    <a:ext uri="{9D8B030D-6E8A-4147-A177-3AD203B41FA5}">
                      <a16:colId xmlns:a16="http://schemas.microsoft.com/office/drawing/2014/main" val="4211898072"/>
                    </a:ext>
                  </a:extLst>
                </a:gridCol>
                <a:gridCol w="5852160">
                  <a:extLst>
                    <a:ext uri="{9D8B030D-6E8A-4147-A177-3AD203B41FA5}">
                      <a16:colId xmlns:a16="http://schemas.microsoft.com/office/drawing/2014/main" val="33035588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Method</a:t>
                      </a:r>
                    </a:p>
                  </a:txBody>
                  <a:tcPr>
                    <a:solidFill>
                      <a:schemeClr val="tx2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What is compares against</a:t>
                      </a:r>
                    </a:p>
                  </a:txBody>
                  <a:tcPr>
                    <a:solidFill>
                      <a:schemeClr val="tx2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Speed</a:t>
                      </a:r>
                    </a:p>
                  </a:txBody>
                  <a:tcPr>
                    <a:solidFill>
                      <a:schemeClr val="tx2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Sensitivity to variation</a:t>
                      </a:r>
                    </a:p>
                  </a:txBody>
                  <a:tcPr>
                    <a:solidFill>
                      <a:schemeClr val="tx2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7963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CA" i="1">
                          <a:solidFill>
                            <a:schemeClr val="tx2">
                              <a:lumMod val="65000"/>
                            </a:schemeClr>
                          </a:solidFill>
                          <a:effectLst/>
                        </a:rPr>
                        <a:t>Smith–Waterman</a:t>
                      </a:r>
                    </a:p>
                  </a:txBody>
                  <a:tcPr marL="114300" marR="114300" marT="76200" marB="7620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CA" i="1">
                          <a:solidFill>
                            <a:schemeClr val="tx2">
                              <a:lumMod val="65000"/>
                            </a:schemeClr>
                          </a:solidFill>
                          <a:effectLst/>
                        </a:rPr>
                        <a:t>one sequence vs one sequence, exactly</a:t>
                      </a:r>
                    </a:p>
                  </a:txBody>
                  <a:tcPr marL="114300" marR="114300" marT="76200" marB="7620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CA" i="1" dirty="0">
                          <a:solidFill>
                            <a:schemeClr val="tx2">
                              <a:lumMod val="65000"/>
                            </a:schemeClr>
                          </a:solidFill>
                          <a:effectLst/>
                        </a:rPr>
                        <a:t>slow</a:t>
                      </a:r>
                    </a:p>
                  </a:txBody>
                  <a:tcPr marL="114300" marR="114300" marT="76200" marB="7620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CA" i="1" dirty="0">
                          <a:solidFill>
                            <a:schemeClr val="tx2">
                              <a:lumMod val="65000"/>
                            </a:schemeClr>
                          </a:solidFill>
                          <a:effectLst/>
                        </a:rPr>
                        <a:t>optimal, but only for that one pair</a:t>
                      </a:r>
                    </a:p>
                  </a:txBody>
                  <a:tcPr marL="114300" marR="114300" marT="76200" marB="76200"/>
                </a:tc>
                <a:extLst>
                  <a:ext uri="{0D108BD9-81ED-4DB2-BD59-A6C34878D82A}">
                    <a16:rowId xmlns:a16="http://schemas.microsoft.com/office/drawing/2014/main" val="18903087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CA">
                          <a:effectLst/>
                        </a:rPr>
                        <a:t>BLAST</a:t>
                      </a:r>
                    </a:p>
                  </a:txBody>
                  <a:tcPr marL="114300" marR="114300" marT="76200" marB="7620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CA">
                          <a:effectLst/>
                        </a:rPr>
                        <a:t>one sequence vs a whole database, heuristically</a:t>
                      </a:r>
                    </a:p>
                  </a:txBody>
                  <a:tcPr marL="114300" marR="114300" marT="76200" marB="7620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CA" dirty="0">
                          <a:effectLst/>
                        </a:rPr>
                        <a:t>very fast</a:t>
                      </a:r>
                    </a:p>
                  </a:txBody>
                  <a:tcPr marL="114300" marR="114300" marT="76200" marB="7620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CA">
                          <a:effectLst/>
                        </a:rPr>
                        <a:t>can miss short/weak seeds</a:t>
                      </a:r>
                    </a:p>
                  </a:txBody>
                  <a:tcPr marL="114300" marR="114300" marT="76200" marB="76200"/>
                </a:tc>
                <a:extLst>
                  <a:ext uri="{0D108BD9-81ED-4DB2-BD59-A6C34878D82A}">
                    <a16:rowId xmlns:a16="http://schemas.microsoft.com/office/drawing/2014/main" val="1808443168"/>
                  </a:ext>
                </a:extLst>
              </a:tr>
              <a:tr h="569041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CA">
                          <a:effectLst/>
                        </a:rPr>
                        <a:t>PROSITE</a:t>
                      </a:r>
                    </a:p>
                  </a:txBody>
                  <a:tcPr marL="114300" marR="114300" marT="76200" marB="7620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CA">
                          <a:effectLst/>
                        </a:rPr>
                        <a:t>a fixed rule</a:t>
                      </a:r>
                    </a:p>
                  </a:txBody>
                  <a:tcPr marL="114300" marR="114300" marT="76200" marB="7620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CA">
                          <a:effectLst/>
                        </a:rPr>
                        <a:t>very fast</a:t>
                      </a:r>
                    </a:p>
                  </a:txBody>
                  <a:tcPr marL="114300" marR="114300" marT="76200" marB="7620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CA" dirty="0">
                          <a:effectLst/>
                        </a:rPr>
                        <a:t>brittle, no tolerance</a:t>
                      </a:r>
                    </a:p>
                  </a:txBody>
                  <a:tcPr marL="114300" marR="114300" marT="76200" marB="76200"/>
                </a:tc>
                <a:extLst>
                  <a:ext uri="{0D108BD9-81ED-4DB2-BD59-A6C34878D82A}">
                    <a16:rowId xmlns:a16="http://schemas.microsoft.com/office/drawing/2014/main" val="33687561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CA">
                          <a:effectLst/>
                        </a:rPr>
                        <a:t>PSSM</a:t>
                      </a:r>
                    </a:p>
                  </a:txBody>
                  <a:tcPr marL="114300" marR="114300" marT="76200" marB="7620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CA">
                          <a:effectLst/>
                        </a:rPr>
                        <a:t>a fixed-length, position-scored motif</a:t>
                      </a:r>
                    </a:p>
                  </a:txBody>
                  <a:tcPr marL="114300" marR="114300" marT="76200" marB="7620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CA">
                          <a:effectLst/>
                        </a:rPr>
                        <a:t>fast</a:t>
                      </a:r>
                    </a:p>
                  </a:txBody>
                  <a:tcPr marL="114300" marR="114300" marT="76200" marB="7620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CA" dirty="0">
                          <a:effectLst/>
                        </a:rPr>
                        <a:t>tolerant</a:t>
                      </a:r>
                    </a:p>
                  </a:txBody>
                  <a:tcPr marL="114300" marR="114300" marT="76200" marB="76200"/>
                </a:tc>
                <a:extLst>
                  <a:ext uri="{0D108BD9-81ED-4DB2-BD59-A6C34878D82A}">
                    <a16:rowId xmlns:a16="http://schemas.microsoft.com/office/drawing/2014/main" val="36900466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CA">
                          <a:effectLst/>
                        </a:rPr>
                        <a:t>Profile HMM</a:t>
                      </a:r>
                    </a:p>
                  </a:txBody>
                  <a:tcPr marL="114300" marR="114300" marT="76200" marB="7620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CA">
                          <a:effectLst/>
                        </a:rPr>
                        <a:t>a whole family, probabilistically</a:t>
                      </a:r>
                    </a:p>
                  </a:txBody>
                  <a:tcPr marL="114300" marR="114300" marT="76200" marB="7620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CA">
                          <a:effectLst/>
                        </a:rPr>
                        <a:t>slower than BLAST</a:t>
                      </a:r>
                    </a:p>
                  </a:txBody>
                  <a:tcPr marL="114300" marR="114300" marT="76200" marB="7620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CA" dirty="0">
                          <a:effectLst/>
                        </a:rPr>
                        <a:t>most sensitive, built for divergence</a:t>
                      </a:r>
                    </a:p>
                  </a:txBody>
                  <a:tcPr marL="114300" marR="114300" marT="76200" marB="76200"/>
                </a:tc>
                <a:extLst>
                  <a:ext uri="{0D108BD9-81ED-4DB2-BD59-A6C34878D82A}">
                    <a16:rowId xmlns:a16="http://schemas.microsoft.com/office/drawing/2014/main" val="35250249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3834572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AF61F0-AFF7-B994-0C14-375A0BEE5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8A0F60C-B46B-380F-D860-58243C191716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2792E9C-7E5E-F14F-B049-5BFE22D713B7}" type="datetime4">
              <a:rPr lang="en-CA" smtClean="0"/>
              <a:t>September 30, 2026</a:t>
            </a:fld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6BF1535-73C8-4B53-8807-00E19432A5F3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991AB9B0-3E43-D847-B073-60FE8FAFFDB7}" type="slidenum">
              <a:rPr lang="en-US" smtClean="0"/>
              <a:pPr/>
              <a:t>52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A12C66C-8635-75FD-9EF3-D69F2063A8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8675" y="458787"/>
            <a:ext cx="19441062" cy="738817"/>
          </a:xfrm>
        </p:spPr>
        <p:txBody>
          <a:bodyPr>
            <a:noAutofit/>
          </a:bodyPr>
          <a:lstStyle/>
          <a:p>
            <a:r>
              <a:rPr lang="en-US" sz="6000" dirty="0"/>
              <a:t>This week … </a:t>
            </a:r>
            <a:endParaRPr lang="en-US" sz="6000" dirty="0">
              <a:latin typeface="Raleway" pitchFamily="2" charset="77"/>
            </a:endParaRPr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C3B5FAE-407B-3C86-6C4F-7A0AED762D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548" y="2423268"/>
            <a:ext cx="18031338" cy="2527046"/>
          </a:xfrm>
          <a:prstGeom prst="rect">
            <a:avLst/>
          </a:prstGeom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E6350EC-F92B-5351-CBAD-E5F75BF817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4431" y="5344916"/>
            <a:ext cx="11250455" cy="4881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6093475"/>
      </p:ext>
    </p:extLst>
  </p:cSld>
  <p:clrMapOvr>
    <a:masterClrMapping/>
  </p:clrMapOvr>
</p:sld>
</file>

<file path=ppt/theme/theme1.xml><?xml version="1.0" encoding="utf-8"?>
<a:theme xmlns:a="http://schemas.openxmlformats.org/drawingml/2006/main" name="McMaster Title and Closing Slides">
  <a:themeElements>
    <a:clrScheme name="McMaster Colours PPTx 2024">
      <a:dk1>
        <a:srgbClr val="0F0F0F"/>
      </a:dk1>
      <a:lt1>
        <a:srgbClr val="FFFFFF"/>
      </a:lt1>
      <a:dk2>
        <a:srgbClr val="FFFFFF"/>
      </a:dk2>
      <a:lt2>
        <a:srgbClr val="FFFFFF"/>
      </a:lt2>
      <a:accent1>
        <a:srgbClr val="79003C"/>
      </a:accent1>
      <a:accent2>
        <a:srgbClr val="FDBF57"/>
      </a:accent2>
      <a:accent3>
        <a:srgbClr val="495965"/>
      </a:accent3>
      <a:accent4>
        <a:srgbClr val="CC99CC"/>
      </a:accent4>
      <a:accent5>
        <a:srgbClr val="0D5D78"/>
      </a:accent5>
      <a:accent6>
        <a:srgbClr val="000000"/>
      </a:accent6>
      <a:hlink>
        <a:srgbClr val="79003C"/>
      </a:hlink>
      <a:folHlink>
        <a:srgbClr val="2A0014"/>
      </a:folHlink>
    </a:clrScheme>
    <a:fontScheme name="McMaster Fonts PPTx 2024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McMaster Main Slides - White">
  <a:themeElements>
    <a:clrScheme name="McMaster Colours PPTx 2024">
      <a:dk1>
        <a:srgbClr val="0F0F0F"/>
      </a:dk1>
      <a:lt1>
        <a:srgbClr val="FFFFFF"/>
      </a:lt1>
      <a:dk2>
        <a:srgbClr val="FFFFFF"/>
      </a:dk2>
      <a:lt2>
        <a:srgbClr val="FFFFFF"/>
      </a:lt2>
      <a:accent1>
        <a:srgbClr val="79003C"/>
      </a:accent1>
      <a:accent2>
        <a:srgbClr val="FDBF57"/>
      </a:accent2>
      <a:accent3>
        <a:srgbClr val="495965"/>
      </a:accent3>
      <a:accent4>
        <a:srgbClr val="CC99CC"/>
      </a:accent4>
      <a:accent5>
        <a:srgbClr val="0D5D78"/>
      </a:accent5>
      <a:accent6>
        <a:srgbClr val="000000"/>
      </a:accent6>
      <a:hlink>
        <a:srgbClr val="79003C"/>
      </a:hlink>
      <a:folHlink>
        <a:srgbClr val="2A0014"/>
      </a:folHlink>
    </a:clrScheme>
    <a:fontScheme name="McMaster Fonts PPTx 2024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McMaster Main Slides - Maroon">
  <a:themeElements>
    <a:clrScheme name="McMaster Colours PPTx 2024">
      <a:dk1>
        <a:srgbClr val="0F0F0F"/>
      </a:dk1>
      <a:lt1>
        <a:srgbClr val="FFFFFF"/>
      </a:lt1>
      <a:dk2>
        <a:srgbClr val="FFFFFF"/>
      </a:dk2>
      <a:lt2>
        <a:srgbClr val="FFFFFF"/>
      </a:lt2>
      <a:accent1>
        <a:srgbClr val="79003C"/>
      </a:accent1>
      <a:accent2>
        <a:srgbClr val="FDBF57"/>
      </a:accent2>
      <a:accent3>
        <a:srgbClr val="495965"/>
      </a:accent3>
      <a:accent4>
        <a:srgbClr val="CC99CC"/>
      </a:accent4>
      <a:accent5>
        <a:srgbClr val="0D5D78"/>
      </a:accent5>
      <a:accent6>
        <a:srgbClr val="000000"/>
      </a:accent6>
      <a:hlink>
        <a:srgbClr val="79003C"/>
      </a:hlink>
      <a:folHlink>
        <a:srgbClr val="2A0014"/>
      </a:folHlink>
    </a:clrScheme>
    <a:fontScheme name="McMaster Fonts PPTx 2024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56b50f8d-715f-480a-838b-715664365a53">
      <UserInfo>
        <DisplayName>SharingLinks.489b77b9-d459-4f50-8e67-11d353497347.Flexible.911ce84e-a8fa-41b6-8c97-d208590a2ab8</DisplayName>
        <AccountId>365</AccountId>
        <AccountType/>
      </UserInfo>
      <UserInfo>
        <DisplayName>Omoseke Fowode</DisplayName>
        <AccountId>364</AccountId>
        <AccountType/>
      </UserInfo>
      <UserInfo>
        <DisplayName>VictoriaRose Regan</DisplayName>
        <AccountId>34</AccountId>
        <AccountType/>
      </UserInfo>
      <UserInfo>
        <DisplayName>Marketing Content Projects Owners</DisplayName>
        <AccountId>6</AccountId>
        <AccountType/>
      </UserInfo>
      <UserInfo>
        <DisplayName>vregan@elitedigital.ca</DisplayName>
        <AccountId>26</AccountId>
        <AccountType/>
      </UserInfo>
      <UserInfo>
        <DisplayName>Poelmans, Phil</DisplayName>
        <AccountId>378</AccountId>
        <AccountType/>
      </UserInfo>
      <UserInfo>
        <DisplayName>SharingLinks.11f30ffa-8e2d-48ff-ae65-417733c54462.Flexible.52ef79e5-1b7f-4940-af6c-97c7401e1422</DisplayName>
        <AccountId>367</AccountId>
        <AccountType/>
      </UserInfo>
      <UserInfo>
        <DisplayName>SharingLinks.ee822e11-9601-4420-be31-e0b505a82cae.Flexible.162289b9-8d28-4537-bbba-beb1e9cd24e5</DisplayName>
        <AccountId>366</AccountId>
        <AccountType/>
      </UserInfo>
      <UserInfo>
        <DisplayName>Blackwood, Jessica</DisplayName>
        <AccountId>280</AccountId>
        <AccountType/>
      </UserInfo>
      <UserInfo>
        <DisplayName>Valentine, Richard</DisplayName>
        <AccountId>12</AccountId>
        <AccountType/>
      </UserInfo>
      <UserInfo>
        <DisplayName>Jamie Kaushal</DisplayName>
        <AccountId>380</AccountId>
        <AccountType/>
      </UserInfo>
      <UserInfo>
        <DisplayName>Morgan, Sara</DisplayName>
        <AccountId>9</AccountId>
        <AccountType/>
      </UserInfo>
    </SharedWithUsers>
    <lcf76f155ced4ddcb4097134ff3c332f xmlns="88b0a0ff-d3b5-49df-8481-a9e681bdc8a6">
      <Terms xmlns="http://schemas.microsoft.com/office/infopath/2007/PartnerControls"/>
    </lcf76f155ced4ddcb4097134ff3c332f>
    <TaxCatchAll xmlns="56b50f8d-715f-480a-838b-715664365a53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2A38F74C9162C478D8F165ED878BC5B" ma:contentTypeVersion="15" ma:contentTypeDescription="Create a new document." ma:contentTypeScope="" ma:versionID="e47a23570109c110b7798bafe919556a">
  <xsd:schema xmlns:xsd="http://www.w3.org/2001/XMLSchema" xmlns:xs="http://www.w3.org/2001/XMLSchema" xmlns:p="http://schemas.microsoft.com/office/2006/metadata/properties" xmlns:ns2="88b0a0ff-d3b5-49df-8481-a9e681bdc8a6" xmlns:ns3="56b50f8d-715f-480a-838b-715664365a53" targetNamespace="http://schemas.microsoft.com/office/2006/metadata/properties" ma:root="true" ma:fieldsID="fca2d4002b9751db08dcbe4d29144a3f" ns2:_="" ns3:_="">
    <xsd:import namespace="88b0a0ff-d3b5-49df-8481-a9e681bdc8a6"/>
    <xsd:import namespace="56b50f8d-715f-480a-838b-715664365a5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Location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8b0a0ff-d3b5-49df-8481-a9e681bdc8a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a073764d-e844-48d8-8cbc-d63b9d95286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6b50f8d-715f-480a-838b-715664365a53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4" nillable="true" ma:displayName="Taxonomy Catch All Column" ma:hidden="true" ma:list="{158ff6b1-b036-4316-b274-01ca8d384497}" ma:internalName="TaxCatchAll" ma:showField="CatchAllData" ma:web="56b50f8d-715f-480a-838b-715664365a5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28C2D47-8966-498E-811F-A1F66EDD0AA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61FCE0B-163E-4885-9228-6F21EEAE8497}">
  <ds:schemaRefs>
    <ds:schemaRef ds:uri="d40a990f-0aae-4c25-9c28-eaaf496ed2a5"/>
    <ds:schemaRef ds:uri="http://schemas.microsoft.com/office/infopath/2007/PartnerControls"/>
    <ds:schemaRef ds:uri="http://purl.org/dc/terms/"/>
    <ds:schemaRef ds:uri="http://schemas.openxmlformats.org/package/2006/metadata/core-properties"/>
    <ds:schemaRef ds:uri="http://schemas.microsoft.com/office/2006/documentManagement/types"/>
    <ds:schemaRef ds:uri="http://purl.org/dc/elements/1.1/"/>
    <ds:schemaRef ds:uri="f1f8a7e4-56c1-4563-85ae-320e346f1ca6"/>
    <ds:schemaRef ds:uri="http://schemas.microsoft.com/office/2006/metadata/properties"/>
    <ds:schemaRef ds:uri="http://www.w3.org/XML/1998/namespace"/>
    <ds:schemaRef ds:uri="http://purl.org/dc/dcmitype/"/>
    <ds:schemaRef ds:uri="56b50f8d-715f-480a-838b-715664365a53"/>
    <ds:schemaRef ds:uri="88b0a0ff-d3b5-49df-8481-a9e681bdc8a6"/>
  </ds:schemaRefs>
</ds:datastoreItem>
</file>

<file path=customXml/itemProps3.xml><?xml version="1.0" encoding="utf-8"?>
<ds:datastoreItem xmlns:ds="http://schemas.openxmlformats.org/officeDocument/2006/customXml" ds:itemID="{C57527D8-6F85-456C-AD90-B5FF6D7A1E5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8b0a0ff-d3b5-49df-8481-a9e681bdc8a6"/>
    <ds:schemaRef ds:uri="56b50f8d-715f-480a-838b-715664365a5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8564</TotalTime>
  <Words>4703</Words>
  <Application>Microsoft Macintosh PowerPoint</Application>
  <PresentationFormat>Custom</PresentationFormat>
  <Paragraphs>878</Paragraphs>
  <Slides>52</Slides>
  <Notes>52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52</vt:i4>
      </vt:variant>
    </vt:vector>
  </HeadingPairs>
  <TitlesOfParts>
    <vt:vector size="63" baseType="lpstr">
      <vt:lpstr>Aptos</vt:lpstr>
      <vt:lpstr>Arial</vt:lpstr>
      <vt:lpstr>Cambria Math</vt:lpstr>
      <vt:lpstr>Courier New</vt:lpstr>
      <vt:lpstr>IBM Plex Mono</vt:lpstr>
      <vt:lpstr>Lora</vt:lpstr>
      <vt:lpstr>Raleway</vt:lpstr>
      <vt:lpstr>Times</vt:lpstr>
      <vt:lpstr>McMaster Title and Closing Slides</vt:lpstr>
      <vt:lpstr>McMaster Main Slides - White</vt:lpstr>
      <vt:lpstr>McMaster Main Slides - Maroon</vt:lpstr>
      <vt:lpstr>Sequence Similarity &amp; Searching</vt:lpstr>
      <vt:lpstr>What questions can sequence analysis answer?</vt:lpstr>
      <vt:lpstr>Local vs global alignment</vt:lpstr>
      <vt:lpstr>Focusing on three methods</vt:lpstr>
      <vt:lpstr>Learning Objectives</vt:lpstr>
      <vt:lpstr>Basic Local Alignment Search Tool (BLAST)</vt:lpstr>
      <vt:lpstr>Basic Local Alignment Search Tool (BLAST)</vt:lpstr>
      <vt:lpstr>Basic Local Alignment Search Tool (BLAST)</vt:lpstr>
      <vt:lpstr>Basic Local Alignment Search Tool (BLAST)</vt:lpstr>
      <vt:lpstr>Basic Local Alignment Search Tool (BLAST)</vt:lpstr>
      <vt:lpstr>Basic Local Alignment Search Tool (BLAST)</vt:lpstr>
      <vt:lpstr>Basic Local Alignment Search Tool (BLAST)</vt:lpstr>
      <vt:lpstr>Basic Local Alignment Search Tool (BLAST)</vt:lpstr>
      <vt:lpstr>Basic Local Alignment Search Tool (BLAST)</vt:lpstr>
      <vt:lpstr>A High Scoring Pair (HSP) </vt:lpstr>
      <vt:lpstr>A High Scoring Pair (HSP) </vt:lpstr>
      <vt:lpstr>A High Scoring Pair (HSP) </vt:lpstr>
      <vt:lpstr>A High Scoring Pair (HSP) </vt:lpstr>
      <vt:lpstr>A High Scoring Pair (HSP) </vt:lpstr>
      <vt:lpstr>A High Scoring Pair (HSP) </vt:lpstr>
      <vt:lpstr>A High Scoring Pair (HSP) </vt:lpstr>
      <vt:lpstr>How does BLAST use physio-chemical properties?</vt:lpstr>
      <vt:lpstr>BLAST Programs</vt:lpstr>
      <vt:lpstr>BLAST Programs</vt:lpstr>
      <vt:lpstr>Importantly: BLAST is not Functional Biology</vt:lpstr>
      <vt:lpstr>Basic Local Alignment Search Tool (BLAST)</vt:lpstr>
      <vt:lpstr>Hidden Markov Models (HMMs)</vt:lpstr>
      <vt:lpstr>Hidden Markov Models (HMMs)</vt:lpstr>
      <vt:lpstr>A simple DNA HMM</vt:lpstr>
      <vt:lpstr>A simple DNA HMM</vt:lpstr>
      <vt:lpstr>A simple DNA HMM</vt:lpstr>
      <vt:lpstr>A simple DNA HMM</vt:lpstr>
      <vt:lpstr>A simple DNA HMM</vt:lpstr>
      <vt:lpstr>A simple DNA HMM</vt:lpstr>
      <vt:lpstr>A simple DNA HMM</vt:lpstr>
      <vt:lpstr>A simple DNA HMM</vt:lpstr>
      <vt:lpstr>A simple DNA HMM</vt:lpstr>
      <vt:lpstr>A simple DNA HMM</vt:lpstr>
      <vt:lpstr>Hidden Markov Models (HMMs)</vt:lpstr>
      <vt:lpstr>Hidden Markov Models (HMMs)</vt:lpstr>
      <vt:lpstr>Hidden Markov Models (HMMs)</vt:lpstr>
      <vt:lpstr>Pfam Iron Hydrogenase HMM</vt:lpstr>
      <vt:lpstr>Pfam Iron Hydrogenase HMM</vt:lpstr>
      <vt:lpstr>Pfam Iron Hydrogenase HMM</vt:lpstr>
      <vt:lpstr>Hidden Markov Models (HMMs)</vt:lpstr>
      <vt:lpstr>HMMs in Pfam/Hmmer</vt:lpstr>
      <vt:lpstr>HMMs in Pfam/Hmmer</vt:lpstr>
      <vt:lpstr>What about finding short sequences?</vt:lpstr>
      <vt:lpstr>What about finding short sequences?</vt:lpstr>
      <vt:lpstr>What about finding short sequences?</vt:lpstr>
      <vt:lpstr>Summary of sequence of analysis methods</vt:lpstr>
      <vt:lpstr>This week …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McMaster Brand PowerPoint Template</dc:title>
  <dc:creator>Blackwood, Jessica</dc:creator>
  <cp:lastModifiedBy>Katie Houlahan</cp:lastModifiedBy>
  <cp:revision>353</cp:revision>
  <dcterms:created xsi:type="dcterms:W3CDTF">2024-04-26T03:09:02Z</dcterms:created>
  <dcterms:modified xsi:type="dcterms:W3CDTF">2026-09-30T17:27:20Z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0x01010042A38F74C9162C478D8F165ED878BC5B</vt:lpwstr>
  </property>
  <property fmtid="{D5CDD505-2E9C-101B-9397-08002B2CF9AE}" pid="3" name="MediaServiceImageTags">
    <vt:lpwstr/>
  </property>
</Properties>
</file>