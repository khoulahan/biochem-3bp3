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6" r:id="rId5"/>
    <p:sldMasterId id="2147483706" r:id="rId6"/>
  </p:sldMasterIdLst>
  <p:notesMasterIdLst>
    <p:notesMasterId r:id="rId76"/>
  </p:notesMasterIdLst>
  <p:handoutMasterIdLst>
    <p:handoutMasterId r:id="rId77"/>
  </p:handoutMasterIdLst>
  <p:sldIdLst>
    <p:sldId id="354" r:id="rId7"/>
    <p:sldId id="407" r:id="rId8"/>
    <p:sldId id="889" r:id="rId9"/>
    <p:sldId id="890" r:id="rId10"/>
    <p:sldId id="891" r:id="rId11"/>
    <p:sldId id="892" r:id="rId12"/>
    <p:sldId id="893" r:id="rId13"/>
    <p:sldId id="894" r:id="rId14"/>
    <p:sldId id="895" r:id="rId15"/>
    <p:sldId id="897" r:id="rId16"/>
    <p:sldId id="896" r:id="rId17"/>
    <p:sldId id="898" r:id="rId18"/>
    <p:sldId id="899" r:id="rId19"/>
    <p:sldId id="900" r:id="rId20"/>
    <p:sldId id="901" r:id="rId21"/>
    <p:sldId id="902" r:id="rId22"/>
    <p:sldId id="903" r:id="rId23"/>
    <p:sldId id="904" r:id="rId24"/>
    <p:sldId id="905" r:id="rId25"/>
    <p:sldId id="907" r:id="rId26"/>
    <p:sldId id="908" r:id="rId27"/>
    <p:sldId id="906" r:id="rId28"/>
    <p:sldId id="909" r:id="rId29"/>
    <p:sldId id="910" r:id="rId30"/>
    <p:sldId id="911" r:id="rId31"/>
    <p:sldId id="912" r:id="rId32"/>
    <p:sldId id="913" r:id="rId33"/>
    <p:sldId id="914" r:id="rId34"/>
    <p:sldId id="915" r:id="rId35"/>
    <p:sldId id="916" r:id="rId36"/>
    <p:sldId id="917" r:id="rId37"/>
    <p:sldId id="919" r:id="rId38"/>
    <p:sldId id="920" r:id="rId39"/>
    <p:sldId id="921" r:id="rId40"/>
    <p:sldId id="922" r:id="rId41"/>
    <p:sldId id="924" r:id="rId42"/>
    <p:sldId id="925" r:id="rId43"/>
    <p:sldId id="926" r:id="rId44"/>
    <p:sldId id="927" r:id="rId45"/>
    <p:sldId id="928" r:id="rId46"/>
    <p:sldId id="929" r:id="rId47"/>
    <p:sldId id="941" r:id="rId48"/>
    <p:sldId id="930" r:id="rId49"/>
    <p:sldId id="931" r:id="rId50"/>
    <p:sldId id="932" r:id="rId51"/>
    <p:sldId id="933" r:id="rId52"/>
    <p:sldId id="935" r:id="rId53"/>
    <p:sldId id="936" r:id="rId54"/>
    <p:sldId id="937" r:id="rId55"/>
    <p:sldId id="938" r:id="rId56"/>
    <p:sldId id="939" r:id="rId57"/>
    <p:sldId id="940" r:id="rId58"/>
    <p:sldId id="942" r:id="rId59"/>
    <p:sldId id="943" r:id="rId60"/>
    <p:sldId id="944" r:id="rId61"/>
    <p:sldId id="945" r:id="rId62"/>
    <p:sldId id="946" r:id="rId63"/>
    <p:sldId id="947" r:id="rId64"/>
    <p:sldId id="948" r:id="rId65"/>
    <p:sldId id="949" r:id="rId66"/>
    <p:sldId id="950" r:id="rId67"/>
    <p:sldId id="951" r:id="rId68"/>
    <p:sldId id="952" r:id="rId69"/>
    <p:sldId id="953" r:id="rId70"/>
    <p:sldId id="956" r:id="rId71"/>
    <p:sldId id="954" r:id="rId72"/>
    <p:sldId id="957" r:id="rId73"/>
    <p:sldId id="958" r:id="rId74"/>
    <p:sldId id="888" r:id="rId75"/>
  </p:sldIdLst>
  <p:sldSz cx="20318413" cy="1143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003C"/>
    <a:srgbClr val="FED99A"/>
    <a:srgbClr val="FC9F03"/>
    <a:srgbClr val="FFFFFF"/>
    <a:srgbClr val="AAD5E1"/>
    <a:srgbClr val="619E17"/>
    <a:srgbClr val="E98676"/>
    <a:srgbClr val="C9F2D2"/>
    <a:srgbClr val="0F0F0F"/>
    <a:srgbClr val="B2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82" autoAdjust="0"/>
    <p:restoredTop sz="84344" autoAdjust="0"/>
  </p:normalViewPr>
  <p:slideViewPr>
    <p:cSldViewPr snapToGrid="0">
      <p:cViewPr>
        <p:scale>
          <a:sx n="35" d="100"/>
          <a:sy n="35" d="100"/>
        </p:scale>
        <p:origin x="3136" y="1144"/>
      </p:cViewPr>
      <p:guideLst/>
    </p:cSldViewPr>
  </p:slideViewPr>
  <p:outlineViewPr>
    <p:cViewPr>
      <p:scale>
        <a:sx n="33" d="100"/>
        <a:sy n="33" d="100"/>
      </p:scale>
      <p:origin x="0" y="-4656"/>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notesMaster" Target="notesMasters/notesMaster1.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0DA959-37E2-B159-B57E-1B012B4102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A38F0FA-E5FA-CCCF-F4EF-570FF78969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91241E-95D8-EC4C-8EC7-76F38C602C68}" type="datetimeFigureOut">
              <a:rPr lang="en-US" smtClean="0"/>
              <a:t>10/7/26</a:t>
            </a:fld>
            <a:endParaRPr lang="en-US"/>
          </a:p>
        </p:txBody>
      </p:sp>
      <p:sp>
        <p:nvSpPr>
          <p:cNvPr id="4" name="Footer Placeholder 3">
            <a:extLst>
              <a:ext uri="{FF2B5EF4-FFF2-40B4-BE49-F238E27FC236}">
                <a16:creationId xmlns:a16="http://schemas.microsoft.com/office/drawing/2014/main" id="{855F15B2-5D17-F689-1A9C-3BFDEA47A0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E2D73E-1B3A-6498-7C9F-A873D37A66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590235-31B2-E542-BF3E-31322265E654}" type="slidenum">
              <a:rPr lang="en-US" smtClean="0"/>
              <a:t>‹#›</a:t>
            </a:fld>
            <a:endParaRPr lang="en-US"/>
          </a:p>
        </p:txBody>
      </p:sp>
    </p:spTree>
    <p:extLst>
      <p:ext uri="{BB962C8B-B14F-4D97-AF65-F5344CB8AC3E}">
        <p14:creationId xmlns:p14="http://schemas.microsoft.com/office/powerpoint/2010/main" val="362936367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DABD9C-0A3D-664C-AB0E-EE362BB8958A}" type="datetimeFigureOut">
              <a:rPr lang="en-US" smtClean="0"/>
              <a:t>10/7/26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68D1B7-6E89-354E-B8CD-65073F1E3F07}" type="slidenum">
              <a:rPr lang="en-US" smtClean="0"/>
              <a:t>‹#›</a:t>
            </a:fld>
            <a:endParaRPr lang="en-US"/>
          </a:p>
        </p:txBody>
      </p:sp>
    </p:spTree>
    <p:extLst>
      <p:ext uri="{BB962C8B-B14F-4D97-AF65-F5344CB8AC3E}">
        <p14:creationId xmlns:p14="http://schemas.microsoft.com/office/powerpoint/2010/main" val="2844841911"/>
      </p:ext>
    </p:extLst>
  </p:cSld>
  <p:clrMap bg1="lt1" tx1="dk1" bg2="lt2" tx2="dk2" accent1="accent1" accent2="accent2" accent3="accent3" accent4="accent4" accent5="accent5" accent6="accent6" hlink="hlink" folHlink="folHlink"/>
  <p:hf sldNum="0" hdr="0" ftr="0" dt="0"/>
  <p:notesStyle>
    <a:lvl1pPr marL="0" algn="l" defTabSz="1523848" rtl="0" eaLnBrk="1" latinLnBrk="0" hangingPunct="1">
      <a:defRPr sz="2000" kern="1200">
        <a:solidFill>
          <a:schemeClr val="tx1"/>
        </a:solidFill>
        <a:latin typeface="+mn-lt"/>
        <a:ea typeface="+mn-ea"/>
        <a:cs typeface="+mn-cs"/>
      </a:defRPr>
    </a:lvl1pPr>
    <a:lvl2pPr marL="761924" algn="l" defTabSz="1523848" rtl="0" eaLnBrk="1" latinLnBrk="0" hangingPunct="1">
      <a:defRPr sz="2000" kern="1200">
        <a:solidFill>
          <a:schemeClr val="tx1"/>
        </a:solidFill>
        <a:latin typeface="+mn-lt"/>
        <a:ea typeface="+mn-ea"/>
        <a:cs typeface="+mn-cs"/>
      </a:defRPr>
    </a:lvl2pPr>
    <a:lvl3pPr marL="1523848" algn="l" defTabSz="1523848" rtl="0" eaLnBrk="1" latinLnBrk="0" hangingPunct="1">
      <a:defRPr sz="2000" kern="1200">
        <a:solidFill>
          <a:schemeClr val="tx1"/>
        </a:solidFill>
        <a:latin typeface="+mn-lt"/>
        <a:ea typeface="+mn-ea"/>
        <a:cs typeface="+mn-cs"/>
      </a:defRPr>
    </a:lvl3pPr>
    <a:lvl4pPr marL="2285771" algn="l" defTabSz="1523848" rtl="0" eaLnBrk="1" latinLnBrk="0" hangingPunct="1">
      <a:defRPr sz="2000" kern="1200">
        <a:solidFill>
          <a:schemeClr val="tx1"/>
        </a:solidFill>
        <a:latin typeface="+mn-lt"/>
        <a:ea typeface="+mn-ea"/>
        <a:cs typeface="+mn-cs"/>
      </a:defRPr>
    </a:lvl4pPr>
    <a:lvl5pPr marL="3047695" algn="l" defTabSz="1523848" rtl="0" eaLnBrk="1" latinLnBrk="0" hangingPunct="1">
      <a:defRPr sz="2000" kern="1200">
        <a:solidFill>
          <a:schemeClr val="tx1"/>
        </a:solidFill>
        <a:latin typeface="+mn-lt"/>
        <a:ea typeface="+mn-ea"/>
        <a:cs typeface="+mn-cs"/>
      </a:defRPr>
    </a:lvl5pPr>
    <a:lvl6pPr marL="3809619" algn="l" defTabSz="1523848" rtl="0" eaLnBrk="1" latinLnBrk="0" hangingPunct="1">
      <a:defRPr sz="2000" kern="1200">
        <a:solidFill>
          <a:schemeClr val="tx1"/>
        </a:solidFill>
        <a:latin typeface="+mn-lt"/>
        <a:ea typeface="+mn-ea"/>
        <a:cs typeface="+mn-cs"/>
      </a:defRPr>
    </a:lvl6pPr>
    <a:lvl7pPr marL="4571543" algn="l" defTabSz="1523848" rtl="0" eaLnBrk="1" latinLnBrk="0" hangingPunct="1">
      <a:defRPr sz="2000" kern="1200">
        <a:solidFill>
          <a:schemeClr val="tx1"/>
        </a:solidFill>
        <a:latin typeface="+mn-lt"/>
        <a:ea typeface="+mn-ea"/>
        <a:cs typeface="+mn-cs"/>
      </a:defRPr>
    </a:lvl7pPr>
    <a:lvl8pPr marL="5333467" algn="l" defTabSz="1523848" rtl="0" eaLnBrk="1" latinLnBrk="0" hangingPunct="1">
      <a:defRPr sz="2000" kern="1200">
        <a:solidFill>
          <a:schemeClr val="tx1"/>
        </a:solidFill>
        <a:latin typeface="+mn-lt"/>
        <a:ea typeface="+mn-ea"/>
        <a:cs typeface="+mn-cs"/>
      </a:defRPr>
    </a:lvl8pPr>
    <a:lvl9pPr marL="6095390" algn="l" defTabSz="1523848" rtl="0" eaLnBrk="1" latinLnBrk="0" hangingPunct="1">
      <a:defRPr sz="2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2742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61477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D48C-6561-EFE2-610E-0BA162C45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88E82-DD5A-DEE0-3BB7-113933698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BEE66-70DD-2539-AAC2-D834AA4B9FC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2075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C460-F63F-9358-23B9-11B1225EB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6B90B-541A-3399-8E27-15EDE3A65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B08DF-E282-A77B-4287-28F29FCC07C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15597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44250-C634-6529-34AC-FC66D8E7A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B2563-1CD8-8658-3B94-763E57923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01E01-5146-B47A-5FA8-C8AEBCB904E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389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2F6CD-A265-1B90-0937-AFA72D3250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61F23-C390-4063-1A9A-B2F3A7E52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935FD2-E24E-8D90-E8E5-7C086129DE8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7699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40AF-1F5A-3411-51B8-66CC2E27A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AF59DE-A1A0-A8BF-3699-819AE0B0C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9BA9B-704E-818F-4704-DA034E4512F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60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9DCF-7338-3EAD-227D-83D5F6A7C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547BC-16F3-F82A-AE6F-0B183426F6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7A133-DF6F-DCA4-372A-708112FE07B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46867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107D-189E-07EE-CA89-51CFD60FF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F687A-D476-AE56-EB82-F2C399C8A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29EFF-E442-F752-A7BA-41640B33821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2845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4048C-1141-2FEA-2945-756BD32B4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FB529-15D4-C3AC-0A6B-8B6507B7B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8D3C0-CC5D-C72A-8B57-E115332F7FC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3611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47BA-EF01-8A1D-D906-B87CA5E59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68664B-753F-B930-09E0-0F77234DA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B539B-6BA7-F234-FB15-285D5BA9123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60939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FEF87-BA67-EC48-A124-8CD776B4F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74BC9-6B90-8EA0-71BD-50033436C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D22A2-7257-4388-9E43-10B38F3735D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0484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606F-054E-5836-BBA8-DA28E1233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34E64-BFA7-062B-D98E-9BF4943D8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3EF9E-72AA-F5F7-3347-28536779839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6635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9BDA1-60FB-B1EA-A9A8-CD8A8D398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13F6-D3EF-EA3C-BD0D-F260AAAD1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C0D51-EC5D-9E98-C97F-226A0B42A82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2177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CF68-01FE-C6DF-5C8D-B7E385E17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A82AD-DE17-CE86-8F89-301AF4082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44E02-5AB8-C6DB-D9FD-44BCB76F630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9751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EA685-7B5E-0336-9082-56257F7B2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C005F-2215-875B-9DFD-5AFB56E45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C0B54-C680-5339-95C7-B5963632917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8236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6A63C-6A15-EFCE-D6E7-33D1F3424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DF106-CDB6-F412-EC60-44AB18B47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972FF-789E-56E9-5B1E-799486555D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6468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105DC-4433-23D5-A3CC-AD6BCCD96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4A619-8356-74D8-F249-D7F940BB66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F28F5-DAAF-ABEE-A2FD-4F98703A0A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38929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2A1D-8978-A46D-C18D-C715E8A83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ECF1A7-F2B2-2391-E1F6-775C5CD15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10264-D621-383E-7759-4F08A8F7A09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3486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57EEE-C465-0CD3-D7D9-A8872C837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652EC-9CA0-B3FF-9300-280903B3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54803D-0410-E007-82EA-EE0768C81F4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116876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E19E5-C17D-EF86-3982-04BC4C0CA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0A681-BC07-2376-8385-B018F4A5D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EAF75-705D-E577-05C6-0293B7083F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17675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1D478-4FD2-D94D-8E7F-633D1B84A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E1FC7-5650-4EF5-F8C3-E5C149FB5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CCD5F5-AD8A-C11F-3E1A-27F35080F8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06253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50BAD-1592-547C-0163-25E5E8EB94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C8A99-F0D8-1778-F938-AB51183AF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B3E462-F6E5-5D97-F858-E47ABE7B23B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79542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E03F4-59E4-8E2C-2CB0-9631B6A82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5DE1A-F187-2D96-5A67-89F3E86C8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E407E-797D-2C43-45E3-5A1715C4781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2829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76BBD-6044-36CA-FB1B-43DF22DE5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BECBC-F3DC-8CEE-5439-2C519DE31D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62DB9-E4BC-1C99-6731-FAD14A781AC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6149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44C98-25DA-92BF-DA36-101F02838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0FA66-89D4-141C-FA08-E3075F7E0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6EC03-A5AA-681B-7687-3F3739CF4F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5904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47D2-58CC-7BFF-63C8-F6BAE5455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7E750-BD14-96A3-D518-792F43F10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35BC0-BF3D-F3A2-1154-A4E48A863FF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12377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94A8-2917-A06E-AC04-10EB9A1C3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0FB44-ACD1-6E2B-A8D3-78CD57CE1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79A69-0EF5-1B4A-B449-4FC140F4FC9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246272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56AF5-05B3-11E9-4CFD-8A8B2E276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80232-5EFB-1BB6-FF3D-F150FBA6B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EB980-FB39-7D18-5053-1DC467C57D1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04441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CDD3E-87B5-2C46-5857-B48686F52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AF05F-7A39-3886-EB39-76F268FA0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491E91-FA76-C49A-9CF6-C7C2305843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65452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8546A-9899-5BCD-C12F-D272F2741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75CB5-0401-8214-913D-6815BC484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D7C27-CFB0-0CF2-7569-9EBF064384F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72932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BD24-F9AA-6435-0A57-C9627E0B1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CAD33-5D53-507A-8C3F-BE227C41BB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87B3B-3E06-1486-25C3-2BFA609F6D6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22192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6A68D-4CB3-ED31-32D8-BFD345D300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F3668-4882-C281-23B7-EED729456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BE415C-E6A5-BAC9-407A-C6CEDB1ABD1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02587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639D-2D4C-506C-65A5-E45230B68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E84E4-373B-E94B-D433-848989FC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99A86-6A88-AADE-3887-C941994CB5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1251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8B17D-3337-A0C8-B428-CB0F3FDD2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F9669-360B-FA47-5667-368803D239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27CB0-5534-FB4C-B8D9-ED9FC264D2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95328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3562C-8F2B-7AED-7D17-56DBECE16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391BB-5D80-E7D4-28DC-6A373F285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95E0E-2644-3B74-96BC-AAA521A5B08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2645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67A6B-3229-045F-C21A-103B5E89A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2BF3A-E82A-C7F4-D078-CBDD93DDD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84946-9148-C600-BEB1-3C6283CA807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1260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AAA8D-F570-6DDE-86A4-F7D66089B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9C8FC-94B4-28E5-0595-62058139A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C0D5A-0A0A-91A8-2586-C75C961B0F5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07930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D8EA-117E-37FE-166B-46352BCA8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02326-94F2-FBBA-3769-A272C7238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88D4D-376E-0DC3-86D4-52B8381D940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75534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F904-B88B-B6D6-1E07-B8E6DE8E14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E991-FCB5-A6D2-25B0-463D8D74F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E91CD-1D08-4AAA-2544-63B4CB298D8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198667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955CA-7595-0FCC-207F-9CED91FED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A12C4-82E1-79C6-EAF1-6FAC25A21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BD21D-25F9-90FC-693D-F3AD0D907BB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908658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949CC-3179-B1FE-8C0C-68C892529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19E29-9DA7-367B-013A-EA58C8378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633AC-5F12-FC31-31CD-71DAFBF276E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80538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5654C-1A87-36B4-DC43-0E7CA3DF4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4A192-319E-8E18-998A-A8977E07D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5DA16-C7D1-5290-507A-161FBAB7351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471236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08BD1-343D-B646-0463-20DCE35B6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8368F-AC2F-A290-3E3F-25F0AE08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CD3C0-E51E-7FB4-62D7-C07678D7937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80752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753F-7B84-605B-E3DA-CB17DFE2D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46B9F-C7F6-803D-0E4F-45B9E304BE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798FC-C656-F268-D181-6EFC8ACE04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058846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64AFB-DF35-1A8C-BB73-C029A9022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B8884-81F6-ED9C-4025-F975CE27E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DD343-9B5F-3559-5CD1-34DC6BBB209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92471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744EF-99EB-7B9B-5BA1-1F0CD017B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4FC62-DDD1-05D2-5306-24210826A5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33FD6-24C3-C058-4CC9-E6C82390C3B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19797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D47A2-EEDC-2450-23B4-AA5F8DA3D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945E2-DC72-A89C-93F7-1170BCD36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D4F20-4FF6-39FE-D4B6-A41972524D1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006484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80BE9-9933-6F12-B0FE-A3FA6B106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83485-6D14-AA4E-2761-1DA2FDCEC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2F0D8F-6DA8-B52E-6187-E02142CB9CB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15868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B1A5-8158-AFC1-CE59-1ED5CE715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DB611-146A-79FB-2A14-B984F524E0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AA6CF-1AB0-FCFB-66BC-AB9D5258ECC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52589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4AADF-FA46-2C3A-61AA-08BE5084F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B360B-9AC5-0CEC-BC50-F988569766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E9B88-6853-864D-7BC6-FA5E191495F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9546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FE435-304E-2803-C70C-3BC9A1967E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6BECE-27AD-9767-1B0B-406F5DD1E0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C4260-2B29-EA3D-7D95-4D637345026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70572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20A97-C150-BB18-87BB-FF120B5D0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11779-F89A-F677-A042-5D8F2D8D4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1A0ED-B510-638C-4CAB-664FB5F44C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44018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05CD-2B36-ED68-163D-29641C2DC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72CE9-AEF1-B7A4-FBD3-B5F75D04C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07FDB-CF22-FD0E-F563-3BF3455BC35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86717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C08-FB03-6A2F-456A-819E447E3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F03E0-51CC-F887-6A0C-A67E4592B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37E2E-C765-E6EA-2319-D4C3A93D09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752380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DA5B-2DE0-67AE-E6B2-EA614B16D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A0E6F-A210-1249-EEF1-E4EFB17B8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90EF5-5F22-DE14-CC48-F732AD5EFA1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917769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5CEFF-05F7-C400-06FE-E837A114D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30764-083D-4710-087B-62F4C92ED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2F737-3173-9BED-944A-51C09430A4D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73900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D40B-DFA2-8FAA-016B-DE3BC4162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6687-2ECE-4AF6-14FA-F7A941A03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DE00D-978B-96DD-563B-1052652A2D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01844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F62FB-3DB8-DC33-CE60-DDA3A9114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B5405-03CC-543D-DDD6-413FEDE38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6523A-1F7E-D29E-2627-27F161FB31C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69019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14F36-1481-BD6B-56A8-816181C25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248EE-401F-FF50-067E-83F6ABC96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C50E6-0B95-F4FE-6F19-E05A7E3CB21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3021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97667-3E7C-04CA-49FE-0DD3E1ACA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52F80-070E-0198-06C7-D35151C69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C1B0F-4CD7-D4AA-8102-3F464265DD0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0071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7E40B-5D0A-D4B5-D42F-9B37918BF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3687E-EB65-40DD-CF2F-D6CB645FF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F2DCB-28C1-64CD-0775-BA70DE9C870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5010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0FB2C-102E-C5C7-2A58-2CF1B6C83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5096-49BB-191E-BBF8-4C144B37F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B9EA9-42D7-3063-E8A3-AEB3FEDB6F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34516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F2E3B-FAD9-9175-5E75-C4E23F074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A4764-A2D9-E004-50B3-7C1807D44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5C123-A9FF-5A46-9949-18F3E82D2F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61962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57D5E-BFED-5ED6-4EAF-14B411985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CB477-9293-34DF-9A5C-A9A91421F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AB225-8FC0-D62F-92EC-910C83B6F20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492575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E72D-4FDA-3C41-5FF8-3499B7508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2F58F-C869-AC7D-B88E-F023D8262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55D41-F896-2FD8-7319-B811C840DE5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343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4DFB-FDE3-FE05-DE8C-D06B1F2F6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751E0-1E0A-5D7E-7BEF-F21F834F7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6F15D-FEFA-60B0-747D-B2363C306D5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441869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20AF-6BDE-797C-485E-07C253BA7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609C8-6CD9-062F-7260-9BF61F32D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E7CDE-2952-D242-25DA-186AAAE1CBD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971429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353B-72FC-772E-75C8-BB130AC76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76540-E27E-164B-9D4D-76AB0B5FA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4521C-3F13-22F0-7F5C-865D62A3DC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428984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c - White Border">
    <p:spTree>
      <p:nvGrpSpPr>
        <p:cNvPr id="1" name=""/>
        <p:cNvGrpSpPr/>
        <p:nvPr/>
      </p:nvGrpSpPr>
      <p:grpSpPr>
        <a:xfrm>
          <a:off x="0" y="0"/>
          <a:ext cx="0" cy="0"/>
          <a:chOff x="0" y="0"/>
          <a:chExt cx="0" cy="0"/>
        </a:xfrm>
      </p:grpSpPr>
      <p:sp>
        <p:nvSpPr>
          <p:cNvPr id="8" name="Picture Placeholder 37">
            <a:extLst>
              <a:ext uri="{FF2B5EF4-FFF2-40B4-BE49-F238E27FC236}">
                <a16:creationId xmlns:a16="http://schemas.microsoft.com/office/drawing/2014/main" id="{42D8E614-B579-0AD0-A166-3C3C659AADBF}"/>
              </a:ext>
              <a:ext uri="{C183D7F6-B498-43B3-948B-1728B52AA6E4}">
                <adec:decorative xmlns:adec="http://schemas.microsoft.com/office/drawing/2017/decorative" val="1"/>
              </a:ext>
            </a:extLst>
          </p:cNvPr>
          <p:cNvSpPr>
            <a:spLocks noGrp="1"/>
          </p:cNvSpPr>
          <p:nvPr>
            <p:ph type="pic" sz="quarter" idx="16" hasCustomPrompt="1"/>
          </p:nvPr>
        </p:nvSpPr>
        <p:spPr>
          <a:xfrm>
            <a:off x="438150" y="458787"/>
            <a:ext cx="19442113" cy="8893175"/>
          </a:xfrm>
          <a:prstGeom prst="rect">
            <a:avLst/>
          </a:prstGeom>
        </p:spPr>
        <p:txBody>
          <a:bodyPr/>
          <a:lstStyle/>
          <a:p>
            <a:r>
              <a:rPr lang="en-US"/>
              <a:t>Insert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accent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4200202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c - White Border - White Text">
    <p:spTree>
      <p:nvGrpSpPr>
        <p:cNvPr id="1" name=""/>
        <p:cNvGrpSpPr/>
        <p:nvPr/>
      </p:nvGrpSpPr>
      <p:grpSpPr>
        <a:xfrm>
          <a:off x="0" y="0"/>
          <a:ext cx="0" cy="0"/>
          <a:chOff x="0" y="0"/>
          <a:chExt cx="0" cy="0"/>
        </a:xfrm>
      </p:grpSpPr>
      <p:sp>
        <p:nvSpPr>
          <p:cNvPr id="8" name="Picture Placeholder 37">
            <a:extLst>
              <a:ext uri="{FF2B5EF4-FFF2-40B4-BE49-F238E27FC236}">
                <a16:creationId xmlns:a16="http://schemas.microsoft.com/office/drawing/2014/main" id="{42D8E614-B579-0AD0-A166-3C3C659AADBF}"/>
              </a:ext>
              <a:ext uri="{C183D7F6-B498-43B3-948B-1728B52AA6E4}">
                <adec:decorative xmlns:adec="http://schemas.microsoft.com/office/drawing/2017/decorative" val="1"/>
              </a:ext>
            </a:extLst>
          </p:cNvPr>
          <p:cNvSpPr>
            <a:spLocks noGrp="1"/>
          </p:cNvSpPr>
          <p:nvPr>
            <p:ph type="pic" sz="quarter" idx="16" hasCustomPrompt="1"/>
          </p:nvPr>
        </p:nvSpPr>
        <p:spPr>
          <a:xfrm>
            <a:off x="438150" y="458787"/>
            <a:ext cx="19442113" cy="8893175"/>
          </a:xfrm>
          <a:prstGeom prst="rect">
            <a:avLst/>
          </a:prstGeom>
        </p:spPr>
        <p:txBody>
          <a:bodyPr/>
          <a:lstStyle/>
          <a:p>
            <a:r>
              <a:rPr lang="en-US"/>
              <a:t>Insert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2271364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 Full Bleed">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accent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615153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b - Full Bleed - White Text">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Click to edit subtitle</a:t>
            </a:r>
            <a:endParaRPr lang="en-US"/>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accent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accent1"/>
                </a:solidFill>
              </a:defRPr>
            </a:lvl1pPr>
          </a:lstStyle>
          <a:p>
            <a:pPr lvl="0"/>
            <a:r>
              <a:rPr lang="en-US"/>
              <a:t>Date</a:t>
            </a:r>
          </a:p>
        </p:txBody>
      </p:sp>
      <p:pic>
        <p:nvPicPr>
          <p:cNvPr id="12" name="Picture 40" descr="McMaster Brighter World Logo">
            <a:extLst>
              <a:ext uri="{FF2B5EF4-FFF2-40B4-BE49-F238E27FC236}">
                <a16:creationId xmlns:a16="http://schemas.microsoft.com/office/drawing/2014/main" id="{46D95FE9-F714-B0F4-63D2-8EE8C6CDC68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62301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3 - Full Bleed w/ Maroon - Black Text">
    <p:bg>
      <p:bgPr>
        <a:solidFill>
          <a:schemeClr val="accent1"/>
        </a:solidFill>
        <a:effectLst/>
      </p:bgPr>
    </p:bg>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noAutofit/>
          </a:bodyPr>
          <a:lstStyle>
            <a:lvl1pPr marL="0" indent="0">
              <a:buNone/>
              <a:defRPr>
                <a:solidFill>
                  <a:schemeClr val="bg1"/>
                </a:solidFill>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tx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dirty="0"/>
              <a:t>Click to edit subtitle</a:t>
            </a:r>
            <a:endParaRPr lang="en-US" dirty="0"/>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bg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bg1"/>
                </a:solidFill>
              </a:defRPr>
            </a:lvl1pPr>
          </a:lstStyle>
          <a:p>
            <a:pPr lvl="0"/>
            <a:r>
              <a:rPr lang="en-US"/>
              <a:t>Date</a:t>
            </a:r>
          </a:p>
        </p:txBody>
      </p:sp>
      <p:pic>
        <p:nvPicPr>
          <p:cNvPr id="5" name="Picture 40" descr="McMaster Brighter World Logo">
            <a:extLst>
              <a:ext uri="{FF2B5EF4-FFF2-40B4-BE49-F238E27FC236}">
                <a16:creationId xmlns:a16="http://schemas.microsoft.com/office/drawing/2014/main" id="{8B657A84-7865-9E08-DA84-CCEB6051D21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1580578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3b - Full Bleed w/ Maroon - White Text">
    <p:bg>
      <p:bgPr>
        <a:solidFill>
          <a:schemeClr val="accent1"/>
        </a:solidFill>
        <a:effectLst/>
      </p:bgPr>
    </p:bg>
    <p:spTree>
      <p:nvGrpSpPr>
        <p:cNvPr id="1" name=""/>
        <p:cNvGrpSpPr/>
        <p:nvPr/>
      </p:nvGrpSpPr>
      <p:grpSpPr>
        <a:xfrm>
          <a:off x="0" y="0"/>
          <a:ext cx="0" cy="0"/>
          <a:chOff x="0" y="0"/>
          <a:chExt cx="0" cy="0"/>
        </a:xfrm>
      </p:grpSpPr>
      <p:sp>
        <p:nvSpPr>
          <p:cNvPr id="4" name="Picture Placeholder 37">
            <a:extLst>
              <a:ext uri="{FF2B5EF4-FFF2-40B4-BE49-F238E27FC236}">
                <a16:creationId xmlns:a16="http://schemas.microsoft.com/office/drawing/2014/main" id="{248D3F33-A666-786D-AD61-DDDEED2D3E3A}"/>
              </a:ext>
              <a:ext uri="{C183D7F6-B498-43B3-948B-1728B52AA6E4}">
                <adec:decorative xmlns:adec="http://schemas.microsoft.com/office/drawing/2017/decorative" val="1"/>
              </a:ext>
            </a:extLst>
          </p:cNvPr>
          <p:cNvSpPr>
            <a:spLocks noGrp="1"/>
          </p:cNvSpPr>
          <p:nvPr>
            <p:ph type="pic" sz="quarter" idx="16" hasCustomPrompt="1"/>
          </p:nvPr>
        </p:nvSpPr>
        <p:spPr>
          <a:xfrm>
            <a:off x="0" y="1"/>
            <a:ext cx="20318413" cy="9351962"/>
          </a:xfrm>
          <a:prstGeom prst="rect">
            <a:avLst/>
          </a:prstGeom>
        </p:spPr>
        <p:txBody>
          <a:bodyPr/>
          <a:lstStyle>
            <a:lvl1pPr marL="0" indent="0">
              <a:buNone/>
              <a:defRPr>
                <a:solidFill>
                  <a:schemeClr val="bg1"/>
                </a:solidFill>
              </a:defRPr>
            </a:lvl1pPr>
          </a:lstStyle>
          <a:p>
            <a:r>
              <a:rPr lang="en-US"/>
              <a:t>Insert Full Width Photo</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41291" y="1870606"/>
            <a:ext cx="5486400" cy="3936225"/>
          </a:xfrm>
          <a:prstGeom prst="rect">
            <a:avLst/>
          </a:prstGeom>
        </p:spPr>
        <p:txBody>
          <a:bodyPr anchor="b">
            <a:noAutofit/>
          </a:bodyPr>
          <a:lstStyle>
            <a:lvl1pPr algn="l">
              <a:lnSpc>
                <a:spcPct val="100000"/>
              </a:lnSpc>
              <a:spcAft>
                <a:spcPts val="1000"/>
              </a:spcAft>
              <a:defRPr sz="4800" b="1">
                <a:solidFill>
                  <a:schemeClr val="bg1"/>
                </a:solidFill>
                <a:latin typeface="+mj-lt"/>
                <a:cs typeface="Poppins" pitchFamily="2" charset="77"/>
              </a:defRPr>
            </a:lvl1pPr>
          </a:lstStyle>
          <a:p>
            <a:r>
              <a:rPr lang="en-GB" dirty="0"/>
              <a:t>Click to add featured title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41291" y="6003397"/>
            <a:ext cx="5486400" cy="2759603"/>
          </a:xfrm>
          <a:prstGeom prst="rect">
            <a:avLst/>
          </a:prstGeom>
        </p:spPr>
        <p:txBody>
          <a:bodyPr/>
          <a:lstStyle>
            <a:lvl1pPr marL="0" indent="0" algn="l">
              <a:buNone/>
              <a:defRPr sz="40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dirty="0"/>
              <a:t>Click to edit subtitle</a:t>
            </a:r>
            <a:endParaRPr lang="en-US" dirty="0"/>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041291" y="9811422"/>
            <a:ext cx="8278555" cy="317989"/>
          </a:xfrm>
          <a:prstGeom prst="rect">
            <a:avLst/>
          </a:prstGeom>
        </p:spPr>
        <p:txBody>
          <a:bodyPr/>
          <a:lstStyle>
            <a:lvl1pPr>
              <a:defRPr sz="2600">
                <a:solidFill>
                  <a:schemeClr val="bg1"/>
                </a:solidFill>
              </a:defRPr>
            </a:lvl1pPr>
          </a:lstStyle>
          <a:p>
            <a:pPr lvl="0"/>
            <a:r>
              <a:rPr lang="en-US"/>
              <a:t>Presenter Name</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041291" y="10221730"/>
            <a:ext cx="4620955" cy="317989"/>
          </a:xfrm>
          <a:prstGeom prst="rect">
            <a:avLst/>
          </a:prstGeom>
        </p:spPr>
        <p:txBody>
          <a:bodyPr/>
          <a:lstStyle>
            <a:lvl1pPr>
              <a:defRPr sz="2600">
                <a:solidFill>
                  <a:schemeClr val="bg1"/>
                </a:solidFill>
              </a:defRPr>
            </a:lvl1pPr>
          </a:lstStyle>
          <a:p>
            <a:pPr lvl="0"/>
            <a:r>
              <a:rPr lang="en-US"/>
              <a:t>Date</a:t>
            </a:r>
          </a:p>
        </p:txBody>
      </p:sp>
      <p:pic>
        <p:nvPicPr>
          <p:cNvPr id="5" name="Picture 40" descr="McMaster Brighter World Logo">
            <a:extLst>
              <a:ext uri="{FF2B5EF4-FFF2-40B4-BE49-F238E27FC236}">
                <a16:creationId xmlns:a16="http://schemas.microsoft.com/office/drawing/2014/main" id="{8B657A84-7865-9E08-DA84-CCEB6051D21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1515453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osing Slide 2 - Full Ble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8EBE3D3-D3BA-6C66-0F60-CE45C9A80A80}"/>
              </a:ext>
              <a:ext uri="{C183D7F6-B498-43B3-948B-1728B52AA6E4}">
                <adec:decorative xmlns:adec="http://schemas.microsoft.com/office/drawing/2017/decorative" val="1"/>
              </a:ext>
            </a:extLst>
          </p:cNvPr>
          <p:cNvSpPr/>
          <p:nvPr userDrawn="1"/>
        </p:nvSpPr>
        <p:spPr>
          <a:xfrm>
            <a:off x="14151429" y="0"/>
            <a:ext cx="6166984"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37">
            <a:extLst>
              <a:ext uri="{FF2B5EF4-FFF2-40B4-BE49-F238E27FC236}">
                <a16:creationId xmlns:a16="http://schemas.microsoft.com/office/drawing/2014/main" id="{7BC0CDB4-B309-664E-5317-16C741F0DC5A}"/>
              </a:ext>
            </a:extLst>
          </p:cNvPr>
          <p:cNvSpPr>
            <a:spLocks noGrp="1"/>
          </p:cNvSpPr>
          <p:nvPr>
            <p:ph type="pic" sz="quarter" idx="16"/>
          </p:nvPr>
        </p:nvSpPr>
        <p:spPr>
          <a:xfrm>
            <a:off x="-1" y="0"/>
            <a:ext cx="14149846" cy="11429999"/>
          </a:xfrm>
          <a:prstGeom prst="rect">
            <a:avLst/>
          </a:prstGeom>
        </p:spPr>
        <p:txBody>
          <a:body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4149846" y="430098"/>
            <a:ext cx="5730418" cy="919279"/>
          </a:xfrm>
          <a:prstGeom prst="rect">
            <a:avLst/>
          </a:prstGeom>
        </p:spPr>
        <p:txBody>
          <a:bodyPr anchor="b">
            <a:noAutofit/>
          </a:bodyPr>
          <a:lstStyle>
            <a:lvl1pPr algn="ctr">
              <a:lnSpc>
                <a:spcPct val="110000"/>
              </a:lnSpc>
              <a:spcAft>
                <a:spcPts val="1000"/>
              </a:spcAft>
              <a:defRPr sz="4800" b="1">
                <a:solidFill>
                  <a:schemeClr val="bg1"/>
                </a:solidFill>
                <a:latin typeface="+mj-lt"/>
                <a:cs typeface="Poppins" pitchFamily="2" charset="77"/>
              </a:defRPr>
            </a:lvl1pPr>
          </a:lstStyle>
          <a:p>
            <a:r>
              <a:rPr lang="en-GB" dirty="0"/>
              <a:t>Thank you!</a:t>
            </a:r>
            <a:endParaRPr lang="en-US" dirty="0"/>
          </a:p>
        </p:txBody>
      </p:sp>
      <p:sp>
        <p:nvSpPr>
          <p:cNvPr id="10" name="Text Placeholder 25">
            <a:extLst>
              <a:ext uri="{FF2B5EF4-FFF2-40B4-BE49-F238E27FC236}">
                <a16:creationId xmlns:a16="http://schemas.microsoft.com/office/drawing/2014/main" id="{0D70DDEC-E582-ED4A-6D8A-019667186957}"/>
              </a:ext>
            </a:extLst>
          </p:cNvPr>
          <p:cNvSpPr>
            <a:spLocks noGrp="1"/>
          </p:cNvSpPr>
          <p:nvPr>
            <p:ph type="body" sz="quarter" idx="17" hasCustomPrompt="1"/>
          </p:nvPr>
        </p:nvSpPr>
        <p:spPr>
          <a:xfrm>
            <a:off x="14832809" y="1678778"/>
            <a:ext cx="4620954" cy="919279"/>
          </a:xfrm>
          <a:prstGeom prst="rect">
            <a:avLst/>
          </a:prstGeom>
        </p:spPr>
        <p:txBody>
          <a:bodyPr/>
          <a:lstStyle>
            <a:lvl1pPr marL="0" indent="0">
              <a:buNone/>
              <a:defRPr sz="2600" b="1">
                <a:solidFill>
                  <a:schemeClr val="bg1"/>
                </a:solidFill>
              </a:defRPr>
            </a:lvl1pPr>
          </a:lstStyle>
          <a:p>
            <a:pPr lvl="0"/>
            <a:r>
              <a:rPr lang="en-US" dirty="0"/>
              <a:t>Presenter Name</a:t>
            </a:r>
          </a:p>
        </p:txBody>
      </p:sp>
      <p:sp>
        <p:nvSpPr>
          <p:cNvPr id="18" name="Text Placeholder 25">
            <a:extLst>
              <a:ext uri="{FF2B5EF4-FFF2-40B4-BE49-F238E27FC236}">
                <a16:creationId xmlns:a16="http://schemas.microsoft.com/office/drawing/2014/main" id="{E541934F-CE61-AF06-06B6-6B15C0576F56}"/>
              </a:ext>
            </a:extLst>
          </p:cNvPr>
          <p:cNvSpPr>
            <a:spLocks noGrp="1"/>
          </p:cNvSpPr>
          <p:nvPr>
            <p:ph type="body" sz="quarter" idx="12" hasCustomPrompt="1"/>
          </p:nvPr>
        </p:nvSpPr>
        <p:spPr>
          <a:xfrm>
            <a:off x="14832808" y="2948782"/>
            <a:ext cx="4620955" cy="317989"/>
          </a:xfrm>
          <a:prstGeom prst="rect">
            <a:avLst/>
          </a:prstGeom>
        </p:spPr>
        <p:txBody>
          <a:bodyPr/>
          <a:lstStyle>
            <a:lvl1pPr>
              <a:defRPr sz="2600">
                <a:solidFill>
                  <a:schemeClr val="bg1"/>
                </a:solidFill>
              </a:defRPr>
            </a:lvl1pPr>
          </a:lstStyle>
          <a:p>
            <a:pPr lvl="0"/>
            <a:r>
              <a:rPr lang="en-US" dirty="0"/>
              <a:t>Title</a:t>
            </a:r>
          </a:p>
        </p:txBody>
      </p:sp>
      <p:sp>
        <p:nvSpPr>
          <p:cNvPr id="19" name="Text Placeholder 25">
            <a:extLst>
              <a:ext uri="{FF2B5EF4-FFF2-40B4-BE49-F238E27FC236}">
                <a16:creationId xmlns:a16="http://schemas.microsoft.com/office/drawing/2014/main" id="{699EA757-CAA9-604E-B8EB-425B15B58BE5}"/>
              </a:ext>
            </a:extLst>
          </p:cNvPr>
          <p:cNvSpPr>
            <a:spLocks noGrp="1"/>
          </p:cNvSpPr>
          <p:nvPr>
            <p:ph type="body" sz="quarter" idx="19" hasCustomPrompt="1"/>
          </p:nvPr>
        </p:nvSpPr>
        <p:spPr>
          <a:xfrm>
            <a:off x="14832808" y="3456783"/>
            <a:ext cx="4620955" cy="317989"/>
          </a:xfrm>
          <a:prstGeom prst="rect">
            <a:avLst/>
          </a:prstGeom>
        </p:spPr>
        <p:txBody>
          <a:bodyPr/>
          <a:lstStyle>
            <a:lvl1pPr>
              <a:defRPr sz="2600">
                <a:solidFill>
                  <a:schemeClr val="bg1"/>
                </a:solidFill>
              </a:defRPr>
            </a:lvl1pPr>
          </a:lstStyle>
          <a:p>
            <a:pPr lvl="0"/>
            <a:r>
              <a:rPr lang="en-US" dirty="0"/>
              <a:t>email</a:t>
            </a:r>
          </a:p>
        </p:txBody>
      </p:sp>
      <p:sp>
        <p:nvSpPr>
          <p:cNvPr id="20" name="Text Placeholder 25">
            <a:extLst>
              <a:ext uri="{FF2B5EF4-FFF2-40B4-BE49-F238E27FC236}">
                <a16:creationId xmlns:a16="http://schemas.microsoft.com/office/drawing/2014/main" id="{E2AFE52A-5C16-C9BE-79D6-EF38DEE4F413}"/>
              </a:ext>
            </a:extLst>
          </p:cNvPr>
          <p:cNvSpPr>
            <a:spLocks noGrp="1"/>
          </p:cNvSpPr>
          <p:nvPr>
            <p:ph type="body" sz="quarter" idx="20" hasCustomPrompt="1"/>
          </p:nvPr>
        </p:nvSpPr>
        <p:spPr>
          <a:xfrm>
            <a:off x="14832808" y="5162206"/>
            <a:ext cx="4620955" cy="919279"/>
          </a:xfrm>
          <a:prstGeom prst="rect">
            <a:avLst/>
          </a:prstGeom>
        </p:spPr>
        <p:txBody>
          <a:bodyPr/>
          <a:lstStyle>
            <a:lvl1pPr marL="0" indent="0">
              <a:lnSpc>
                <a:spcPct val="90000"/>
              </a:lnSpc>
              <a:buNone/>
              <a:defRPr sz="2600" b="1">
                <a:solidFill>
                  <a:schemeClr val="bg1"/>
                </a:solidFill>
              </a:defRPr>
            </a:lvl1pPr>
          </a:lstStyle>
          <a:p>
            <a:pPr lvl="0"/>
            <a:r>
              <a:rPr lang="en-US"/>
              <a:t>Presenter Name</a:t>
            </a:r>
          </a:p>
        </p:txBody>
      </p:sp>
      <p:sp>
        <p:nvSpPr>
          <p:cNvPr id="21" name="Text Placeholder 25">
            <a:extLst>
              <a:ext uri="{FF2B5EF4-FFF2-40B4-BE49-F238E27FC236}">
                <a16:creationId xmlns:a16="http://schemas.microsoft.com/office/drawing/2014/main" id="{C654BE1F-9059-4847-3B90-768A01CA4D7C}"/>
              </a:ext>
            </a:extLst>
          </p:cNvPr>
          <p:cNvSpPr>
            <a:spLocks noGrp="1"/>
          </p:cNvSpPr>
          <p:nvPr>
            <p:ph type="body" sz="quarter" idx="21" hasCustomPrompt="1"/>
          </p:nvPr>
        </p:nvSpPr>
        <p:spPr>
          <a:xfrm>
            <a:off x="14832808" y="6432210"/>
            <a:ext cx="4620955" cy="317989"/>
          </a:xfrm>
          <a:prstGeom prst="rect">
            <a:avLst/>
          </a:prstGeom>
        </p:spPr>
        <p:txBody>
          <a:bodyPr/>
          <a:lstStyle>
            <a:lvl1pPr>
              <a:defRPr sz="2600">
                <a:solidFill>
                  <a:schemeClr val="bg1"/>
                </a:solidFill>
              </a:defRPr>
            </a:lvl1pPr>
          </a:lstStyle>
          <a:p>
            <a:pPr lvl="0"/>
            <a:r>
              <a:rPr lang="en-US"/>
              <a:t>Title</a:t>
            </a:r>
          </a:p>
        </p:txBody>
      </p:sp>
      <p:sp>
        <p:nvSpPr>
          <p:cNvPr id="22" name="Text Placeholder 25">
            <a:extLst>
              <a:ext uri="{FF2B5EF4-FFF2-40B4-BE49-F238E27FC236}">
                <a16:creationId xmlns:a16="http://schemas.microsoft.com/office/drawing/2014/main" id="{CEF91EF5-F25E-E06D-1B3A-B79517D70855}"/>
              </a:ext>
            </a:extLst>
          </p:cNvPr>
          <p:cNvSpPr>
            <a:spLocks noGrp="1"/>
          </p:cNvSpPr>
          <p:nvPr>
            <p:ph type="body" sz="quarter" idx="22" hasCustomPrompt="1"/>
          </p:nvPr>
        </p:nvSpPr>
        <p:spPr>
          <a:xfrm>
            <a:off x="14832808" y="6940211"/>
            <a:ext cx="4620955" cy="317989"/>
          </a:xfrm>
          <a:prstGeom prst="rect">
            <a:avLst/>
          </a:prstGeom>
        </p:spPr>
        <p:txBody>
          <a:bodyPr/>
          <a:lstStyle>
            <a:lvl1pPr>
              <a:defRPr sz="2600">
                <a:solidFill>
                  <a:schemeClr val="bg1"/>
                </a:solidFill>
              </a:defRPr>
            </a:lvl1pPr>
          </a:lstStyle>
          <a:p>
            <a:pPr lvl="0"/>
            <a:r>
              <a:rPr lang="en-US"/>
              <a:t>email</a:t>
            </a:r>
          </a:p>
        </p:txBody>
      </p:sp>
      <p:sp>
        <p:nvSpPr>
          <p:cNvPr id="11" name="Text Placeholder 25">
            <a:extLst>
              <a:ext uri="{FF2B5EF4-FFF2-40B4-BE49-F238E27FC236}">
                <a16:creationId xmlns:a16="http://schemas.microsoft.com/office/drawing/2014/main" id="{9093413D-8001-206F-2168-1DEE74239048}"/>
              </a:ext>
            </a:extLst>
          </p:cNvPr>
          <p:cNvSpPr>
            <a:spLocks noGrp="1"/>
          </p:cNvSpPr>
          <p:nvPr>
            <p:ph type="body" sz="quarter" idx="18" hasCustomPrompt="1"/>
          </p:nvPr>
        </p:nvSpPr>
        <p:spPr>
          <a:xfrm>
            <a:off x="14824314" y="8617342"/>
            <a:ext cx="4620955" cy="317989"/>
          </a:xfrm>
          <a:prstGeom prst="rect">
            <a:avLst/>
          </a:prstGeom>
        </p:spPr>
        <p:txBody>
          <a:bodyPr/>
          <a:lstStyle>
            <a:lvl1pPr>
              <a:defRPr sz="2600">
                <a:solidFill>
                  <a:schemeClr val="bg1"/>
                </a:solidFill>
              </a:defRPr>
            </a:lvl1pPr>
          </a:lstStyle>
          <a:p>
            <a:pPr lvl="0"/>
            <a:r>
              <a:rPr lang="en-US"/>
              <a:t>Date</a:t>
            </a:r>
          </a:p>
        </p:txBody>
      </p:sp>
      <p:pic>
        <p:nvPicPr>
          <p:cNvPr id="16" name="Picture 40" descr="McMaster Brighter World Logo">
            <a:extLst>
              <a:ext uri="{FF2B5EF4-FFF2-40B4-BE49-F238E27FC236}">
                <a16:creationId xmlns:a16="http://schemas.microsoft.com/office/drawing/2014/main" id="{90F3F9D5-D4DD-F94C-8A0C-628AE1FDC53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4824314" y="9477212"/>
            <a:ext cx="4447579" cy="1410907"/>
          </a:xfrm>
          <a:prstGeom prst="rect">
            <a:avLst/>
          </a:prstGeom>
        </p:spPr>
      </p:pic>
    </p:spTree>
    <p:extLst>
      <p:ext uri="{BB962C8B-B14F-4D97-AF65-F5344CB8AC3E}">
        <p14:creationId xmlns:p14="http://schemas.microsoft.com/office/powerpoint/2010/main" val="247329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1 - 2 Column w/ Media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marL="0" marR="0" indent="0" algn="l" defTabSz="1523848" rtl="0" eaLnBrk="1" fontAlgn="auto" latinLnBrk="0" hangingPunct="1">
              <a:lnSpc>
                <a:spcPct val="110000"/>
              </a:lnSpc>
              <a:spcBef>
                <a:spcPct val="0"/>
              </a:spcBef>
              <a:spcAft>
                <a:spcPts val="1000"/>
              </a:spcAft>
              <a:buClrTx/>
              <a:buSzTx/>
              <a:buFontTx/>
              <a:buNone/>
              <a:tabLs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marR="0" indent="0" algn="l" defTabSz="1523848" rtl="0" eaLnBrk="1" fontAlgn="auto" latinLnBrk="0" hangingPunct="1">
              <a:lnSpc>
                <a:spcPct val="90000"/>
              </a:lnSpc>
              <a:spcBef>
                <a:spcPts val="1667"/>
              </a:spcBef>
              <a:spcAft>
                <a:spcPts val="0"/>
              </a:spcAft>
              <a:buClrTx/>
              <a:buSzTx/>
              <a:buFont typeface="Arial" panose="020B0604020202020204" pitchFamily="34" charset="0"/>
              <a:buNone/>
              <a:tabLst/>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dirty="0"/>
              <a:t>Subtitle goes here on 1 line</a:t>
            </a:r>
          </a:p>
        </p:txBody>
      </p:sp>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tx1"/>
                </a:solidFill>
              </a:defRPr>
            </a:lvl1pPr>
          </a:lstStyle>
          <a:p>
            <a:pPr lvl="0"/>
            <a:r>
              <a:rPr lang="en-US"/>
              <a:t>Click to add media</a:t>
            </a: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15" name="Date Placeholder 3">
            <a:extLst>
              <a:ext uri="{FF2B5EF4-FFF2-40B4-BE49-F238E27FC236}">
                <a16:creationId xmlns:a16="http://schemas.microsoft.com/office/drawing/2014/main" id="{5B5A15BD-FD3B-A9EB-7651-4C15CB2C142B}"/>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46244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1b - 2 Column w/ Media Left - No Header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tx1"/>
                </a:solidFill>
              </a:defRPr>
            </a:lvl1pPr>
          </a:lstStyle>
          <a:p>
            <a:pPr lvl="0"/>
            <a:r>
              <a:rPr lang="en-US"/>
              <a:t>Click to add media</a:t>
            </a:r>
          </a:p>
        </p:txBody>
      </p:sp>
      <p:sp>
        <p:nvSpPr>
          <p:cNvPr id="8" name="Footer Placeholder 7">
            <a:extLst>
              <a:ext uri="{FF2B5EF4-FFF2-40B4-BE49-F238E27FC236}">
                <a16:creationId xmlns:a16="http://schemas.microsoft.com/office/drawing/2014/main" id="{3FF6AF12-7C41-8BE1-F0D0-29655407E7C0}"/>
              </a:ext>
            </a:extLst>
          </p:cNvPr>
          <p:cNvSpPr>
            <a:spLocks noGrp="1"/>
          </p:cNvSpPr>
          <p:nvPr>
            <p:ph type="ftr" sz="quarter" idx="21"/>
          </p:nvPr>
        </p:nvSpPr>
        <p:spPr/>
        <p:txBody>
          <a:bodyPr/>
          <a:lstStyle/>
          <a:p>
            <a:endParaRPr lang="en-US"/>
          </a:p>
        </p:txBody>
      </p:sp>
      <p:sp>
        <p:nvSpPr>
          <p:cNvPr id="11" name="Date Placeholder 3">
            <a:extLst>
              <a:ext uri="{FF2B5EF4-FFF2-40B4-BE49-F238E27FC236}">
                <a16:creationId xmlns:a16="http://schemas.microsoft.com/office/drawing/2014/main" id="{CB6DC690-5E0E-28AC-904A-0B078C570EF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10" name="Slide Number Placeholder 9">
            <a:extLst>
              <a:ext uri="{FF2B5EF4-FFF2-40B4-BE49-F238E27FC236}">
                <a16:creationId xmlns:a16="http://schemas.microsoft.com/office/drawing/2014/main" id="{6E704A5E-F49B-B7F5-E918-A733AE8352DD}"/>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913985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yout 2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442106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 3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1"/>
            <a:ext cx="10160000" cy="9448786"/>
          </a:xfrm>
          <a:prstGeom prst="rect">
            <a:avLst/>
          </a:prstGeom>
        </p:spPr>
        <p:txBody>
          <a:body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00355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Layout 3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0"/>
            <a:ext cx="10160000" cy="10332000"/>
          </a:xfrm>
          <a:prstGeom prst="rect">
            <a:avLst/>
          </a:prstGeom>
        </p:spPr>
        <p:txBody>
          <a:body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11584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4 - 2 Column Text w/ Centr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6" name="Picture Placeholder 8">
            <a:extLst>
              <a:ext uri="{FF2B5EF4-FFF2-40B4-BE49-F238E27FC236}">
                <a16:creationId xmlns:a16="http://schemas.microsoft.com/office/drawing/2014/main" id="{42E8FF69-497B-08CB-9F38-1BCA485AFF8E}"/>
              </a:ext>
            </a:extLst>
          </p:cNvPr>
          <p:cNvSpPr>
            <a:spLocks noGrp="1"/>
          </p:cNvSpPr>
          <p:nvPr>
            <p:ph type="pic" sz="quarter" idx="23"/>
          </p:nvPr>
        </p:nvSpPr>
        <p:spPr>
          <a:xfrm>
            <a:off x="439200" y="2044800"/>
            <a:ext cx="19443600" cy="3668400"/>
          </a:xfrm>
          <a:prstGeom prst="rect">
            <a:avLst/>
          </a:prstGeom>
        </p:spPr>
        <p:txBody>
          <a:bodyPr/>
          <a:lstStyle/>
          <a:p>
            <a:endParaRPr lang="en-US"/>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9200" y="6267600"/>
            <a:ext cx="9356400" cy="3178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6267600"/>
            <a:ext cx="9356400" cy="3178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AC4680B1-AE53-6408-584D-F76A8EC3426E}"/>
              </a:ext>
            </a:extLst>
          </p:cNvPr>
          <p:cNvSpPr>
            <a:spLocks noGrp="1"/>
          </p:cNvSpPr>
          <p:nvPr>
            <p:ph type="ftr" sz="quarter" idx="25"/>
          </p:nvPr>
        </p:nvSpPr>
        <p:spPr/>
        <p:txBody>
          <a:bodyPr/>
          <a:lstStyle/>
          <a:p>
            <a:endParaRPr lang="en-US"/>
          </a:p>
        </p:txBody>
      </p:sp>
      <p:sp>
        <p:nvSpPr>
          <p:cNvPr id="13" name="Date Placeholder 12">
            <a:extLst>
              <a:ext uri="{FF2B5EF4-FFF2-40B4-BE49-F238E27FC236}">
                <a16:creationId xmlns:a16="http://schemas.microsoft.com/office/drawing/2014/main" id="{933BE9F3-3CB4-B281-8CBC-1E004A930F24}"/>
              </a:ext>
            </a:extLst>
          </p:cNvPr>
          <p:cNvSpPr>
            <a:spLocks noGrp="1"/>
          </p:cNvSpPr>
          <p:nvPr>
            <p:ph type="dt" sz="half" idx="24"/>
          </p:nvPr>
        </p:nvSpPr>
        <p:spPr/>
        <p:txBody>
          <a:bodyPr/>
          <a:lstStyle/>
          <a:p>
            <a:fld id="{D2792E9C-7E5E-F14F-B049-5BFE22D713B7}" type="datetime4">
              <a:rPr lang="en-CA" smtClean="0"/>
              <a:t>October 7, 2026</a:t>
            </a:fld>
            <a:endParaRPr lang="en-US"/>
          </a:p>
        </p:txBody>
      </p:sp>
      <p:sp>
        <p:nvSpPr>
          <p:cNvPr id="15" name="Slide Number Placeholder 14">
            <a:extLst>
              <a:ext uri="{FF2B5EF4-FFF2-40B4-BE49-F238E27FC236}">
                <a16:creationId xmlns:a16="http://schemas.microsoft.com/office/drawing/2014/main" id="{3B4B0961-0CB2-24FD-9EAE-6C1840B62577}"/>
              </a:ext>
            </a:extLst>
          </p:cNvPr>
          <p:cNvSpPr>
            <a:spLocks noGrp="1"/>
          </p:cNvSpPr>
          <p:nvPr>
            <p:ph type="sldNum" sz="quarter" idx="26"/>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599470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4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tx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October 7,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214287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6 - Header w/ Open Midd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2DC5996-BDFE-55CD-CC8A-FA042955CE16}"/>
              </a:ext>
            </a:extLst>
          </p:cNvPr>
          <p:cNvSpPr>
            <a:spLocks noGrp="1"/>
          </p:cNvSpPr>
          <p:nvPr>
            <p:ph type="ftr" sz="quarter" idx="11"/>
          </p:nvPr>
        </p:nvSpPr>
        <p:spPr/>
        <p:txBody>
          <a:bodyPr/>
          <a:lstStyle/>
          <a:p>
            <a:endParaRPr lang="en-US"/>
          </a:p>
        </p:txBody>
      </p:sp>
      <p:sp>
        <p:nvSpPr>
          <p:cNvPr id="10" name="Date Placeholder 9">
            <a:extLst>
              <a:ext uri="{FF2B5EF4-FFF2-40B4-BE49-F238E27FC236}">
                <a16:creationId xmlns:a16="http://schemas.microsoft.com/office/drawing/2014/main" id="{12D068AA-C0B4-024E-F068-CFC63BC56E39}"/>
              </a:ext>
            </a:extLst>
          </p:cNvPr>
          <p:cNvSpPr>
            <a:spLocks noGrp="1"/>
          </p:cNvSpPr>
          <p:nvPr>
            <p:ph type="dt" sz="half" idx="10"/>
          </p:nvPr>
        </p:nvSpPr>
        <p:spPr/>
        <p:txBody>
          <a:bodyPr/>
          <a:lstStyle/>
          <a:p>
            <a:fld id="{D2792E9C-7E5E-F14F-B049-5BFE22D713B7}" type="datetime4">
              <a:rPr lang="en-CA" smtClean="0"/>
              <a:t>October 7, 2026</a:t>
            </a:fld>
            <a:endParaRPr lang="en-US"/>
          </a:p>
        </p:txBody>
      </p:sp>
      <p:sp>
        <p:nvSpPr>
          <p:cNvPr id="12" name="Slide Number Placeholder 11">
            <a:extLst>
              <a:ext uri="{FF2B5EF4-FFF2-40B4-BE49-F238E27FC236}">
                <a16:creationId xmlns:a16="http://schemas.microsoft.com/office/drawing/2014/main" id="{57C64306-DF1D-0001-7737-CA0C49A4C768}"/>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4877841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7 - 2 Line Title w/ Copy and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7203600" cy="1472400"/>
          </a:xfrm>
          <a:prstGeom prst="rect">
            <a:avLst/>
          </a:prstGeom>
        </p:spPr>
        <p:txBody>
          <a:bodyPr anchor="t" anchorCtr="0">
            <a:noAutofit/>
          </a:bodyPr>
          <a:lstStyle>
            <a:lvl1pPr algn="l">
              <a:lnSpc>
                <a:spcPct val="100000"/>
              </a:lnSpc>
              <a:spcAft>
                <a:spcPts val="1000"/>
              </a:spcAft>
              <a:defRPr sz="4400" b="1">
                <a:solidFill>
                  <a:schemeClr val="tx1"/>
                </a:solidFill>
                <a:latin typeface="+mj-lt"/>
                <a:cs typeface="Poppins" pitchFamily="2" charset="77"/>
              </a:defRPr>
            </a:lvl1pPr>
          </a:lstStyle>
          <a:p>
            <a:r>
              <a:rPr lang="en-GB" dirty="0"/>
              <a:t>Slide title goes here on up to 2 lines</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2185200"/>
            <a:ext cx="7203600" cy="943200"/>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0" y="3257828"/>
            <a:ext cx="857056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3535200"/>
            <a:ext cx="7203600" cy="5914800"/>
          </a:xfrm>
          <a:prstGeom prst="rect">
            <a:avLst/>
          </a:prstGeom>
        </p:spPr>
        <p:txBody>
          <a:bodyPr/>
          <a:lstStyle>
            <a:lvl1pPr>
              <a:lnSpc>
                <a:spcPct val="110000"/>
              </a:lnSpc>
              <a:spcBef>
                <a:spcPts val="0"/>
              </a:spcBef>
              <a:spcAft>
                <a:spcPts val="300"/>
              </a:spcAft>
              <a:defRPr sz="30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8570563" y="0"/>
            <a:ext cx="11747850" cy="9448800"/>
          </a:xfrm>
          <a:prstGeom prst="rect">
            <a:avLst/>
          </a:prstGeom>
        </p:spPr>
        <p:txBody>
          <a:bodyPr/>
          <a:lstStyle/>
          <a:p>
            <a:endParaRPr lang="en-US"/>
          </a:p>
        </p:txBody>
      </p:sp>
      <p:sp>
        <p:nvSpPr>
          <p:cNvPr id="12" name="Footer Placeholder 11">
            <a:extLst>
              <a:ext uri="{FF2B5EF4-FFF2-40B4-BE49-F238E27FC236}">
                <a16:creationId xmlns:a16="http://schemas.microsoft.com/office/drawing/2014/main" id="{C41E1458-C432-DACF-1B77-6F0178924C69}"/>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DE838F34-5806-14A7-4D13-6E52C519974C}"/>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3" name="Slide Number Placeholder 12">
            <a:extLst>
              <a:ext uri="{FF2B5EF4-FFF2-40B4-BE49-F238E27FC236}">
                <a16:creationId xmlns:a16="http://schemas.microsoft.com/office/drawing/2014/main" id="{1634D9D2-1CEF-12A6-591D-6FCA71B73912}"/>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491754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 8 - 2 Line Title w/ Copy and Full Bleed Imag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1F801B-42A4-D1DC-A330-C73B427D214D}"/>
              </a:ext>
              <a:ext uri="{C183D7F6-B498-43B3-948B-1728B52AA6E4}">
                <adec:decorative xmlns:adec="http://schemas.microsoft.com/office/drawing/2017/decorative" val="1"/>
              </a:ext>
            </a:extLst>
          </p:cNvPr>
          <p:cNvSpPr/>
          <p:nvPr userDrawn="1"/>
        </p:nvSpPr>
        <p:spPr>
          <a:xfrm>
            <a:off x="-1" y="0"/>
            <a:ext cx="20349275" cy="9448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22184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dirty="0"/>
              <a:t>Slide title goes here on up to 2 lines</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221840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 uri="{C183D7F6-B498-43B3-948B-1728B52AA6E4}">
                <adec:decorative xmlns:adec="http://schemas.microsoft.com/office/drawing/2017/decorative" val="1"/>
              </a:ext>
            </a:extLst>
          </p:cNvPr>
          <p:cNvSpPr>
            <a:spLocks noGrp="1"/>
          </p:cNvSpPr>
          <p:nvPr>
            <p:ph type="body" sz="quarter" idx="12"/>
          </p:nvPr>
        </p:nvSpPr>
        <p:spPr>
          <a:xfrm>
            <a:off x="12218400" y="3535200"/>
            <a:ext cx="7203600" cy="53712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1174785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0" y="0"/>
            <a:ext cx="11779200" cy="9448800"/>
          </a:xfrm>
          <a:prstGeom prst="rect">
            <a:avLst/>
          </a:prstGeom>
        </p:spPr>
        <p:txBody>
          <a:bodyPr/>
          <a:lstStyle/>
          <a:p>
            <a:endParaRPr lang="en-US"/>
          </a:p>
        </p:txBody>
      </p:sp>
      <p:sp>
        <p:nvSpPr>
          <p:cNvPr id="12" name="Footer Placeholder 11">
            <a:extLst>
              <a:ext uri="{FF2B5EF4-FFF2-40B4-BE49-F238E27FC236}">
                <a16:creationId xmlns:a16="http://schemas.microsoft.com/office/drawing/2014/main" id="{DF526E81-2B2E-2FBE-FBEE-7993015DEE3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36424CF3-DC6A-ACF4-BCC0-6999BB1E5625}"/>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3" name="Slide Number Placeholder 12">
            <a:extLst>
              <a:ext uri="{FF2B5EF4-FFF2-40B4-BE49-F238E27FC236}">
                <a16:creationId xmlns:a16="http://schemas.microsoft.com/office/drawing/2014/main" id="{F3BC796C-F05B-6EF0-6DA8-13A9D6314B0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1414743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yout 10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0" y="0"/>
            <a:ext cx="20318413" cy="9448799"/>
          </a:xfrm>
          <a:prstGeom prst="rect">
            <a:avLst/>
          </a:prstGeom>
        </p:spPr>
        <p:txBody>
          <a:body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b" anchorCtr="0">
            <a:noAutofit/>
          </a:bodyPr>
          <a:lstStyle>
            <a:lvl1pPr algn="l">
              <a:lnSpc>
                <a:spcPct val="100000"/>
              </a:lnSpc>
              <a:spcAft>
                <a:spcPts val="1000"/>
              </a:spcAft>
              <a:defRPr sz="4800" b="1">
                <a:solidFill>
                  <a:schemeClr val="tx1"/>
                </a:solidFill>
                <a:latin typeface="+mj-lt"/>
                <a:cs typeface="Poppins" pitchFamily="2" charset="77"/>
              </a:defRPr>
            </a:lvl1pPr>
          </a:lstStyle>
          <a:p>
            <a:r>
              <a:rPr lang="en-GB" dirty="0"/>
              <a:t>Slide title goes here on 2 lines</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080576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ayout 11 - Loca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BD0E6DC-510A-EBC0-7914-5C71A187FBCA}"/>
              </a:ext>
            </a:extLst>
          </p:cNvPr>
          <p:cNvSpPr/>
          <p:nvPr userDrawn="1"/>
        </p:nvSpPr>
        <p:spPr>
          <a:xfrm>
            <a:off x="0" y="0"/>
            <a:ext cx="20349275" cy="951345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itle 1">
            <a:extLst>
              <a:ext uri="{FF2B5EF4-FFF2-40B4-BE49-F238E27FC236}">
                <a16:creationId xmlns:a16="http://schemas.microsoft.com/office/drawing/2014/main" id="{7171CFEA-ADB1-7172-2C62-962AE5CDAEFC}"/>
              </a:ext>
            </a:extLst>
          </p:cNvPr>
          <p:cNvSpPr>
            <a:spLocks noGrp="1"/>
          </p:cNvSpPr>
          <p:nvPr>
            <p:ph type="ctrTitle"/>
          </p:nvPr>
        </p:nvSpPr>
        <p:spPr>
          <a:xfrm>
            <a:off x="1015199" y="3908412"/>
            <a:ext cx="3639227" cy="4077113"/>
          </a:xfrm>
          <a:prstGeom prst="rect">
            <a:avLst/>
          </a:prstGeom>
        </p:spPr>
        <p:txBody>
          <a:bodyPr anchor="ctr">
            <a:normAutofit/>
          </a:bodyPr>
          <a:lstStyle>
            <a:lvl1pPr algn="l">
              <a:lnSpc>
                <a:spcPct val="110000"/>
              </a:lnSpc>
              <a:spcAft>
                <a:spcPts val="1000"/>
              </a:spcAft>
              <a:defRPr sz="4800" b="1">
                <a:solidFill>
                  <a:schemeClr val="bg1"/>
                </a:solidFill>
                <a:latin typeface="+mj-lt"/>
                <a:cs typeface="Poppins" pitchFamily="2" charset="77"/>
              </a:defRPr>
            </a:lvl1pPr>
          </a:lstStyle>
          <a:p>
            <a:endParaRPr lang="en-US"/>
          </a:p>
        </p:txBody>
      </p:sp>
      <p:pic>
        <p:nvPicPr>
          <p:cNvPr id="7" name="Graphic 6" descr="McMaster Logo">
            <a:extLst>
              <a:ext uri="{FF2B5EF4-FFF2-40B4-BE49-F238E27FC236}">
                <a16:creationId xmlns:a16="http://schemas.microsoft.com/office/drawing/2014/main" id="{BC6B77CC-80A6-A4BE-B798-980684DAAF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5200" y="1990874"/>
            <a:ext cx="2683078" cy="1413471"/>
          </a:xfrm>
          <a:prstGeom prst="rect">
            <a:avLst/>
          </a:prstGeom>
        </p:spPr>
      </p:pic>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13" name="Date Placeholder 3">
            <a:extLst>
              <a:ext uri="{FF2B5EF4-FFF2-40B4-BE49-F238E27FC236}">
                <a16:creationId xmlns:a16="http://schemas.microsoft.com/office/drawing/2014/main" id="{C5AFAE97-2643-BCF4-8E70-DEE90AE465F2}"/>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144023481"/>
      </p:ext>
    </p:extLst>
  </p:cSld>
  <p:clrMapOvr>
    <a:masterClrMapping/>
  </p:clrMapOvr>
  <p:extLst>
    <p:ext uri="{DCECCB84-F9BA-43D5-87BE-67443E8EF086}">
      <p15:sldGuideLst xmlns:p15="http://schemas.microsoft.com/office/powerpoint/2012/main">
        <p15:guide id="1" orient="horz" pos="3600" userDrawn="1">
          <p15:clr>
            <a:srgbClr val="FBAE40"/>
          </p15:clr>
        </p15:guide>
        <p15:guide id="2" pos="639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yout 12 - Regist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95313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Brighter World Logo">
            <a:extLst>
              <a:ext uri="{FF2B5EF4-FFF2-40B4-BE49-F238E27FC236}">
                <a16:creationId xmlns:a16="http://schemas.microsoft.com/office/drawing/2014/main" id="{6088992C-5070-6F90-0520-CEBA8C9E488D}"/>
              </a:ext>
              <a:ext uri="{C183D7F6-B498-43B3-948B-1728B52AA6E4}">
                <adec:decorative xmlns:adec="http://schemas.microsoft.com/office/drawing/2017/decorative" val="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640917" y="5959405"/>
            <a:ext cx="1090083" cy="739699"/>
          </a:xfrm>
          <a:prstGeom prst="rect">
            <a:avLst/>
          </a:prstGeom>
        </p:spPr>
      </p:pic>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4776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1940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4868458"/>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latin typeface="+mn-lt"/>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509817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yout 12b - Regist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95313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7404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4532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5130000"/>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736426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yout 12c - Research Toolki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597FAEE-5FAF-88B1-7416-563A1CAB4285}"/>
              </a:ext>
              <a:ext uri="{C183D7F6-B498-43B3-948B-1728B52AA6E4}">
                <adec:decorative xmlns:adec="http://schemas.microsoft.com/office/drawing/2017/decorative" val="1"/>
              </a:ext>
            </a:extLst>
          </p:cNvPr>
          <p:cNvSpPr/>
          <p:nvPr userDrawn="1"/>
        </p:nvSpPr>
        <p:spPr>
          <a:xfrm>
            <a:off x="-1" y="-1"/>
            <a:ext cx="20318413" cy="11430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E399AF-2CA0-ABA0-9DFA-3AB2EA83063D}"/>
              </a:ext>
              <a:ext uri="{C183D7F6-B498-43B3-948B-1728B52AA6E4}">
                <adec:decorative xmlns:adec="http://schemas.microsoft.com/office/drawing/2017/decorative" val="1"/>
              </a:ext>
            </a:extLst>
          </p:cNvPr>
          <p:cNvSpPr/>
          <p:nvPr userDrawn="1"/>
        </p:nvSpPr>
        <p:spPr>
          <a:xfrm>
            <a:off x="4124366" y="2334708"/>
            <a:ext cx="13337750" cy="4861932"/>
          </a:xfrm>
          <a:prstGeom prst="rect">
            <a:avLst/>
          </a:prstGeom>
          <a:solidFill>
            <a:schemeClr val="bg1"/>
          </a:solidFill>
          <a:ln>
            <a:noFill/>
          </a:ln>
          <a:effectLst>
            <a:outerShdw blurRad="392136" sx="60000" sy="60000" algn="ctr" rotWithShape="0">
              <a:prstClr val="black">
                <a:alpha val="9982"/>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D7D226-EE41-9FB9-ED21-8357A423D9E4}"/>
              </a:ext>
              <a:ext uri="{C183D7F6-B498-43B3-948B-1728B52AA6E4}">
                <adec:decorative xmlns:adec="http://schemas.microsoft.com/office/drawing/2017/decorative" val="1"/>
              </a:ext>
            </a:extLst>
          </p:cNvPr>
          <p:cNvSpPr/>
          <p:nvPr userDrawn="1"/>
        </p:nvSpPr>
        <p:spPr>
          <a:xfrm>
            <a:off x="4124366" y="7033470"/>
            <a:ext cx="13339334" cy="1597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5695200" y="3740400"/>
            <a:ext cx="5367600" cy="428400"/>
          </a:xfrm>
          <a:prstGeom prst="rect">
            <a:avLst/>
          </a:prstGeom>
        </p:spPr>
        <p:txBody>
          <a:bodyPr anchor="t">
            <a:noAutofit/>
          </a:bodyPr>
          <a:lstStyle>
            <a:lvl1pPr algn="l">
              <a:lnSpc>
                <a:spcPct val="110000"/>
              </a:lnSpc>
              <a:spcAft>
                <a:spcPts val="1000"/>
              </a:spcAft>
              <a:defRPr sz="2800" b="1">
                <a:solidFill>
                  <a:schemeClr val="tx1"/>
                </a:solidFill>
                <a:latin typeface="+mj-lt"/>
                <a:cs typeface="Poppins" pitchFamily="2" charset="77"/>
              </a:defRPr>
            </a:lvl1pPr>
          </a:lstStyle>
          <a:p>
            <a:r>
              <a:rPr lang="en-GB"/>
              <a:t>Full Name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5695200" y="4453200"/>
            <a:ext cx="5367600" cy="536400"/>
          </a:xfrm>
          <a:prstGeom prst="rect">
            <a:avLst/>
          </a:prstGeom>
        </p:spPr>
        <p:txBody>
          <a:bodyPr anchor="t"/>
          <a:lstStyle>
            <a:lvl1pPr marL="0" indent="0" algn="l">
              <a:buNone/>
              <a:defRPr sz="28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Accreditations</a:t>
            </a:r>
          </a:p>
        </p:txBody>
      </p:sp>
      <p:sp>
        <p:nvSpPr>
          <p:cNvPr id="13" name="Text Placeholder 2">
            <a:extLst>
              <a:ext uri="{FF2B5EF4-FFF2-40B4-BE49-F238E27FC236}">
                <a16:creationId xmlns:a16="http://schemas.microsoft.com/office/drawing/2014/main" id="{BDAA9548-D5B2-EC7E-0865-44149838B85B}"/>
              </a:ext>
            </a:extLst>
          </p:cNvPr>
          <p:cNvSpPr>
            <a:spLocks noGrp="1"/>
          </p:cNvSpPr>
          <p:nvPr>
            <p:ph type="body" sz="quarter" idx="20" hasCustomPrompt="1"/>
          </p:nvPr>
        </p:nvSpPr>
        <p:spPr>
          <a:xfrm>
            <a:off x="5696355" y="5130000"/>
            <a:ext cx="5366302" cy="536390"/>
          </a:xfrm>
          <a:prstGeom prst="rect">
            <a:avLst/>
          </a:prstGeom>
        </p:spPr>
        <p:txBody>
          <a:bodyPr/>
          <a:lstStyle>
            <a:lvl1pPr marL="0" indent="0" algn="l">
              <a:lnSpc>
                <a:spcPct val="100000"/>
              </a:lnSpc>
              <a:buNone/>
              <a:defRPr sz="2800" b="0">
                <a:solidFill>
                  <a:schemeClr val="accent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Title</a:t>
            </a:r>
          </a:p>
        </p:txBody>
      </p:sp>
      <p:sp>
        <p:nvSpPr>
          <p:cNvPr id="12" name="Picture Placeholder 4">
            <a:extLst>
              <a:ext uri="{FF2B5EF4-FFF2-40B4-BE49-F238E27FC236}">
                <a16:creationId xmlns:a16="http://schemas.microsoft.com/office/drawing/2014/main" id="{FFC3C17C-4836-54D8-2826-B95E3AABFF1D}"/>
              </a:ext>
            </a:extLst>
          </p:cNvPr>
          <p:cNvSpPr>
            <a:spLocks noGrp="1"/>
          </p:cNvSpPr>
          <p:nvPr>
            <p:ph type="pic" sz="quarter" idx="15"/>
          </p:nvPr>
        </p:nvSpPr>
        <p:spPr>
          <a:xfrm>
            <a:off x="2070752" y="3077188"/>
            <a:ext cx="3257370" cy="3256121"/>
          </a:xfrm>
          <a:prstGeom prst="rect">
            <a:avLst/>
          </a:prstGeom>
          <a:ln w="63500">
            <a:solidFill>
              <a:schemeClr val="bg1"/>
            </a:solidFill>
          </a:ln>
          <a:effectLst>
            <a:outerShdw blurRad="317500" algn="ctr" rotWithShape="0">
              <a:prstClr val="black">
                <a:alpha val="12000"/>
              </a:prstClr>
            </a:outerShdw>
          </a:effectLst>
        </p:spPr>
        <p:txBody>
          <a:bodyPr/>
          <a:lstStyle>
            <a:lvl1pPr marL="0" indent="0">
              <a:buNone/>
              <a:defRPr/>
            </a:lvl1pPr>
          </a:lstStyle>
          <a:p>
            <a:endParaRPr lang="en-US"/>
          </a:p>
        </p:txBody>
      </p:sp>
      <p:sp>
        <p:nvSpPr>
          <p:cNvPr id="14" name="Text Placeholder 2">
            <a:extLst>
              <a:ext uri="{FF2B5EF4-FFF2-40B4-BE49-F238E27FC236}">
                <a16:creationId xmlns:a16="http://schemas.microsoft.com/office/drawing/2014/main" id="{E1A72E33-59E3-B8C0-291D-0BF16B8D8ACA}"/>
              </a:ext>
            </a:extLst>
          </p:cNvPr>
          <p:cNvSpPr>
            <a:spLocks noGrp="1"/>
          </p:cNvSpPr>
          <p:nvPr>
            <p:ph type="body" sz="quarter" idx="21" hasCustomPrompt="1"/>
          </p:nvPr>
        </p:nvSpPr>
        <p:spPr>
          <a:xfrm>
            <a:off x="11729165" y="2722713"/>
            <a:ext cx="5366302" cy="427636"/>
          </a:xfrm>
          <a:prstGeom prst="rect">
            <a:avLst/>
          </a:prstGeom>
        </p:spPr>
        <p:txBody>
          <a:bodyPr/>
          <a:lstStyle>
            <a:lvl1pPr marL="0" indent="0" algn="l">
              <a:lnSpc>
                <a:spcPct val="90000"/>
              </a:lnSpc>
              <a:buNone/>
              <a:defRPr sz="30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Title</a:t>
            </a:r>
          </a:p>
        </p:txBody>
      </p:sp>
      <p:sp>
        <p:nvSpPr>
          <p:cNvPr id="15" name="Text Placeholder 2">
            <a:extLst>
              <a:ext uri="{FF2B5EF4-FFF2-40B4-BE49-F238E27FC236}">
                <a16:creationId xmlns:a16="http://schemas.microsoft.com/office/drawing/2014/main" id="{64659317-169C-8689-A0CA-20666CF8A651}"/>
              </a:ext>
            </a:extLst>
          </p:cNvPr>
          <p:cNvSpPr>
            <a:spLocks noGrp="1"/>
          </p:cNvSpPr>
          <p:nvPr>
            <p:ph type="body" sz="quarter" idx="16" hasCustomPrompt="1"/>
          </p:nvPr>
        </p:nvSpPr>
        <p:spPr>
          <a:xfrm>
            <a:off x="11729165" y="3277327"/>
            <a:ext cx="5366302" cy="2855844"/>
          </a:xfrm>
          <a:prstGeom prst="rect">
            <a:avLst/>
          </a:prstGeom>
        </p:spPr>
        <p:txBody>
          <a:bodyPr/>
          <a:lstStyle>
            <a:lvl1pPr marL="0" indent="0" algn="l">
              <a:lnSpc>
                <a:spcPct val="110000"/>
              </a:lnSpc>
              <a:spcBef>
                <a:spcPts val="0"/>
              </a:spcBef>
              <a:spcAft>
                <a:spcPts val="600"/>
              </a:spcAft>
              <a:buNone/>
              <a:defRPr sz="1800" b="0">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Insert Info Here</a:t>
            </a:r>
          </a:p>
        </p:txBody>
      </p:sp>
      <p:sp>
        <p:nvSpPr>
          <p:cNvPr id="17" name="Freeform 16" descr="World wide web icon">
            <a:extLst>
              <a:ext uri="{FF2B5EF4-FFF2-40B4-BE49-F238E27FC236}">
                <a16:creationId xmlns:a16="http://schemas.microsoft.com/office/drawing/2014/main" id="{EEED13BE-4966-4646-607D-1F15919447F8}"/>
              </a:ext>
            </a:extLst>
          </p:cNvPr>
          <p:cNvSpPr/>
          <p:nvPr userDrawn="1"/>
        </p:nvSpPr>
        <p:spPr>
          <a:xfrm>
            <a:off x="11729165" y="6425952"/>
            <a:ext cx="318541" cy="317588"/>
          </a:xfrm>
          <a:custGeom>
            <a:avLst/>
            <a:gdLst>
              <a:gd name="connsiteX0" fmla="*/ 609692 w 632413"/>
              <a:gd name="connsiteY0" fmla="*/ 195026 h 630520"/>
              <a:gd name="connsiteX1" fmla="*/ 609692 w 632413"/>
              <a:gd name="connsiteY1" fmla="*/ 195026 h 630520"/>
              <a:gd name="connsiteX2" fmla="*/ 378691 w 632413"/>
              <a:gd name="connsiteY2" fmla="*/ 4734 h 630520"/>
              <a:gd name="connsiteX3" fmla="*/ 376797 w 632413"/>
              <a:gd name="connsiteY3" fmla="*/ 4734 h 630520"/>
              <a:gd name="connsiteX4" fmla="*/ 315260 w 632413"/>
              <a:gd name="connsiteY4" fmla="*/ 0 h 630520"/>
              <a:gd name="connsiteX5" fmla="*/ 248989 w 632413"/>
              <a:gd name="connsiteY5" fmla="*/ 6627 h 630520"/>
              <a:gd name="connsiteX6" fmla="*/ 238575 w 632413"/>
              <a:gd name="connsiteY6" fmla="*/ 9467 h 630520"/>
              <a:gd name="connsiteX7" fmla="*/ 239522 w 632413"/>
              <a:gd name="connsiteY7" fmla="*/ 8521 h 630520"/>
              <a:gd name="connsiteX8" fmla="*/ 238575 w 632413"/>
              <a:gd name="connsiteY8" fmla="*/ 9467 h 630520"/>
              <a:gd name="connsiteX9" fmla="*/ 21775 w 632413"/>
              <a:gd name="connsiteY9" fmla="*/ 198813 h 630520"/>
              <a:gd name="connsiteX10" fmla="*/ 0 w 632413"/>
              <a:gd name="connsiteY10" fmla="*/ 315260 h 630520"/>
              <a:gd name="connsiteX11" fmla="*/ 21775 w 632413"/>
              <a:gd name="connsiteY11" fmla="*/ 428867 h 630520"/>
              <a:gd name="connsiteX12" fmla="*/ 251829 w 632413"/>
              <a:gd name="connsiteY12" fmla="*/ 622947 h 630520"/>
              <a:gd name="connsiteX13" fmla="*/ 316207 w 632413"/>
              <a:gd name="connsiteY13" fmla="*/ 630520 h 630520"/>
              <a:gd name="connsiteX14" fmla="*/ 378691 w 632413"/>
              <a:gd name="connsiteY14" fmla="*/ 622947 h 630520"/>
              <a:gd name="connsiteX15" fmla="*/ 610639 w 632413"/>
              <a:gd name="connsiteY15" fmla="*/ 428867 h 630520"/>
              <a:gd name="connsiteX16" fmla="*/ 632414 w 632413"/>
              <a:gd name="connsiteY16" fmla="*/ 312420 h 630520"/>
              <a:gd name="connsiteX17" fmla="*/ 609692 w 632413"/>
              <a:gd name="connsiteY17" fmla="*/ 195026 h 630520"/>
              <a:gd name="connsiteX18" fmla="*/ 556676 w 632413"/>
              <a:gd name="connsiteY18" fmla="*/ 185559 h 630520"/>
              <a:gd name="connsiteX19" fmla="*/ 444962 w 632413"/>
              <a:gd name="connsiteY19" fmla="*/ 185559 h 630520"/>
              <a:gd name="connsiteX20" fmla="*/ 414667 w 632413"/>
              <a:gd name="connsiteY20" fmla="*/ 59644 h 630520"/>
              <a:gd name="connsiteX21" fmla="*/ 556676 w 632413"/>
              <a:gd name="connsiteY21" fmla="*/ 185559 h 630520"/>
              <a:gd name="connsiteX22" fmla="*/ 587918 w 632413"/>
              <a:gd name="connsiteY22" fmla="*/ 313367 h 630520"/>
              <a:gd name="connsiteX23" fmla="*/ 575610 w 632413"/>
              <a:gd name="connsiteY23" fmla="*/ 395732 h 630520"/>
              <a:gd name="connsiteX24" fmla="*/ 450642 w 632413"/>
              <a:gd name="connsiteY24" fmla="*/ 395732 h 630520"/>
              <a:gd name="connsiteX25" fmla="*/ 454429 w 632413"/>
              <a:gd name="connsiteY25" fmla="*/ 311473 h 630520"/>
              <a:gd name="connsiteX26" fmla="*/ 450642 w 632413"/>
              <a:gd name="connsiteY26" fmla="*/ 229108 h 630520"/>
              <a:gd name="connsiteX27" fmla="*/ 575610 w 632413"/>
              <a:gd name="connsiteY27" fmla="*/ 229108 h 630520"/>
              <a:gd name="connsiteX28" fmla="*/ 587918 w 632413"/>
              <a:gd name="connsiteY28" fmla="*/ 313367 h 630520"/>
              <a:gd name="connsiteX29" fmla="*/ 222481 w 632413"/>
              <a:gd name="connsiteY29" fmla="*/ 395732 h 630520"/>
              <a:gd name="connsiteX30" fmla="*/ 217747 w 632413"/>
              <a:gd name="connsiteY30" fmla="*/ 311473 h 630520"/>
              <a:gd name="connsiteX31" fmla="*/ 221534 w 632413"/>
              <a:gd name="connsiteY31" fmla="*/ 229108 h 630520"/>
              <a:gd name="connsiteX32" fmla="*/ 406146 w 632413"/>
              <a:gd name="connsiteY32" fmla="*/ 229108 h 630520"/>
              <a:gd name="connsiteX33" fmla="*/ 409933 w 632413"/>
              <a:gd name="connsiteY33" fmla="*/ 311473 h 630520"/>
              <a:gd name="connsiteX34" fmla="*/ 405199 w 632413"/>
              <a:gd name="connsiteY34" fmla="*/ 395732 h 630520"/>
              <a:gd name="connsiteX35" fmla="*/ 222481 w 632413"/>
              <a:gd name="connsiteY35" fmla="*/ 395732 h 630520"/>
              <a:gd name="connsiteX36" fmla="*/ 55857 w 632413"/>
              <a:gd name="connsiteY36" fmla="*/ 395732 h 630520"/>
              <a:gd name="connsiteX37" fmla="*/ 43549 w 632413"/>
              <a:gd name="connsiteY37" fmla="*/ 316207 h 630520"/>
              <a:gd name="connsiteX38" fmla="*/ 56804 w 632413"/>
              <a:gd name="connsiteY38" fmla="*/ 230055 h 630520"/>
              <a:gd name="connsiteX39" fmla="*/ 177985 w 632413"/>
              <a:gd name="connsiteY39" fmla="*/ 230055 h 630520"/>
              <a:gd name="connsiteX40" fmla="*/ 174198 w 632413"/>
              <a:gd name="connsiteY40" fmla="*/ 312420 h 630520"/>
              <a:gd name="connsiteX41" fmla="*/ 177985 w 632413"/>
              <a:gd name="connsiteY41" fmla="*/ 396679 h 630520"/>
              <a:gd name="connsiteX42" fmla="*/ 55857 w 632413"/>
              <a:gd name="connsiteY42" fmla="*/ 396679 h 630520"/>
              <a:gd name="connsiteX43" fmla="*/ 361650 w 632413"/>
              <a:gd name="connsiteY43" fmla="*/ 47336 h 630520"/>
              <a:gd name="connsiteX44" fmla="*/ 401412 w 632413"/>
              <a:gd name="connsiteY44" fmla="*/ 186505 h 630520"/>
              <a:gd name="connsiteX45" fmla="*/ 228161 w 632413"/>
              <a:gd name="connsiteY45" fmla="*/ 186505 h 630520"/>
              <a:gd name="connsiteX46" fmla="*/ 266977 w 632413"/>
              <a:gd name="connsiteY46" fmla="*/ 49230 h 630520"/>
              <a:gd name="connsiteX47" fmla="*/ 315260 w 632413"/>
              <a:gd name="connsiteY47" fmla="*/ 44496 h 630520"/>
              <a:gd name="connsiteX48" fmla="*/ 361650 w 632413"/>
              <a:gd name="connsiteY48" fmla="*/ 47336 h 630520"/>
              <a:gd name="connsiteX49" fmla="*/ 213014 w 632413"/>
              <a:gd name="connsiteY49" fmla="*/ 63431 h 630520"/>
              <a:gd name="connsiteX50" fmla="*/ 183665 w 632413"/>
              <a:gd name="connsiteY50" fmla="*/ 185559 h 630520"/>
              <a:gd name="connsiteX51" fmla="*/ 75738 w 632413"/>
              <a:gd name="connsiteY51" fmla="*/ 185559 h 630520"/>
              <a:gd name="connsiteX52" fmla="*/ 213014 w 632413"/>
              <a:gd name="connsiteY52" fmla="*/ 63431 h 630520"/>
              <a:gd name="connsiteX53" fmla="*/ 73845 w 632413"/>
              <a:gd name="connsiteY53" fmla="*/ 439282 h 630520"/>
              <a:gd name="connsiteX54" fmla="*/ 183665 w 632413"/>
              <a:gd name="connsiteY54" fmla="*/ 439282 h 630520"/>
              <a:gd name="connsiteX55" fmla="*/ 214907 w 632413"/>
              <a:gd name="connsiteY55" fmla="*/ 568036 h 630520"/>
              <a:gd name="connsiteX56" fmla="*/ 73845 w 632413"/>
              <a:gd name="connsiteY56" fmla="*/ 439282 h 630520"/>
              <a:gd name="connsiteX57" fmla="*/ 271711 w 632413"/>
              <a:gd name="connsiteY57" fmla="*/ 584131 h 630520"/>
              <a:gd name="connsiteX58" fmla="*/ 228161 w 632413"/>
              <a:gd name="connsiteY58" fmla="*/ 439282 h 630520"/>
              <a:gd name="connsiteX59" fmla="*/ 401412 w 632413"/>
              <a:gd name="connsiteY59" fmla="*/ 439282 h 630520"/>
              <a:gd name="connsiteX60" fmla="*/ 357863 w 632413"/>
              <a:gd name="connsiteY60" fmla="*/ 584131 h 630520"/>
              <a:gd name="connsiteX61" fmla="*/ 315260 w 632413"/>
              <a:gd name="connsiteY61" fmla="*/ 587918 h 630520"/>
              <a:gd name="connsiteX62" fmla="*/ 271711 w 632413"/>
              <a:gd name="connsiteY62" fmla="*/ 584131 h 630520"/>
              <a:gd name="connsiteX63" fmla="*/ 412773 w 632413"/>
              <a:gd name="connsiteY63" fmla="*/ 568983 h 630520"/>
              <a:gd name="connsiteX64" fmla="*/ 444962 w 632413"/>
              <a:gd name="connsiteY64" fmla="*/ 439282 h 630520"/>
              <a:gd name="connsiteX65" fmla="*/ 557622 w 632413"/>
              <a:gd name="connsiteY65" fmla="*/ 439282 h 630520"/>
              <a:gd name="connsiteX66" fmla="*/ 412773 w 632413"/>
              <a:gd name="connsiteY66" fmla="*/ 568983 h 630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32413" h="630520">
                <a:moveTo>
                  <a:pt x="609692" y="195026"/>
                </a:moveTo>
                <a:lnTo>
                  <a:pt x="609692" y="195026"/>
                </a:lnTo>
                <a:cubicBezTo>
                  <a:pt x="568036" y="94673"/>
                  <a:pt x="481884" y="23668"/>
                  <a:pt x="378691" y="4734"/>
                </a:cubicBezTo>
                <a:lnTo>
                  <a:pt x="376797" y="4734"/>
                </a:lnTo>
                <a:cubicBezTo>
                  <a:pt x="356916" y="2840"/>
                  <a:pt x="336088" y="0"/>
                  <a:pt x="315260" y="0"/>
                </a:cubicBezTo>
                <a:cubicBezTo>
                  <a:pt x="293485" y="0"/>
                  <a:pt x="269817" y="2840"/>
                  <a:pt x="248989" y="6627"/>
                </a:cubicBezTo>
                <a:cubicBezTo>
                  <a:pt x="245202" y="7574"/>
                  <a:pt x="241415" y="8521"/>
                  <a:pt x="238575" y="9467"/>
                </a:cubicBezTo>
                <a:cubicBezTo>
                  <a:pt x="238575" y="9467"/>
                  <a:pt x="239522" y="8521"/>
                  <a:pt x="239522" y="8521"/>
                </a:cubicBezTo>
                <a:cubicBezTo>
                  <a:pt x="239522" y="8521"/>
                  <a:pt x="238575" y="9467"/>
                  <a:pt x="238575" y="9467"/>
                </a:cubicBezTo>
                <a:cubicBezTo>
                  <a:pt x="139169" y="33135"/>
                  <a:pt x="58697" y="103193"/>
                  <a:pt x="21775" y="198813"/>
                </a:cubicBezTo>
                <a:cubicBezTo>
                  <a:pt x="7574" y="233842"/>
                  <a:pt x="0" y="274551"/>
                  <a:pt x="0" y="315260"/>
                </a:cubicBezTo>
                <a:cubicBezTo>
                  <a:pt x="0" y="355023"/>
                  <a:pt x="7574" y="393839"/>
                  <a:pt x="21775" y="428867"/>
                </a:cubicBezTo>
                <a:cubicBezTo>
                  <a:pt x="60591" y="528274"/>
                  <a:pt x="148636" y="603065"/>
                  <a:pt x="251829" y="622947"/>
                </a:cubicBezTo>
                <a:cubicBezTo>
                  <a:pt x="273604" y="627680"/>
                  <a:pt x="294432" y="630520"/>
                  <a:pt x="316207" y="630520"/>
                </a:cubicBezTo>
                <a:cubicBezTo>
                  <a:pt x="337982" y="630520"/>
                  <a:pt x="359756" y="627680"/>
                  <a:pt x="378691" y="622947"/>
                </a:cubicBezTo>
                <a:cubicBezTo>
                  <a:pt x="485671" y="601172"/>
                  <a:pt x="572770" y="528274"/>
                  <a:pt x="610639" y="428867"/>
                </a:cubicBezTo>
                <a:cubicBezTo>
                  <a:pt x="624840" y="393839"/>
                  <a:pt x="632414" y="353129"/>
                  <a:pt x="632414" y="312420"/>
                </a:cubicBezTo>
                <a:cubicBezTo>
                  <a:pt x="631467" y="270764"/>
                  <a:pt x="623893" y="231001"/>
                  <a:pt x="609692" y="195026"/>
                </a:cubicBezTo>
                <a:close/>
                <a:moveTo>
                  <a:pt x="556676" y="185559"/>
                </a:moveTo>
                <a:lnTo>
                  <a:pt x="444962" y="185559"/>
                </a:lnTo>
                <a:cubicBezTo>
                  <a:pt x="438335" y="137275"/>
                  <a:pt x="427921" y="94673"/>
                  <a:pt x="414667" y="59644"/>
                </a:cubicBezTo>
                <a:cubicBezTo>
                  <a:pt x="475257" y="82365"/>
                  <a:pt x="525434" y="126861"/>
                  <a:pt x="556676" y="185559"/>
                </a:cubicBezTo>
                <a:close/>
                <a:moveTo>
                  <a:pt x="587918" y="313367"/>
                </a:moveTo>
                <a:cubicBezTo>
                  <a:pt x="587918" y="341769"/>
                  <a:pt x="584131" y="370170"/>
                  <a:pt x="575610" y="395732"/>
                </a:cubicBezTo>
                <a:lnTo>
                  <a:pt x="450642" y="395732"/>
                </a:lnTo>
                <a:cubicBezTo>
                  <a:pt x="453482" y="369224"/>
                  <a:pt x="454429" y="340822"/>
                  <a:pt x="454429" y="311473"/>
                </a:cubicBezTo>
                <a:cubicBezTo>
                  <a:pt x="454429" y="283071"/>
                  <a:pt x="453482" y="255616"/>
                  <a:pt x="450642" y="229108"/>
                </a:cubicBezTo>
                <a:lnTo>
                  <a:pt x="575610" y="229108"/>
                </a:lnTo>
                <a:cubicBezTo>
                  <a:pt x="583184" y="255616"/>
                  <a:pt x="587918" y="283071"/>
                  <a:pt x="587918" y="313367"/>
                </a:cubicBezTo>
                <a:close/>
                <a:moveTo>
                  <a:pt x="222481" y="395732"/>
                </a:moveTo>
                <a:cubicBezTo>
                  <a:pt x="219641" y="369224"/>
                  <a:pt x="217747" y="340822"/>
                  <a:pt x="217747" y="311473"/>
                </a:cubicBezTo>
                <a:cubicBezTo>
                  <a:pt x="217747" y="282125"/>
                  <a:pt x="218694" y="255616"/>
                  <a:pt x="221534" y="229108"/>
                </a:cubicBezTo>
                <a:lnTo>
                  <a:pt x="406146" y="229108"/>
                </a:lnTo>
                <a:cubicBezTo>
                  <a:pt x="408986" y="255616"/>
                  <a:pt x="409933" y="283071"/>
                  <a:pt x="409933" y="311473"/>
                </a:cubicBezTo>
                <a:cubicBezTo>
                  <a:pt x="409933" y="340822"/>
                  <a:pt x="408039" y="369224"/>
                  <a:pt x="405199" y="395732"/>
                </a:cubicBezTo>
                <a:lnTo>
                  <a:pt x="222481" y="395732"/>
                </a:lnTo>
                <a:close/>
                <a:moveTo>
                  <a:pt x="55857" y="395732"/>
                </a:moveTo>
                <a:cubicBezTo>
                  <a:pt x="48283" y="370170"/>
                  <a:pt x="43549" y="343662"/>
                  <a:pt x="43549" y="316207"/>
                </a:cubicBezTo>
                <a:cubicBezTo>
                  <a:pt x="43549" y="285912"/>
                  <a:pt x="48283" y="256563"/>
                  <a:pt x="56804" y="230055"/>
                </a:cubicBezTo>
                <a:lnTo>
                  <a:pt x="177985" y="230055"/>
                </a:lnTo>
                <a:cubicBezTo>
                  <a:pt x="175145" y="256563"/>
                  <a:pt x="174198" y="283071"/>
                  <a:pt x="174198" y="312420"/>
                </a:cubicBezTo>
                <a:cubicBezTo>
                  <a:pt x="174198" y="341769"/>
                  <a:pt x="175145" y="370170"/>
                  <a:pt x="177985" y="396679"/>
                </a:cubicBezTo>
                <a:lnTo>
                  <a:pt x="55857" y="396679"/>
                </a:lnTo>
                <a:close/>
                <a:moveTo>
                  <a:pt x="361650" y="47336"/>
                </a:moveTo>
                <a:cubicBezTo>
                  <a:pt x="378691" y="79525"/>
                  <a:pt x="392892" y="128755"/>
                  <a:pt x="401412" y="186505"/>
                </a:cubicBezTo>
                <a:lnTo>
                  <a:pt x="228161" y="186505"/>
                </a:lnTo>
                <a:cubicBezTo>
                  <a:pt x="236682" y="130648"/>
                  <a:pt x="249936" y="83312"/>
                  <a:pt x="266977" y="49230"/>
                </a:cubicBezTo>
                <a:cubicBezTo>
                  <a:pt x="282125" y="46390"/>
                  <a:pt x="299166" y="44496"/>
                  <a:pt x="315260" y="44496"/>
                </a:cubicBezTo>
                <a:cubicBezTo>
                  <a:pt x="330408" y="43549"/>
                  <a:pt x="345555" y="45443"/>
                  <a:pt x="361650" y="47336"/>
                </a:cubicBezTo>
                <a:close/>
                <a:moveTo>
                  <a:pt x="213014" y="63431"/>
                </a:moveTo>
                <a:cubicBezTo>
                  <a:pt x="200706" y="97513"/>
                  <a:pt x="190292" y="139169"/>
                  <a:pt x="183665" y="185559"/>
                </a:cubicBezTo>
                <a:lnTo>
                  <a:pt x="75738" y="185559"/>
                </a:lnTo>
                <a:cubicBezTo>
                  <a:pt x="106033" y="129702"/>
                  <a:pt x="154317" y="87099"/>
                  <a:pt x="213014" y="63431"/>
                </a:cubicBezTo>
                <a:close/>
                <a:moveTo>
                  <a:pt x="73845" y="439282"/>
                </a:moveTo>
                <a:lnTo>
                  <a:pt x="183665" y="439282"/>
                </a:lnTo>
                <a:cubicBezTo>
                  <a:pt x="190292" y="490405"/>
                  <a:pt x="200706" y="533007"/>
                  <a:pt x="214907" y="568036"/>
                </a:cubicBezTo>
                <a:cubicBezTo>
                  <a:pt x="155263" y="544368"/>
                  <a:pt x="104140" y="497979"/>
                  <a:pt x="73845" y="439282"/>
                </a:cubicBezTo>
                <a:close/>
                <a:moveTo>
                  <a:pt x="271711" y="584131"/>
                </a:moveTo>
                <a:cubicBezTo>
                  <a:pt x="251829" y="550049"/>
                  <a:pt x="236682" y="500819"/>
                  <a:pt x="228161" y="439282"/>
                </a:cubicBezTo>
                <a:lnTo>
                  <a:pt x="401412" y="439282"/>
                </a:lnTo>
                <a:cubicBezTo>
                  <a:pt x="392892" y="497979"/>
                  <a:pt x="377744" y="549102"/>
                  <a:pt x="357863" y="584131"/>
                </a:cubicBezTo>
                <a:cubicBezTo>
                  <a:pt x="344609" y="586971"/>
                  <a:pt x="330408" y="587918"/>
                  <a:pt x="315260" y="587918"/>
                </a:cubicBezTo>
                <a:cubicBezTo>
                  <a:pt x="301059" y="587918"/>
                  <a:pt x="285912" y="586024"/>
                  <a:pt x="271711" y="584131"/>
                </a:cubicBezTo>
                <a:close/>
                <a:moveTo>
                  <a:pt x="412773" y="568983"/>
                </a:moveTo>
                <a:cubicBezTo>
                  <a:pt x="426974" y="533007"/>
                  <a:pt x="438335" y="488511"/>
                  <a:pt x="444962" y="439282"/>
                </a:cubicBezTo>
                <a:lnTo>
                  <a:pt x="557622" y="439282"/>
                </a:lnTo>
                <a:cubicBezTo>
                  <a:pt x="527327" y="498925"/>
                  <a:pt x="476204" y="545315"/>
                  <a:pt x="412773" y="568983"/>
                </a:cubicBezTo>
                <a:close/>
              </a:path>
            </a:pathLst>
          </a:custGeom>
          <a:solidFill>
            <a:srgbClr val="000000"/>
          </a:solidFill>
          <a:ln w="9438" cap="flat">
            <a:noFill/>
            <a:prstDash val="solid"/>
            <a:miter/>
          </a:ln>
        </p:spPr>
        <p:txBody>
          <a:bodyPr rtlCol="0" anchor="ctr"/>
          <a:lstStyle/>
          <a:p>
            <a:endParaRPr lang="en-US"/>
          </a:p>
        </p:txBody>
      </p:sp>
      <p:sp>
        <p:nvSpPr>
          <p:cNvPr id="16" name="Text Placeholder 2">
            <a:extLst>
              <a:ext uri="{FF2B5EF4-FFF2-40B4-BE49-F238E27FC236}">
                <a16:creationId xmlns:a16="http://schemas.microsoft.com/office/drawing/2014/main" id="{9B614B7C-3F2A-0D94-E584-CEC322E6736F}"/>
              </a:ext>
            </a:extLst>
          </p:cNvPr>
          <p:cNvSpPr>
            <a:spLocks noGrp="1"/>
          </p:cNvSpPr>
          <p:nvPr>
            <p:ph type="body" sz="quarter" idx="17" hasCustomPrompt="1"/>
          </p:nvPr>
        </p:nvSpPr>
        <p:spPr>
          <a:xfrm>
            <a:off x="12157494" y="6423101"/>
            <a:ext cx="4937973" cy="320439"/>
          </a:xfrm>
          <a:prstGeom prst="rect">
            <a:avLst/>
          </a:prstGeom>
        </p:spPr>
        <p:txBody>
          <a:bodyPr/>
          <a:lstStyle>
            <a:lvl1pPr marL="0" indent="0" algn="l">
              <a:lnSpc>
                <a:spcPct val="90000"/>
              </a:lnSpc>
              <a:buNone/>
              <a:defRPr sz="1800" b="1">
                <a:solidFill>
                  <a:schemeClr val="tx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email</a:t>
            </a:r>
          </a:p>
        </p:txBody>
      </p:sp>
      <p:pic>
        <p:nvPicPr>
          <p:cNvPr id="7" name="Picture 23" descr="McMaster Brighter World Logo">
            <a:extLst>
              <a:ext uri="{FF2B5EF4-FFF2-40B4-BE49-F238E27FC236}">
                <a16:creationId xmlns:a16="http://schemas.microsoft.com/office/drawing/2014/main" id="{B886DC2B-3B2A-B4AF-7BE5-DAE93C15AC8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7682503" y="8319738"/>
            <a:ext cx="4951820" cy="1568342"/>
          </a:xfrm>
          <a:prstGeom prst="rect">
            <a:avLst/>
          </a:prstGeom>
        </p:spPr>
      </p:pic>
    </p:spTree>
    <p:extLst>
      <p:ext uri="{BB962C8B-B14F-4D97-AF65-F5344CB8AC3E}">
        <p14:creationId xmlns:p14="http://schemas.microsoft.com/office/powerpoint/2010/main" val="33517863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yout 13 - Acres">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EE1B7CD-0550-9778-6253-DE4A8D2ED0AB}"/>
              </a:ext>
              <a:ext uri="{C183D7F6-B498-43B3-948B-1728B52AA6E4}">
                <adec:decorative xmlns:adec="http://schemas.microsoft.com/office/drawing/2017/decorative" val="1"/>
              </a:ext>
            </a:extLst>
          </p:cNvPr>
          <p:cNvPicPr>
            <a:picLocks noChangeAspect="1"/>
          </p:cNvPicPr>
          <p:nvPr userDrawn="1"/>
        </p:nvPicPr>
        <p:blipFill rotWithShape="1">
          <a:blip r:embed="rId2"/>
          <a:srcRect l="851" t="15144" r="8891" b="1540"/>
          <a:stretch/>
        </p:blipFill>
        <p:spPr>
          <a:xfrm>
            <a:off x="-1" y="0"/>
            <a:ext cx="20318414" cy="9531350"/>
          </a:xfrm>
          <a:prstGeom prst="rect">
            <a:avLst/>
          </a:prstGeom>
        </p:spPr>
      </p:pic>
      <p:sp>
        <p:nvSpPr>
          <p:cNvPr id="14" name="Picture Placeholder 13">
            <a:extLst>
              <a:ext uri="{FF2B5EF4-FFF2-40B4-BE49-F238E27FC236}">
                <a16:creationId xmlns:a16="http://schemas.microsoft.com/office/drawing/2014/main" id="{FA7BB90D-A41D-6932-4520-14D86810EEFE}"/>
              </a:ext>
            </a:extLst>
          </p:cNvPr>
          <p:cNvSpPr>
            <a:spLocks noGrp="1"/>
          </p:cNvSpPr>
          <p:nvPr>
            <p:ph type="pic" sz="quarter" idx="10" hasCustomPrompt="1"/>
          </p:nvPr>
        </p:nvSpPr>
        <p:spPr>
          <a:xfrm>
            <a:off x="-1" y="2748271"/>
            <a:ext cx="6117336" cy="5376672"/>
          </a:xfrm>
          <a:prstGeom prst="rect">
            <a:avLst/>
          </a:prstGeom>
          <a:blipFill>
            <a:blip r:embed="rId3"/>
            <a:stretch>
              <a:fillRect/>
            </a:stretch>
          </a:blipFill>
        </p:spPr>
        <p:txBody>
          <a:bodyPr/>
          <a:lstStyle>
            <a:lvl1pPr marL="0" indent="0">
              <a:buNone/>
              <a:defRPr>
                <a:solidFill>
                  <a:schemeClr val="bg1"/>
                </a:solidFill>
              </a:defRPr>
            </a:lvl1pPr>
          </a:lstStyle>
          <a:p>
            <a:r>
              <a:rPr lang="en-US" dirty="0"/>
              <a:t>Rectangle highlight</a:t>
            </a:r>
            <a:endParaRPr lang="en-CA" dirty="0"/>
          </a:p>
        </p:txBody>
      </p:sp>
      <p:sp>
        <p:nvSpPr>
          <p:cNvPr id="19" name="Text Placeholder 18">
            <a:extLst>
              <a:ext uri="{FF2B5EF4-FFF2-40B4-BE49-F238E27FC236}">
                <a16:creationId xmlns:a16="http://schemas.microsoft.com/office/drawing/2014/main" id="{8A23405D-EFFB-E3F3-AC3A-44BA67510038}"/>
              </a:ext>
            </a:extLst>
          </p:cNvPr>
          <p:cNvSpPr>
            <a:spLocks noGrp="1"/>
          </p:cNvSpPr>
          <p:nvPr>
            <p:ph type="body" sz="quarter" idx="11" hasCustomPrompt="1"/>
          </p:nvPr>
        </p:nvSpPr>
        <p:spPr>
          <a:xfrm>
            <a:off x="438150" y="6037263"/>
            <a:ext cx="4810502" cy="1712912"/>
          </a:xfrm>
          <a:prstGeom prst="rect">
            <a:avLst/>
          </a:prstGeom>
        </p:spPr>
        <p:txBody>
          <a:bodyPr/>
          <a:lstStyle>
            <a:lvl1pPr marL="0" indent="0">
              <a:buNone/>
              <a:defRPr sz="3000"/>
            </a:lvl1pPr>
          </a:lstStyle>
          <a:p>
            <a:pPr lvl="0"/>
            <a:r>
              <a:rPr lang="en-US" dirty="0"/>
              <a:t>Subtitle here</a:t>
            </a:r>
            <a:endParaRPr lang="en-CA" dirty="0"/>
          </a:p>
        </p:txBody>
      </p:sp>
      <p:sp>
        <p:nvSpPr>
          <p:cNvPr id="21" name="Title 20">
            <a:extLst>
              <a:ext uri="{FF2B5EF4-FFF2-40B4-BE49-F238E27FC236}">
                <a16:creationId xmlns:a16="http://schemas.microsoft.com/office/drawing/2014/main" id="{26023E83-F8BF-D356-50B1-5B29104D6398}"/>
              </a:ext>
            </a:extLst>
          </p:cNvPr>
          <p:cNvSpPr>
            <a:spLocks noGrp="1"/>
          </p:cNvSpPr>
          <p:nvPr>
            <p:ph type="title"/>
          </p:nvPr>
        </p:nvSpPr>
        <p:spPr>
          <a:xfrm>
            <a:off x="438151" y="3091543"/>
            <a:ext cx="4810501" cy="2570952"/>
          </a:xfrm>
          <a:prstGeom prst="rect">
            <a:avLst/>
          </a:prstGeom>
        </p:spPr>
        <p:txBody>
          <a:bodyPr anchor="b"/>
          <a:lstStyle>
            <a:lvl1pPr>
              <a:defRPr sz="4800" b="1"/>
            </a:lvl1pPr>
          </a:lstStyle>
          <a:p>
            <a:r>
              <a:rPr lang="en-US" dirty="0"/>
              <a:t>Click to edit Master title style</a:t>
            </a:r>
            <a:endParaRPr lang="en-CA" dirty="0"/>
          </a:p>
        </p:txBody>
      </p:sp>
    </p:spTree>
    <p:extLst>
      <p:ext uri="{BB962C8B-B14F-4D97-AF65-F5344CB8AC3E}">
        <p14:creationId xmlns:p14="http://schemas.microsoft.com/office/powerpoint/2010/main" val="2260347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ayout 14 - Proud to B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hasCustomPrompt="1"/>
          </p:nvPr>
        </p:nvSpPr>
        <p:spPr>
          <a:xfrm>
            <a:off x="1212574" y="2584175"/>
            <a:ext cx="8583613" cy="5855044"/>
          </a:xfrm>
          <a:prstGeom prst="rect">
            <a:avLst/>
          </a:prstGeom>
        </p:spPr>
        <p:txBody>
          <a:bodyPr/>
          <a:lstStyle>
            <a:lvl1pPr marL="0" indent="0">
              <a:lnSpc>
                <a:spcPct val="110000"/>
              </a:lnSpc>
              <a:spcBef>
                <a:spcPts val="0"/>
              </a:spcBef>
              <a:spcAft>
                <a:spcPts val="300"/>
              </a:spcAft>
              <a:buNone/>
              <a:defRPr sz="2800">
                <a:solidFill>
                  <a:schemeClr val="tx1"/>
                </a:solidFill>
              </a:defRPr>
            </a:lvl1pPr>
            <a:lvl2pPr>
              <a:lnSpc>
                <a:spcPct val="110000"/>
              </a:lnSpc>
              <a:spcBef>
                <a:spcPts val="0"/>
              </a:spcBef>
              <a:spcAft>
                <a:spcPts val="300"/>
              </a:spcAft>
              <a:defRPr sz="2800">
                <a:solidFill>
                  <a:schemeClr val="tx1"/>
                </a:solidFill>
              </a:defRPr>
            </a:lvl2pPr>
            <a:lvl3pPr>
              <a:lnSpc>
                <a:spcPct val="110000"/>
              </a:lnSpc>
              <a:spcBef>
                <a:spcPts val="0"/>
              </a:spcBef>
              <a:spcAft>
                <a:spcPts val="300"/>
              </a:spcAft>
              <a:defRPr sz="2600">
                <a:solidFill>
                  <a:schemeClr val="tx1"/>
                </a:solidFill>
              </a:defRPr>
            </a:lvl3pPr>
            <a:lvl4pPr>
              <a:lnSpc>
                <a:spcPct val="110000"/>
              </a:lnSpc>
              <a:spcBef>
                <a:spcPts val="0"/>
              </a:spcBef>
              <a:spcAft>
                <a:spcPts val="300"/>
              </a:spcAft>
              <a:defRPr sz="2400">
                <a:solidFill>
                  <a:schemeClr val="tx1"/>
                </a:solidFill>
              </a:defRPr>
            </a:lvl4pPr>
            <a:lvl5pPr>
              <a:lnSpc>
                <a:spcPct val="110000"/>
              </a:lnSpc>
              <a:spcBef>
                <a:spcPts val="0"/>
              </a:spcBef>
              <a:spcAft>
                <a:spcPts val="300"/>
              </a:spcAft>
              <a:defRPr sz="2200">
                <a:solidFill>
                  <a:schemeClr val="tx1"/>
                </a:solidFill>
              </a:defRPr>
            </a:lvl5pPr>
          </a:lstStyle>
          <a:p>
            <a:r>
              <a:rPr lang="en-US" sz="3200"/>
              <a:t>Top 40 in the world for Global Impact</a:t>
            </a:r>
            <a:r>
              <a:rPr lang="en-US" sz="3200" baseline="30000"/>
              <a:t>*</a:t>
            </a:r>
            <a:endParaRPr lang="en-US" sz="3200"/>
          </a:p>
          <a:p>
            <a:r>
              <a:rPr lang="en-US" sz="3200"/>
              <a:t>Ranked among the top</a:t>
            </a:r>
            <a:r>
              <a:rPr lang="en-US" sz="3200" baseline="30000"/>
              <a:t>‡</a:t>
            </a:r>
            <a:r>
              <a:rPr lang="en-US" sz="3200"/>
              <a:t> 100 universities</a:t>
            </a:r>
          </a:p>
          <a:p>
            <a:r>
              <a:rPr lang="en-US" sz="3200"/>
              <a:t>1st in North America for SDG 3 Good Health and Well-Being</a:t>
            </a:r>
            <a:r>
              <a:rPr lang="en-US" sz="3200" baseline="30000"/>
              <a:t>*</a:t>
            </a:r>
            <a:endParaRPr lang="en-US" sz="3200"/>
          </a:p>
          <a:p>
            <a:r>
              <a:rPr lang="en-US" sz="3200"/>
              <a:t>Top 40 in the world for Clinical and Health</a:t>
            </a:r>
            <a:r>
              <a:rPr lang="en-US" sz="3200" baseline="30000"/>
              <a:t>*</a:t>
            </a:r>
            <a:endParaRPr lang="en-US" sz="3200"/>
          </a:p>
          <a:p>
            <a:r>
              <a:rPr lang="en-US" sz="3200"/>
              <a:t>One of Canada's most research-intensive universities</a:t>
            </a:r>
            <a:r>
              <a:rPr lang="en-US" sz="3200" baseline="30000"/>
              <a:t>†</a:t>
            </a:r>
            <a:endParaRPr lang="en-US" sz="3200"/>
          </a:p>
          <a:p>
            <a:r>
              <a:rPr lang="en-US" sz="3200"/>
              <a:t>1st in the world for industry impact</a:t>
            </a:r>
            <a:r>
              <a:rPr lang="en-US" sz="3200" baseline="30000"/>
              <a:t>*</a:t>
            </a:r>
            <a:endParaRPr lang="en-US" sz="3200"/>
          </a:p>
          <a:p>
            <a:r>
              <a:rPr lang="en-US" sz="3200"/>
              <a:t>1st in Canada and 75th in the world for Research Quality</a:t>
            </a:r>
            <a:r>
              <a:rPr lang="en-US" sz="3200" baseline="30000"/>
              <a:t>*</a:t>
            </a:r>
          </a:p>
        </p:txBody>
      </p:sp>
      <p:grpSp>
        <p:nvGrpSpPr>
          <p:cNvPr id="7" name="Group 6">
            <a:extLst>
              <a:ext uri="{FF2B5EF4-FFF2-40B4-BE49-F238E27FC236}">
                <a16:creationId xmlns:a16="http://schemas.microsoft.com/office/drawing/2014/main" id="{E2154B38-5333-5F65-5C42-90405DD17490}"/>
              </a:ext>
              <a:ext uri="{C183D7F6-B498-43B3-948B-1728B52AA6E4}">
                <adec:decorative xmlns:adec="http://schemas.microsoft.com/office/drawing/2017/decorative" val="1"/>
              </a:ext>
            </a:extLst>
          </p:cNvPr>
          <p:cNvGrpSpPr/>
          <p:nvPr userDrawn="1"/>
        </p:nvGrpSpPr>
        <p:grpSpPr>
          <a:xfrm>
            <a:off x="495731" y="2700077"/>
            <a:ext cx="302535" cy="380498"/>
            <a:chOff x="2798862" y="7372220"/>
            <a:chExt cx="800273" cy="1006504"/>
          </a:xfrm>
        </p:grpSpPr>
        <p:grpSp>
          <p:nvGrpSpPr>
            <p:cNvPr id="8" name="Group 7">
              <a:extLst>
                <a:ext uri="{FF2B5EF4-FFF2-40B4-BE49-F238E27FC236}">
                  <a16:creationId xmlns:a16="http://schemas.microsoft.com/office/drawing/2014/main" id="{E2AD7E24-1C23-EC62-E657-C4A09338A9E5}"/>
                </a:ext>
              </a:extLst>
            </p:cNvPr>
            <p:cNvGrpSpPr/>
            <p:nvPr/>
          </p:nvGrpSpPr>
          <p:grpSpPr>
            <a:xfrm>
              <a:off x="2935855" y="7385477"/>
              <a:ext cx="662406" cy="668507"/>
              <a:chOff x="2935855" y="7385477"/>
              <a:chExt cx="662406" cy="668507"/>
            </a:xfrm>
          </p:grpSpPr>
          <p:sp>
            <p:nvSpPr>
              <p:cNvPr id="10" name="Freeform 9">
                <a:extLst>
                  <a:ext uri="{FF2B5EF4-FFF2-40B4-BE49-F238E27FC236}">
                    <a16:creationId xmlns:a16="http://schemas.microsoft.com/office/drawing/2014/main" id="{23509ACE-1B6A-84E5-E179-D715B1E32F7E}"/>
                  </a:ext>
                </a:extLst>
              </p:cNvPr>
              <p:cNvSpPr/>
              <p:nvPr/>
            </p:nvSpPr>
            <p:spPr>
              <a:xfrm>
                <a:off x="2935855" y="7390715"/>
                <a:ext cx="259670" cy="260668"/>
              </a:xfrm>
              <a:custGeom>
                <a:avLst/>
                <a:gdLst>
                  <a:gd name="connsiteX0" fmla="*/ 97269 w 259670"/>
                  <a:gd name="connsiteY0" fmla="*/ 260668 h 260668"/>
                  <a:gd name="connsiteX1" fmla="*/ 10190 w 259670"/>
                  <a:gd name="connsiteY1" fmla="*/ 235031 h 260668"/>
                  <a:gd name="connsiteX2" fmla="*/ 3564 w 259670"/>
                  <a:gd name="connsiteY2" fmla="*/ 205595 h 260668"/>
                  <a:gd name="connsiteX3" fmla="*/ 32906 w 259670"/>
                  <a:gd name="connsiteY3" fmla="*/ 198948 h 260668"/>
                  <a:gd name="connsiteX4" fmla="*/ 181508 w 259670"/>
                  <a:gd name="connsiteY4" fmla="*/ 181857 h 260668"/>
                  <a:gd name="connsiteX5" fmla="*/ 198545 w 259670"/>
                  <a:gd name="connsiteY5" fmla="*/ 32780 h 260668"/>
                  <a:gd name="connsiteX6" fmla="*/ 205171 w 259670"/>
                  <a:gd name="connsiteY6" fmla="*/ 3345 h 260668"/>
                  <a:gd name="connsiteX7" fmla="*/ 234512 w 259670"/>
                  <a:gd name="connsiteY7" fmla="*/ 9991 h 260668"/>
                  <a:gd name="connsiteX8" fmla="*/ 211796 w 259670"/>
                  <a:gd name="connsiteY8" fmla="*/ 212242 h 260668"/>
                  <a:gd name="connsiteX9" fmla="*/ 97269 w 259670"/>
                  <a:gd name="connsiteY9" fmla="*/ 260668 h 26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670" h="260668">
                    <a:moveTo>
                      <a:pt x="97269" y="260668"/>
                    </a:moveTo>
                    <a:cubicBezTo>
                      <a:pt x="66980" y="260668"/>
                      <a:pt x="37639" y="252122"/>
                      <a:pt x="10190" y="235031"/>
                    </a:cubicBezTo>
                    <a:cubicBezTo>
                      <a:pt x="-222" y="228384"/>
                      <a:pt x="-3061" y="215091"/>
                      <a:pt x="3564" y="205595"/>
                    </a:cubicBezTo>
                    <a:cubicBezTo>
                      <a:pt x="10190" y="195150"/>
                      <a:pt x="23441" y="192302"/>
                      <a:pt x="32906" y="198948"/>
                    </a:cubicBezTo>
                    <a:cubicBezTo>
                      <a:pt x="80231" y="229334"/>
                      <a:pt x="141755" y="221737"/>
                      <a:pt x="181508" y="181857"/>
                    </a:cubicBezTo>
                    <a:cubicBezTo>
                      <a:pt x="221261" y="141977"/>
                      <a:pt x="227887" y="80257"/>
                      <a:pt x="198545" y="32780"/>
                    </a:cubicBezTo>
                    <a:cubicBezTo>
                      <a:pt x="191920" y="22335"/>
                      <a:pt x="195706" y="9042"/>
                      <a:pt x="205171" y="3345"/>
                    </a:cubicBezTo>
                    <a:cubicBezTo>
                      <a:pt x="215582" y="-3302"/>
                      <a:pt x="228833" y="496"/>
                      <a:pt x="234512" y="9991"/>
                    </a:cubicBezTo>
                    <a:cubicBezTo>
                      <a:pt x="275212" y="74560"/>
                      <a:pt x="265747" y="158119"/>
                      <a:pt x="211796" y="212242"/>
                    </a:cubicBezTo>
                    <a:cubicBezTo>
                      <a:pt x="180561" y="243577"/>
                      <a:pt x="139862" y="260668"/>
                      <a:pt x="97269" y="260668"/>
                    </a:cubicBezTo>
                    <a:close/>
                  </a:path>
                </a:pathLst>
              </a:custGeom>
              <a:solidFill>
                <a:srgbClr val="7A003C"/>
              </a:solidFill>
              <a:ln w="943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2B80284B-C348-B1AF-7CEB-18AC4A756C78}"/>
                  </a:ext>
                </a:extLst>
              </p:cNvPr>
              <p:cNvSpPr/>
              <p:nvPr/>
            </p:nvSpPr>
            <p:spPr>
              <a:xfrm>
                <a:off x="2951960" y="7741588"/>
                <a:ext cx="331678" cy="312396"/>
              </a:xfrm>
              <a:custGeom>
                <a:avLst/>
                <a:gdLst>
                  <a:gd name="connsiteX0" fmla="*/ 296967 w 331678"/>
                  <a:gd name="connsiteY0" fmla="*/ 312396 h 312396"/>
                  <a:gd name="connsiteX1" fmla="*/ 291288 w 331678"/>
                  <a:gd name="connsiteY1" fmla="*/ 311447 h 312396"/>
                  <a:gd name="connsiteX2" fmla="*/ 277091 w 331678"/>
                  <a:gd name="connsiteY2" fmla="*/ 284860 h 312396"/>
                  <a:gd name="connsiteX3" fmla="*/ 285609 w 331678"/>
                  <a:gd name="connsiteY3" fmla="*/ 256374 h 312396"/>
                  <a:gd name="connsiteX4" fmla="*/ 278984 w 331678"/>
                  <a:gd name="connsiteY4" fmla="*/ 206998 h 312396"/>
                  <a:gd name="connsiteX5" fmla="*/ 237337 w 331678"/>
                  <a:gd name="connsiteY5" fmla="*/ 179462 h 312396"/>
                  <a:gd name="connsiteX6" fmla="*/ 170135 w 331678"/>
                  <a:gd name="connsiteY6" fmla="*/ 86407 h 312396"/>
                  <a:gd name="connsiteX7" fmla="*/ 159723 w 331678"/>
                  <a:gd name="connsiteY7" fmla="*/ 54123 h 312396"/>
                  <a:gd name="connsiteX8" fmla="*/ 106719 w 331678"/>
                  <a:gd name="connsiteY8" fmla="*/ 54123 h 312396"/>
                  <a:gd name="connsiteX9" fmla="*/ 36677 w 331678"/>
                  <a:gd name="connsiteY9" fmla="*/ 124389 h 312396"/>
                  <a:gd name="connsiteX10" fmla="*/ 6389 w 331678"/>
                  <a:gd name="connsiteY10" fmla="*/ 124389 h 312396"/>
                  <a:gd name="connsiteX11" fmla="*/ 6389 w 331678"/>
                  <a:gd name="connsiteY11" fmla="*/ 94004 h 312396"/>
                  <a:gd name="connsiteX12" fmla="*/ 76431 w 331678"/>
                  <a:gd name="connsiteY12" fmla="*/ 23738 h 312396"/>
                  <a:gd name="connsiteX13" fmla="*/ 133221 w 331678"/>
                  <a:gd name="connsiteY13" fmla="*/ 0 h 312396"/>
                  <a:gd name="connsiteX14" fmla="*/ 190012 w 331678"/>
                  <a:gd name="connsiteY14" fmla="*/ 23738 h 312396"/>
                  <a:gd name="connsiteX15" fmla="*/ 212728 w 331678"/>
                  <a:gd name="connsiteY15" fmla="*/ 92105 h 312396"/>
                  <a:gd name="connsiteX16" fmla="*/ 244909 w 331678"/>
                  <a:gd name="connsiteY16" fmla="*/ 135783 h 312396"/>
                  <a:gd name="connsiteX17" fmla="*/ 315898 w 331678"/>
                  <a:gd name="connsiteY17" fmla="*/ 183260 h 312396"/>
                  <a:gd name="connsiteX18" fmla="*/ 327256 w 331678"/>
                  <a:gd name="connsiteY18" fmla="*/ 268718 h 312396"/>
                  <a:gd name="connsiteX19" fmla="*/ 318737 w 331678"/>
                  <a:gd name="connsiteY19" fmla="*/ 297204 h 312396"/>
                  <a:gd name="connsiteX20" fmla="*/ 296967 w 331678"/>
                  <a:gd name="connsiteY20" fmla="*/ 312396 h 312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1678" h="312396">
                    <a:moveTo>
                      <a:pt x="296967" y="312396"/>
                    </a:moveTo>
                    <a:cubicBezTo>
                      <a:pt x="295074" y="312396"/>
                      <a:pt x="293181" y="312396"/>
                      <a:pt x="291288" y="311447"/>
                    </a:cubicBezTo>
                    <a:cubicBezTo>
                      <a:pt x="279930" y="307649"/>
                      <a:pt x="273305" y="296254"/>
                      <a:pt x="277091" y="284860"/>
                    </a:cubicBezTo>
                    <a:lnTo>
                      <a:pt x="285609" y="256374"/>
                    </a:lnTo>
                    <a:cubicBezTo>
                      <a:pt x="290342" y="239282"/>
                      <a:pt x="288449" y="221241"/>
                      <a:pt x="278984" y="206998"/>
                    </a:cubicBezTo>
                    <a:cubicBezTo>
                      <a:pt x="269519" y="191806"/>
                      <a:pt x="254374" y="182310"/>
                      <a:pt x="237337" y="179462"/>
                    </a:cubicBezTo>
                    <a:cubicBezTo>
                      <a:pt x="193798" y="171865"/>
                      <a:pt x="163510" y="131036"/>
                      <a:pt x="170135" y="86407"/>
                    </a:cubicBezTo>
                    <a:cubicBezTo>
                      <a:pt x="172028" y="75013"/>
                      <a:pt x="168242" y="62669"/>
                      <a:pt x="159723" y="54123"/>
                    </a:cubicBezTo>
                    <a:cubicBezTo>
                      <a:pt x="145526" y="39880"/>
                      <a:pt x="120917" y="39880"/>
                      <a:pt x="106719" y="54123"/>
                    </a:cubicBezTo>
                    <a:lnTo>
                      <a:pt x="36677" y="124389"/>
                    </a:lnTo>
                    <a:cubicBezTo>
                      <a:pt x="28159" y="132935"/>
                      <a:pt x="14908" y="132935"/>
                      <a:pt x="6389" y="124389"/>
                    </a:cubicBezTo>
                    <a:cubicBezTo>
                      <a:pt x="-2130" y="115843"/>
                      <a:pt x="-2130" y="102550"/>
                      <a:pt x="6389" y="94004"/>
                    </a:cubicBezTo>
                    <a:lnTo>
                      <a:pt x="76431" y="23738"/>
                    </a:lnTo>
                    <a:cubicBezTo>
                      <a:pt x="91575" y="8546"/>
                      <a:pt x="111451" y="0"/>
                      <a:pt x="133221" y="0"/>
                    </a:cubicBezTo>
                    <a:cubicBezTo>
                      <a:pt x="154991" y="0"/>
                      <a:pt x="174868" y="8546"/>
                      <a:pt x="190012" y="23738"/>
                    </a:cubicBezTo>
                    <a:cubicBezTo>
                      <a:pt x="207995" y="41779"/>
                      <a:pt x="216514" y="67417"/>
                      <a:pt x="212728" y="92105"/>
                    </a:cubicBezTo>
                    <a:cubicBezTo>
                      <a:pt x="209888" y="112994"/>
                      <a:pt x="224086" y="132935"/>
                      <a:pt x="244909" y="135783"/>
                    </a:cubicBezTo>
                    <a:cubicBezTo>
                      <a:pt x="274251" y="140531"/>
                      <a:pt x="299807" y="157622"/>
                      <a:pt x="315898" y="183260"/>
                    </a:cubicBezTo>
                    <a:cubicBezTo>
                      <a:pt x="331988" y="208897"/>
                      <a:pt x="335774" y="239282"/>
                      <a:pt x="327256" y="268718"/>
                    </a:cubicBezTo>
                    <a:lnTo>
                      <a:pt x="318737" y="297204"/>
                    </a:lnTo>
                    <a:cubicBezTo>
                      <a:pt x="314951" y="306699"/>
                      <a:pt x="306432" y="312396"/>
                      <a:pt x="296967" y="312396"/>
                    </a:cubicBezTo>
                    <a:close/>
                  </a:path>
                </a:pathLst>
              </a:custGeom>
              <a:solidFill>
                <a:srgbClr val="7A003C"/>
              </a:solidFill>
              <a:ln w="943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A98AEB23-A0EB-BF31-802A-EFA27F7ADABF}"/>
                  </a:ext>
                </a:extLst>
              </p:cNvPr>
              <p:cNvSpPr/>
              <p:nvPr/>
            </p:nvSpPr>
            <p:spPr>
              <a:xfrm>
                <a:off x="3229524" y="7385477"/>
                <a:ext cx="368737" cy="458660"/>
              </a:xfrm>
              <a:custGeom>
                <a:avLst/>
                <a:gdLst>
                  <a:gd name="connsiteX0" fmla="*/ 93231 w 368737"/>
                  <a:gd name="connsiteY0" fmla="*/ 458661 h 458660"/>
                  <a:gd name="connsiteX1" fmla="*/ 26976 w 368737"/>
                  <a:gd name="connsiteY1" fmla="*/ 431124 h 458660"/>
                  <a:gd name="connsiteX2" fmla="*/ 26976 w 368737"/>
                  <a:gd name="connsiteY2" fmla="*/ 299139 h 458660"/>
                  <a:gd name="connsiteX3" fmla="*/ 44959 w 368737"/>
                  <a:gd name="connsiteY3" fmla="*/ 281098 h 458660"/>
                  <a:gd name="connsiteX4" fmla="*/ 62943 w 368737"/>
                  <a:gd name="connsiteY4" fmla="*/ 223176 h 458660"/>
                  <a:gd name="connsiteX5" fmla="*/ 103643 w 368737"/>
                  <a:gd name="connsiteY5" fmla="*/ 10481 h 458660"/>
                  <a:gd name="connsiteX6" fmla="*/ 132985 w 368737"/>
                  <a:gd name="connsiteY6" fmla="*/ 2885 h 458660"/>
                  <a:gd name="connsiteX7" fmla="*/ 140557 w 368737"/>
                  <a:gd name="connsiteY7" fmla="*/ 32320 h 458660"/>
                  <a:gd name="connsiteX8" fmla="*/ 105536 w 368737"/>
                  <a:gd name="connsiteY8" fmla="*/ 216530 h 458660"/>
                  <a:gd name="connsiteX9" fmla="*/ 75247 w 368737"/>
                  <a:gd name="connsiteY9" fmla="*/ 311483 h 458660"/>
                  <a:gd name="connsiteX10" fmla="*/ 57264 w 368737"/>
                  <a:gd name="connsiteY10" fmla="*/ 329524 h 458660"/>
                  <a:gd name="connsiteX11" fmla="*/ 57264 w 368737"/>
                  <a:gd name="connsiteY11" fmla="*/ 400739 h 458660"/>
                  <a:gd name="connsiteX12" fmla="*/ 97964 w 368737"/>
                  <a:gd name="connsiteY12" fmla="*/ 414982 h 458660"/>
                  <a:gd name="connsiteX13" fmla="*/ 134878 w 368737"/>
                  <a:gd name="connsiteY13" fmla="*/ 393143 h 458660"/>
                  <a:gd name="connsiteX14" fmla="*/ 299570 w 368737"/>
                  <a:gd name="connsiteY14" fmla="*/ 318130 h 458660"/>
                  <a:gd name="connsiteX15" fmla="*/ 349735 w 368737"/>
                  <a:gd name="connsiteY15" fmla="*/ 324776 h 458660"/>
                  <a:gd name="connsiteX16" fmla="*/ 368665 w 368737"/>
                  <a:gd name="connsiteY16" fmla="*/ 349464 h 458660"/>
                  <a:gd name="connsiteX17" fmla="*/ 344056 w 368737"/>
                  <a:gd name="connsiteY17" fmla="*/ 368455 h 458660"/>
                  <a:gd name="connsiteX18" fmla="*/ 293891 w 368737"/>
                  <a:gd name="connsiteY18" fmla="*/ 361808 h 458660"/>
                  <a:gd name="connsiteX19" fmla="*/ 170845 w 368737"/>
                  <a:gd name="connsiteY19" fmla="*/ 417831 h 458660"/>
                  <a:gd name="connsiteX20" fmla="*/ 102696 w 368737"/>
                  <a:gd name="connsiteY20" fmla="*/ 458661 h 458660"/>
                  <a:gd name="connsiteX21" fmla="*/ 93231 w 368737"/>
                  <a:gd name="connsiteY21" fmla="*/ 458661 h 458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737" h="458660">
                    <a:moveTo>
                      <a:pt x="93231" y="458661"/>
                    </a:moveTo>
                    <a:cubicBezTo>
                      <a:pt x="68622" y="458661"/>
                      <a:pt x="44959" y="449165"/>
                      <a:pt x="26976" y="431124"/>
                    </a:cubicBezTo>
                    <a:cubicBezTo>
                      <a:pt x="-8992" y="395042"/>
                      <a:pt x="-8992" y="335221"/>
                      <a:pt x="26976" y="299139"/>
                    </a:cubicBezTo>
                    <a:lnTo>
                      <a:pt x="44959" y="281098"/>
                    </a:lnTo>
                    <a:cubicBezTo>
                      <a:pt x="60103" y="265905"/>
                      <a:pt x="66729" y="244066"/>
                      <a:pt x="62943" y="223176"/>
                    </a:cubicBezTo>
                    <a:cubicBezTo>
                      <a:pt x="50638" y="150062"/>
                      <a:pt x="64836" y="75049"/>
                      <a:pt x="103643" y="10481"/>
                    </a:cubicBezTo>
                    <a:cubicBezTo>
                      <a:pt x="109322" y="36"/>
                      <a:pt x="122573" y="-2812"/>
                      <a:pt x="132985" y="2885"/>
                    </a:cubicBezTo>
                    <a:cubicBezTo>
                      <a:pt x="143396" y="8582"/>
                      <a:pt x="146236" y="21875"/>
                      <a:pt x="140557" y="32320"/>
                    </a:cubicBezTo>
                    <a:cubicBezTo>
                      <a:pt x="107429" y="87393"/>
                      <a:pt x="95124" y="152911"/>
                      <a:pt x="105536" y="216530"/>
                    </a:cubicBezTo>
                    <a:cubicBezTo>
                      <a:pt x="111215" y="251662"/>
                      <a:pt x="99857" y="286795"/>
                      <a:pt x="75247" y="311483"/>
                    </a:cubicBezTo>
                    <a:lnTo>
                      <a:pt x="57264" y="329524"/>
                    </a:lnTo>
                    <a:cubicBezTo>
                      <a:pt x="37387" y="349464"/>
                      <a:pt x="37387" y="380799"/>
                      <a:pt x="57264" y="400739"/>
                    </a:cubicBezTo>
                    <a:cubicBezTo>
                      <a:pt x="67675" y="411184"/>
                      <a:pt x="82820" y="416881"/>
                      <a:pt x="97964" y="414982"/>
                    </a:cubicBezTo>
                    <a:cubicBezTo>
                      <a:pt x="113108" y="413083"/>
                      <a:pt x="126359" y="405487"/>
                      <a:pt x="134878" y="393143"/>
                    </a:cubicBezTo>
                    <a:cubicBezTo>
                      <a:pt x="170845" y="338070"/>
                      <a:pt x="234261" y="309584"/>
                      <a:pt x="299570" y="318130"/>
                    </a:cubicBezTo>
                    <a:lnTo>
                      <a:pt x="349735" y="324776"/>
                    </a:lnTo>
                    <a:cubicBezTo>
                      <a:pt x="361093" y="326675"/>
                      <a:pt x="369612" y="337120"/>
                      <a:pt x="368665" y="349464"/>
                    </a:cubicBezTo>
                    <a:cubicBezTo>
                      <a:pt x="366772" y="360859"/>
                      <a:pt x="356361" y="369404"/>
                      <a:pt x="344056" y="368455"/>
                    </a:cubicBezTo>
                    <a:lnTo>
                      <a:pt x="293891" y="361808"/>
                    </a:lnTo>
                    <a:cubicBezTo>
                      <a:pt x="245619" y="355161"/>
                      <a:pt x="198294" y="377001"/>
                      <a:pt x="170845" y="417831"/>
                    </a:cubicBezTo>
                    <a:cubicBezTo>
                      <a:pt x="155701" y="441569"/>
                      <a:pt x="130145" y="456761"/>
                      <a:pt x="102696" y="458661"/>
                    </a:cubicBezTo>
                    <a:cubicBezTo>
                      <a:pt x="98910" y="458661"/>
                      <a:pt x="96071" y="458661"/>
                      <a:pt x="93231" y="458661"/>
                    </a:cubicBezTo>
                    <a:close/>
                  </a:path>
                </a:pathLst>
              </a:custGeom>
              <a:solidFill>
                <a:srgbClr val="7A003C"/>
              </a:solidFill>
              <a:ln w="9435" cap="flat">
                <a:noFill/>
                <a:prstDash val="solid"/>
                <a:miter/>
              </a:ln>
            </p:spPr>
            <p:txBody>
              <a:bodyPr rtlCol="0" anchor="ctr"/>
              <a:lstStyle/>
              <a:p>
                <a:endParaRPr lang="en-US"/>
              </a:p>
            </p:txBody>
          </p:sp>
        </p:grpSp>
        <p:sp>
          <p:nvSpPr>
            <p:cNvPr id="9" name="Freeform 8">
              <a:extLst>
                <a:ext uri="{FF2B5EF4-FFF2-40B4-BE49-F238E27FC236}">
                  <a16:creationId xmlns:a16="http://schemas.microsoft.com/office/drawing/2014/main" id="{E1727213-1099-A5FC-8973-3D071DA99C2F}"/>
                </a:ext>
              </a:extLst>
            </p:cNvPr>
            <p:cNvSpPr/>
            <p:nvPr/>
          </p:nvSpPr>
          <p:spPr>
            <a:xfrm>
              <a:off x="2798862" y="7372220"/>
              <a:ext cx="800273" cy="1006504"/>
            </a:xfrm>
            <a:custGeom>
              <a:avLst/>
              <a:gdLst>
                <a:gd name="connsiteX0" fmla="*/ 715088 w 800273"/>
                <a:gd name="connsiteY0" fmla="*/ 566871 h 1006504"/>
                <a:gd name="connsiteX1" fmla="*/ 800274 w 800273"/>
                <a:gd name="connsiteY1" fmla="*/ 341832 h 1006504"/>
                <a:gd name="connsiteX2" fmla="*/ 459530 w 800273"/>
                <a:gd name="connsiteY2" fmla="*/ 0 h 1006504"/>
                <a:gd name="connsiteX3" fmla="*/ 235208 w 800273"/>
                <a:gd name="connsiteY3" fmla="*/ 85458 h 1006504"/>
                <a:gd name="connsiteX4" fmla="*/ 165166 w 800273"/>
                <a:gd name="connsiteY4" fmla="*/ 15193 h 1006504"/>
                <a:gd name="connsiteX5" fmla="*/ 134878 w 800273"/>
                <a:gd name="connsiteY5" fmla="*/ 15193 h 1006504"/>
                <a:gd name="connsiteX6" fmla="*/ 134878 w 800273"/>
                <a:gd name="connsiteY6" fmla="*/ 667522 h 1006504"/>
                <a:gd name="connsiteX7" fmla="*/ 278747 w 800273"/>
                <a:gd name="connsiteY7" fmla="*/ 765323 h 1006504"/>
                <a:gd name="connsiteX8" fmla="*/ 278747 w 800273"/>
                <a:gd name="connsiteY8" fmla="*/ 791910 h 1006504"/>
                <a:gd name="connsiteX9" fmla="*/ 211545 w 800273"/>
                <a:gd name="connsiteY9" fmla="*/ 962826 h 1006504"/>
                <a:gd name="connsiteX10" fmla="*/ 100803 w 800273"/>
                <a:gd name="connsiteY10" fmla="*/ 962826 h 1006504"/>
                <a:gd name="connsiteX11" fmla="*/ 79034 w 800273"/>
                <a:gd name="connsiteY11" fmla="*/ 984665 h 1006504"/>
                <a:gd name="connsiteX12" fmla="*/ 100803 w 800273"/>
                <a:gd name="connsiteY12" fmla="*/ 1006505 h 1006504"/>
                <a:gd name="connsiteX13" fmla="*/ 220063 w 800273"/>
                <a:gd name="connsiteY13" fmla="*/ 1006505 h 1006504"/>
                <a:gd name="connsiteX14" fmla="*/ 578791 w 800273"/>
                <a:gd name="connsiteY14" fmla="*/ 1006505 h 1006504"/>
                <a:gd name="connsiteX15" fmla="*/ 698051 w 800273"/>
                <a:gd name="connsiteY15" fmla="*/ 1006505 h 1006504"/>
                <a:gd name="connsiteX16" fmla="*/ 719820 w 800273"/>
                <a:gd name="connsiteY16" fmla="*/ 984665 h 1006504"/>
                <a:gd name="connsiteX17" fmla="*/ 698051 w 800273"/>
                <a:gd name="connsiteY17" fmla="*/ 962826 h 1006504"/>
                <a:gd name="connsiteX18" fmla="*/ 588256 w 800273"/>
                <a:gd name="connsiteY18" fmla="*/ 962826 h 1006504"/>
                <a:gd name="connsiteX19" fmla="*/ 521053 w 800273"/>
                <a:gd name="connsiteY19" fmla="*/ 797608 h 1006504"/>
                <a:gd name="connsiteX20" fmla="*/ 784183 w 800273"/>
                <a:gd name="connsiteY20" fmla="*/ 666572 h 1006504"/>
                <a:gd name="connsiteX21" fmla="*/ 784183 w 800273"/>
                <a:gd name="connsiteY21" fmla="*/ 636187 h 1006504"/>
                <a:gd name="connsiteX22" fmla="*/ 715088 w 800273"/>
                <a:gd name="connsiteY22" fmla="*/ 566871 h 1006504"/>
                <a:gd name="connsiteX23" fmla="*/ 756734 w 800273"/>
                <a:gd name="connsiteY23" fmla="*/ 340882 h 1006504"/>
                <a:gd name="connsiteX24" fmla="*/ 459530 w 800273"/>
                <a:gd name="connsiteY24" fmla="*/ 639036 h 1006504"/>
                <a:gd name="connsiteX25" fmla="*/ 162326 w 800273"/>
                <a:gd name="connsiteY25" fmla="*/ 340882 h 1006504"/>
                <a:gd name="connsiteX26" fmla="*/ 459530 w 800273"/>
                <a:gd name="connsiteY26" fmla="*/ 42729 h 1006504"/>
                <a:gd name="connsiteX27" fmla="*/ 756734 w 800273"/>
                <a:gd name="connsiteY27" fmla="*/ 340882 h 1006504"/>
                <a:gd name="connsiteX28" fmla="*/ 532412 w 800273"/>
                <a:gd name="connsiteY28" fmla="*/ 962826 h 1006504"/>
                <a:gd name="connsiteX29" fmla="*/ 267389 w 800273"/>
                <a:gd name="connsiteY29" fmla="*/ 962826 h 1006504"/>
                <a:gd name="connsiteX30" fmla="*/ 322286 w 800273"/>
                <a:gd name="connsiteY30" fmla="*/ 791910 h 1006504"/>
                <a:gd name="connsiteX31" fmla="*/ 322286 w 800273"/>
                <a:gd name="connsiteY31" fmla="*/ 781465 h 1006504"/>
                <a:gd name="connsiteX32" fmla="*/ 459530 w 800273"/>
                <a:gd name="connsiteY32" fmla="*/ 802355 h 1006504"/>
                <a:gd name="connsiteX33" fmla="*/ 478461 w 800273"/>
                <a:gd name="connsiteY33" fmla="*/ 802355 h 1006504"/>
                <a:gd name="connsiteX34" fmla="*/ 532412 w 800273"/>
                <a:gd name="connsiteY34" fmla="*/ 962826 h 1006504"/>
                <a:gd name="connsiteX35" fmla="*/ 309982 w 800273"/>
                <a:gd name="connsiteY35" fmla="*/ 731140 h 1006504"/>
                <a:gd name="connsiteX36" fmla="*/ 307142 w 800273"/>
                <a:gd name="connsiteY36" fmla="*/ 730191 h 1006504"/>
                <a:gd name="connsiteX37" fmla="*/ 165166 w 800273"/>
                <a:gd name="connsiteY37" fmla="*/ 637136 h 1006504"/>
                <a:gd name="connsiteX38" fmla="*/ 150022 w 800273"/>
                <a:gd name="connsiteY38" fmla="*/ 60770 h 1006504"/>
                <a:gd name="connsiteX39" fmla="*/ 203973 w 800273"/>
                <a:gd name="connsiteY39" fmla="*/ 114893 h 1006504"/>
                <a:gd name="connsiteX40" fmla="*/ 118787 w 800273"/>
                <a:gd name="connsiteY40" fmla="*/ 339933 h 1006504"/>
                <a:gd name="connsiteX41" fmla="*/ 459530 w 800273"/>
                <a:gd name="connsiteY41" fmla="*/ 681765 h 1006504"/>
                <a:gd name="connsiteX42" fmla="*/ 683853 w 800273"/>
                <a:gd name="connsiteY42" fmla="*/ 596307 h 1006504"/>
                <a:gd name="connsiteX43" fmla="*/ 737804 w 800273"/>
                <a:gd name="connsiteY43" fmla="*/ 650430 h 1006504"/>
                <a:gd name="connsiteX44" fmla="*/ 309982 w 800273"/>
                <a:gd name="connsiteY44" fmla="*/ 731140 h 100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800273" h="1006504">
                  <a:moveTo>
                    <a:pt x="715088" y="566871"/>
                  </a:moveTo>
                  <a:cubicBezTo>
                    <a:pt x="768092" y="507050"/>
                    <a:pt x="800274" y="428239"/>
                    <a:pt x="800274" y="341832"/>
                  </a:cubicBezTo>
                  <a:cubicBezTo>
                    <a:pt x="800274" y="153824"/>
                    <a:pt x="647886" y="0"/>
                    <a:pt x="459530" y="0"/>
                  </a:cubicBezTo>
                  <a:cubicBezTo>
                    <a:pt x="373398" y="0"/>
                    <a:pt x="294838" y="32284"/>
                    <a:pt x="235208" y="85458"/>
                  </a:cubicBezTo>
                  <a:lnTo>
                    <a:pt x="165166" y="15193"/>
                  </a:lnTo>
                  <a:cubicBezTo>
                    <a:pt x="156647" y="6647"/>
                    <a:pt x="143396" y="6647"/>
                    <a:pt x="134878" y="15193"/>
                  </a:cubicBezTo>
                  <a:cubicBezTo>
                    <a:pt x="-44959" y="194654"/>
                    <a:pt x="-44959" y="487110"/>
                    <a:pt x="134878" y="667522"/>
                  </a:cubicBezTo>
                  <a:cubicBezTo>
                    <a:pt x="177471" y="710251"/>
                    <a:pt x="226689" y="742535"/>
                    <a:pt x="278747" y="765323"/>
                  </a:cubicBezTo>
                  <a:lnTo>
                    <a:pt x="278747" y="791910"/>
                  </a:lnTo>
                  <a:cubicBezTo>
                    <a:pt x="278747" y="856479"/>
                    <a:pt x="255084" y="916299"/>
                    <a:pt x="211545" y="962826"/>
                  </a:cubicBezTo>
                  <a:lnTo>
                    <a:pt x="100803" y="962826"/>
                  </a:lnTo>
                  <a:cubicBezTo>
                    <a:pt x="88499" y="962826"/>
                    <a:pt x="79034" y="972322"/>
                    <a:pt x="79034" y="984665"/>
                  </a:cubicBezTo>
                  <a:cubicBezTo>
                    <a:pt x="79034" y="997009"/>
                    <a:pt x="88499" y="1006505"/>
                    <a:pt x="100803" y="1006505"/>
                  </a:cubicBezTo>
                  <a:lnTo>
                    <a:pt x="220063" y="1006505"/>
                  </a:lnTo>
                  <a:lnTo>
                    <a:pt x="578791" y="1006505"/>
                  </a:lnTo>
                  <a:lnTo>
                    <a:pt x="698051" y="1006505"/>
                  </a:lnTo>
                  <a:cubicBezTo>
                    <a:pt x="710355" y="1006505"/>
                    <a:pt x="719820" y="997009"/>
                    <a:pt x="719820" y="984665"/>
                  </a:cubicBezTo>
                  <a:cubicBezTo>
                    <a:pt x="719820" y="972322"/>
                    <a:pt x="710355" y="962826"/>
                    <a:pt x="698051" y="962826"/>
                  </a:cubicBezTo>
                  <a:lnTo>
                    <a:pt x="588256" y="962826"/>
                  </a:lnTo>
                  <a:cubicBezTo>
                    <a:pt x="546609" y="918198"/>
                    <a:pt x="522946" y="859327"/>
                    <a:pt x="521053" y="797608"/>
                  </a:cubicBezTo>
                  <a:cubicBezTo>
                    <a:pt x="617597" y="784314"/>
                    <a:pt x="710355" y="741585"/>
                    <a:pt x="784183" y="666572"/>
                  </a:cubicBezTo>
                  <a:cubicBezTo>
                    <a:pt x="792702" y="658026"/>
                    <a:pt x="792702" y="644733"/>
                    <a:pt x="784183" y="636187"/>
                  </a:cubicBezTo>
                  <a:lnTo>
                    <a:pt x="715088" y="566871"/>
                  </a:lnTo>
                  <a:close/>
                  <a:moveTo>
                    <a:pt x="756734" y="340882"/>
                  </a:moveTo>
                  <a:cubicBezTo>
                    <a:pt x="756734" y="505151"/>
                    <a:pt x="623276" y="639036"/>
                    <a:pt x="459530" y="639036"/>
                  </a:cubicBezTo>
                  <a:cubicBezTo>
                    <a:pt x="295784" y="639036"/>
                    <a:pt x="162326" y="505151"/>
                    <a:pt x="162326" y="340882"/>
                  </a:cubicBezTo>
                  <a:cubicBezTo>
                    <a:pt x="162326" y="176613"/>
                    <a:pt x="295784" y="42729"/>
                    <a:pt x="459530" y="42729"/>
                  </a:cubicBezTo>
                  <a:cubicBezTo>
                    <a:pt x="623276" y="42729"/>
                    <a:pt x="756734" y="176613"/>
                    <a:pt x="756734" y="340882"/>
                  </a:cubicBezTo>
                  <a:close/>
                  <a:moveTo>
                    <a:pt x="532412" y="962826"/>
                  </a:moveTo>
                  <a:lnTo>
                    <a:pt x="267389" y="962826"/>
                  </a:lnTo>
                  <a:cubicBezTo>
                    <a:pt x="303356" y="913450"/>
                    <a:pt x="322286" y="853630"/>
                    <a:pt x="322286" y="791910"/>
                  </a:cubicBezTo>
                  <a:lnTo>
                    <a:pt x="322286" y="781465"/>
                  </a:lnTo>
                  <a:cubicBezTo>
                    <a:pt x="366772" y="795708"/>
                    <a:pt x="413151" y="802355"/>
                    <a:pt x="459530" y="802355"/>
                  </a:cubicBezTo>
                  <a:cubicBezTo>
                    <a:pt x="466156" y="802355"/>
                    <a:pt x="471835" y="802355"/>
                    <a:pt x="478461" y="802355"/>
                  </a:cubicBezTo>
                  <a:cubicBezTo>
                    <a:pt x="480354" y="860277"/>
                    <a:pt x="499284" y="916299"/>
                    <a:pt x="532412" y="962826"/>
                  </a:cubicBezTo>
                  <a:close/>
                  <a:moveTo>
                    <a:pt x="309982" y="731140"/>
                  </a:moveTo>
                  <a:cubicBezTo>
                    <a:pt x="309035" y="731140"/>
                    <a:pt x="308089" y="730191"/>
                    <a:pt x="307142" y="730191"/>
                  </a:cubicBezTo>
                  <a:cubicBezTo>
                    <a:pt x="255084" y="710251"/>
                    <a:pt x="206812" y="678916"/>
                    <a:pt x="165166" y="637136"/>
                  </a:cubicBezTo>
                  <a:cubicBezTo>
                    <a:pt x="7099" y="478565"/>
                    <a:pt x="2366" y="225039"/>
                    <a:pt x="150022" y="60770"/>
                  </a:cubicBezTo>
                  <a:lnTo>
                    <a:pt x="203973" y="114893"/>
                  </a:lnTo>
                  <a:cubicBezTo>
                    <a:pt x="150968" y="174714"/>
                    <a:pt x="118787" y="253525"/>
                    <a:pt x="118787" y="339933"/>
                  </a:cubicBezTo>
                  <a:cubicBezTo>
                    <a:pt x="118787" y="527940"/>
                    <a:pt x="271175" y="681765"/>
                    <a:pt x="459530" y="681765"/>
                  </a:cubicBezTo>
                  <a:cubicBezTo>
                    <a:pt x="545663" y="681765"/>
                    <a:pt x="624223" y="649480"/>
                    <a:pt x="683853" y="596307"/>
                  </a:cubicBezTo>
                  <a:lnTo>
                    <a:pt x="737804" y="650430"/>
                  </a:lnTo>
                  <a:cubicBezTo>
                    <a:pt x="619490" y="759626"/>
                    <a:pt x="451958" y="786213"/>
                    <a:pt x="309982" y="731140"/>
                  </a:cubicBezTo>
                  <a:close/>
                </a:path>
              </a:pathLst>
            </a:custGeom>
            <a:solidFill>
              <a:srgbClr val="000000"/>
            </a:solidFill>
            <a:ln w="9435" cap="flat">
              <a:noFill/>
              <a:prstDash val="solid"/>
              <a:miter/>
            </a:ln>
          </p:spPr>
          <p:txBody>
            <a:bodyPr rtlCol="0" anchor="ctr"/>
            <a:lstStyle/>
            <a:p>
              <a:endParaRPr lang="en-US"/>
            </a:p>
          </p:txBody>
        </p:sp>
      </p:grpSp>
      <p:grpSp>
        <p:nvGrpSpPr>
          <p:cNvPr id="16" name="Group 15">
            <a:extLst>
              <a:ext uri="{FF2B5EF4-FFF2-40B4-BE49-F238E27FC236}">
                <a16:creationId xmlns:a16="http://schemas.microsoft.com/office/drawing/2014/main" id="{B0AC7672-58C7-4284-0B21-E4367E7AA034}"/>
              </a:ext>
              <a:ext uri="{C183D7F6-B498-43B3-948B-1728B52AA6E4}">
                <adec:decorative xmlns:adec="http://schemas.microsoft.com/office/drawing/2017/decorative" val="1"/>
              </a:ext>
            </a:extLst>
          </p:cNvPr>
          <p:cNvGrpSpPr/>
          <p:nvPr userDrawn="1"/>
        </p:nvGrpSpPr>
        <p:grpSpPr>
          <a:xfrm>
            <a:off x="455912" y="3315673"/>
            <a:ext cx="382172" cy="361425"/>
            <a:chOff x="13919831" y="3606509"/>
            <a:chExt cx="1010931" cy="956049"/>
          </a:xfrm>
        </p:grpSpPr>
        <p:grpSp>
          <p:nvGrpSpPr>
            <p:cNvPr id="17" name="Group 16">
              <a:extLst>
                <a:ext uri="{FF2B5EF4-FFF2-40B4-BE49-F238E27FC236}">
                  <a16:creationId xmlns:a16="http://schemas.microsoft.com/office/drawing/2014/main" id="{F93BA6D1-D4FF-4705-7BB7-7DD93704F725}"/>
                </a:ext>
              </a:extLst>
            </p:cNvPr>
            <p:cNvGrpSpPr/>
            <p:nvPr/>
          </p:nvGrpSpPr>
          <p:grpSpPr>
            <a:xfrm>
              <a:off x="14092045" y="3792506"/>
              <a:ext cx="666504" cy="459075"/>
              <a:chOff x="14092045" y="3792506"/>
              <a:chExt cx="666504" cy="459075"/>
            </a:xfrm>
          </p:grpSpPr>
          <p:sp>
            <p:nvSpPr>
              <p:cNvPr id="19" name="Freeform 18">
                <a:extLst>
                  <a:ext uri="{FF2B5EF4-FFF2-40B4-BE49-F238E27FC236}">
                    <a16:creationId xmlns:a16="http://schemas.microsoft.com/office/drawing/2014/main" id="{34F99B45-4438-0D84-42E8-4F7E69898E28}"/>
                  </a:ext>
                </a:extLst>
              </p:cNvPr>
              <p:cNvSpPr/>
              <p:nvPr/>
            </p:nvSpPr>
            <p:spPr>
              <a:xfrm>
                <a:off x="14092045" y="3953085"/>
                <a:ext cx="164699" cy="298496"/>
              </a:xfrm>
              <a:custGeom>
                <a:avLst/>
                <a:gdLst>
                  <a:gd name="connsiteX0" fmla="*/ 142981 w 164699"/>
                  <a:gd name="connsiteY0" fmla="*/ 298497 h 298496"/>
                  <a:gd name="connsiteX1" fmla="*/ 21720 w 164699"/>
                  <a:gd name="connsiteY1" fmla="*/ 298497 h 298496"/>
                  <a:gd name="connsiteX2" fmla="*/ 0 w 164699"/>
                  <a:gd name="connsiteY2" fmla="*/ 276777 h 298496"/>
                  <a:gd name="connsiteX3" fmla="*/ 0 w 164699"/>
                  <a:gd name="connsiteY3" fmla="*/ 21719 h 298496"/>
                  <a:gd name="connsiteX4" fmla="*/ 21720 w 164699"/>
                  <a:gd name="connsiteY4" fmla="*/ 0 h 298496"/>
                  <a:gd name="connsiteX5" fmla="*/ 142981 w 164699"/>
                  <a:gd name="connsiteY5" fmla="*/ 0 h 298496"/>
                  <a:gd name="connsiteX6" fmla="*/ 164699 w 164699"/>
                  <a:gd name="connsiteY6" fmla="*/ 21719 h 298496"/>
                  <a:gd name="connsiteX7" fmla="*/ 164699 w 164699"/>
                  <a:gd name="connsiteY7" fmla="*/ 276777 h 298496"/>
                  <a:gd name="connsiteX8" fmla="*/ 142981 w 164699"/>
                  <a:gd name="connsiteY8" fmla="*/ 298497 h 298496"/>
                  <a:gd name="connsiteX9" fmla="*/ 43438 w 164699"/>
                  <a:gd name="connsiteY9" fmla="*/ 255059 h 298496"/>
                  <a:gd name="connsiteX10" fmla="*/ 121261 w 164699"/>
                  <a:gd name="connsiteY10" fmla="*/ 255059 h 298496"/>
                  <a:gd name="connsiteX11" fmla="*/ 121261 w 164699"/>
                  <a:gd name="connsiteY11" fmla="*/ 43437 h 298496"/>
                  <a:gd name="connsiteX12" fmla="*/ 43438 w 164699"/>
                  <a:gd name="connsiteY12" fmla="*/ 43437 h 298496"/>
                  <a:gd name="connsiteX13" fmla="*/ 43438 w 164699"/>
                  <a:gd name="connsiteY13" fmla="*/ 255059 h 29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9" h="298496">
                    <a:moveTo>
                      <a:pt x="142981" y="298497"/>
                    </a:moveTo>
                    <a:lnTo>
                      <a:pt x="21720" y="298497"/>
                    </a:lnTo>
                    <a:cubicBezTo>
                      <a:pt x="9724" y="298497"/>
                      <a:pt x="0" y="288773"/>
                      <a:pt x="0" y="276777"/>
                    </a:cubicBezTo>
                    <a:lnTo>
                      <a:pt x="0" y="21719"/>
                    </a:lnTo>
                    <a:cubicBezTo>
                      <a:pt x="0" y="9724"/>
                      <a:pt x="9724" y="0"/>
                      <a:pt x="21720" y="0"/>
                    </a:cubicBezTo>
                    <a:lnTo>
                      <a:pt x="142981" y="0"/>
                    </a:lnTo>
                    <a:cubicBezTo>
                      <a:pt x="154975" y="0"/>
                      <a:pt x="164699" y="9724"/>
                      <a:pt x="164699" y="21719"/>
                    </a:cubicBezTo>
                    <a:lnTo>
                      <a:pt x="164699" y="276777"/>
                    </a:lnTo>
                    <a:cubicBezTo>
                      <a:pt x="164699" y="288773"/>
                      <a:pt x="154975" y="298497"/>
                      <a:pt x="142981" y="298497"/>
                    </a:cubicBezTo>
                    <a:close/>
                    <a:moveTo>
                      <a:pt x="43438" y="255059"/>
                    </a:moveTo>
                    <a:lnTo>
                      <a:pt x="121261" y="255059"/>
                    </a:lnTo>
                    <a:lnTo>
                      <a:pt x="121261" y="43437"/>
                    </a:lnTo>
                    <a:lnTo>
                      <a:pt x="43438" y="43437"/>
                    </a:lnTo>
                    <a:lnTo>
                      <a:pt x="43438" y="255059"/>
                    </a:lnTo>
                    <a:close/>
                  </a:path>
                </a:pathLst>
              </a:custGeom>
              <a:solidFill>
                <a:srgbClr val="7A003C"/>
              </a:solidFill>
              <a:ln w="9436"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84CD40EA-F2E3-6A16-DEF6-A4935FFBE6D4}"/>
                  </a:ext>
                </a:extLst>
              </p:cNvPr>
              <p:cNvSpPr/>
              <p:nvPr/>
            </p:nvSpPr>
            <p:spPr>
              <a:xfrm>
                <a:off x="14342949" y="3872795"/>
                <a:ext cx="164696" cy="378786"/>
              </a:xfrm>
              <a:custGeom>
                <a:avLst/>
                <a:gdLst>
                  <a:gd name="connsiteX0" fmla="*/ 142978 w 164696"/>
                  <a:gd name="connsiteY0" fmla="*/ 378787 h 378786"/>
                  <a:gd name="connsiteX1" fmla="*/ 21719 w 164696"/>
                  <a:gd name="connsiteY1" fmla="*/ 378787 h 378786"/>
                  <a:gd name="connsiteX2" fmla="*/ 0 w 164696"/>
                  <a:gd name="connsiteY2" fmla="*/ 357067 h 378786"/>
                  <a:gd name="connsiteX3" fmla="*/ 0 w 164696"/>
                  <a:gd name="connsiteY3" fmla="*/ 21719 h 378786"/>
                  <a:gd name="connsiteX4" fmla="*/ 21719 w 164696"/>
                  <a:gd name="connsiteY4" fmla="*/ 0 h 378786"/>
                  <a:gd name="connsiteX5" fmla="*/ 142978 w 164696"/>
                  <a:gd name="connsiteY5" fmla="*/ 0 h 378786"/>
                  <a:gd name="connsiteX6" fmla="*/ 164696 w 164696"/>
                  <a:gd name="connsiteY6" fmla="*/ 21719 h 378786"/>
                  <a:gd name="connsiteX7" fmla="*/ 164696 w 164696"/>
                  <a:gd name="connsiteY7" fmla="*/ 357067 h 378786"/>
                  <a:gd name="connsiteX8" fmla="*/ 142978 w 164696"/>
                  <a:gd name="connsiteY8" fmla="*/ 378787 h 378786"/>
                  <a:gd name="connsiteX9" fmla="*/ 43438 w 164696"/>
                  <a:gd name="connsiteY9" fmla="*/ 335348 h 378786"/>
                  <a:gd name="connsiteX10" fmla="*/ 121259 w 164696"/>
                  <a:gd name="connsiteY10" fmla="*/ 335348 h 378786"/>
                  <a:gd name="connsiteX11" fmla="*/ 121259 w 164696"/>
                  <a:gd name="connsiteY11" fmla="*/ 43438 h 378786"/>
                  <a:gd name="connsiteX12" fmla="*/ 43438 w 164696"/>
                  <a:gd name="connsiteY12" fmla="*/ 43438 h 378786"/>
                  <a:gd name="connsiteX13" fmla="*/ 43438 w 164696"/>
                  <a:gd name="connsiteY13" fmla="*/ 335348 h 378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6" h="378786">
                    <a:moveTo>
                      <a:pt x="142978" y="378787"/>
                    </a:moveTo>
                    <a:lnTo>
                      <a:pt x="21719" y="378787"/>
                    </a:lnTo>
                    <a:cubicBezTo>
                      <a:pt x="9724" y="378787"/>
                      <a:pt x="0" y="369062"/>
                      <a:pt x="0" y="357067"/>
                    </a:cubicBezTo>
                    <a:lnTo>
                      <a:pt x="0" y="21719"/>
                    </a:lnTo>
                    <a:cubicBezTo>
                      <a:pt x="0" y="9724"/>
                      <a:pt x="9724" y="0"/>
                      <a:pt x="21719" y="0"/>
                    </a:cubicBezTo>
                    <a:lnTo>
                      <a:pt x="142978" y="0"/>
                    </a:lnTo>
                    <a:cubicBezTo>
                      <a:pt x="154972" y="0"/>
                      <a:pt x="164696" y="9724"/>
                      <a:pt x="164696" y="21719"/>
                    </a:cubicBezTo>
                    <a:lnTo>
                      <a:pt x="164696" y="357067"/>
                    </a:lnTo>
                    <a:cubicBezTo>
                      <a:pt x="164696" y="369062"/>
                      <a:pt x="154972" y="378787"/>
                      <a:pt x="142978" y="378787"/>
                    </a:cubicBezTo>
                    <a:close/>
                    <a:moveTo>
                      <a:pt x="43438" y="335348"/>
                    </a:moveTo>
                    <a:lnTo>
                      <a:pt x="121259" y="335348"/>
                    </a:lnTo>
                    <a:lnTo>
                      <a:pt x="121259" y="43438"/>
                    </a:lnTo>
                    <a:lnTo>
                      <a:pt x="43438" y="43438"/>
                    </a:lnTo>
                    <a:lnTo>
                      <a:pt x="43438" y="335348"/>
                    </a:lnTo>
                    <a:close/>
                  </a:path>
                </a:pathLst>
              </a:custGeom>
              <a:solidFill>
                <a:srgbClr val="7A003C"/>
              </a:solidFill>
              <a:ln w="9436"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AC730DFE-0D4A-5A5D-A102-7595399238EF}"/>
                  </a:ext>
                </a:extLst>
              </p:cNvPr>
              <p:cNvSpPr/>
              <p:nvPr/>
            </p:nvSpPr>
            <p:spPr>
              <a:xfrm>
                <a:off x="14593850" y="3792506"/>
                <a:ext cx="164699" cy="459075"/>
              </a:xfrm>
              <a:custGeom>
                <a:avLst/>
                <a:gdLst>
                  <a:gd name="connsiteX0" fmla="*/ 142981 w 164699"/>
                  <a:gd name="connsiteY0" fmla="*/ 459075 h 459075"/>
                  <a:gd name="connsiteX1" fmla="*/ 21720 w 164699"/>
                  <a:gd name="connsiteY1" fmla="*/ 459075 h 459075"/>
                  <a:gd name="connsiteX2" fmla="*/ 0 w 164699"/>
                  <a:gd name="connsiteY2" fmla="*/ 437357 h 459075"/>
                  <a:gd name="connsiteX3" fmla="*/ 0 w 164699"/>
                  <a:gd name="connsiteY3" fmla="*/ 21719 h 459075"/>
                  <a:gd name="connsiteX4" fmla="*/ 21720 w 164699"/>
                  <a:gd name="connsiteY4" fmla="*/ 0 h 459075"/>
                  <a:gd name="connsiteX5" fmla="*/ 142981 w 164699"/>
                  <a:gd name="connsiteY5" fmla="*/ 0 h 459075"/>
                  <a:gd name="connsiteX6" fmla="*/ 164699 w 164699"/>
                  <a:gd name="connsiteY6" fmla="*/ 21719 h 459075"/>
                  <a:gd name="connsiteX7" fmla="*/ 164699 w 164699"/>
                  <a:gd name="connsiteY7" fmla="*/ 437357 h 459075"/>
                  <a:gd name="connsiteX8" fmla="*/ 142981 w 164699"/>
                  <a:gd name="connsiteY8" fmla="*/ 459075 h 459075"/>
                  <a:gd name="connsiteX9" fmla="*/ 43438 w 164699"/>
                  <a:gd name="connsiteY9" fmla="*/ 415637 h 459075"/>
                  <a:gd name="connsiteX10" fmla="*/ 121261 w 164699"/>
                  <a:gd name="connsiteY10" fmla="*/ 415637 h 459075"/>
                  <a:gd name="connsiteX11" fmla="*/ 121261 w 164699"/>
                  <a:gd name="connsiteY11" fmla="*/ 43438 h 459075"/>
                  <a:gd name="connsiteX12" fmla="*/ 43438 w 164699"/>
                  <a:gd name="connsiteY12" fmla="*/ 43438 h 459075"/>
                  <a:gd name="connsiteX13" fmla="*/ 43438 w 164699"/>
                  <a:gd name="connsiteY13" fmla="*/ 415637 h 4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699" h="459075">
                    <a:moveTo>
                      <a:pt x="142981" y="459075"/>
                    </a:moveTo>
                    <a:lnTo>
                      <a:pt x="21720" y="459075"/>
                    </a:lnTo>
                    <a:cubicBezTo>
                      <a:pt x="9724" y="459075"/>
                      <a:pt x="0" y="449351"/>
                      <a:pt x="0" y="437357"/>
                    </a:cubicBezTo>
                    <a:lnTo>
                      <a:pt x="0" y="21719"/>
                    </a:lnTo>
                    <a:cubicBezTo>
                      <a:pt x="0" y="9724"/>
                      <a:pt x="9724" y="0"/>
                      <a:pt x="21720" y="0"/>
                    </a:cubicBezTo>
                    <a:lnTo>
                      <a:pt x="142981" y="0"/>
                    </a:lnTo>
                    <a:cubicBezTo>
                      <a:pt x="154975" y="0"/>
                      <a:pt x="164699" y="9724"/>
                      <a:pt x="164699" y="21719"/>
                    </a:cubicBezTo>
                    <a:lnTo>
                      <a:pt x="164699" y="437357"/>
                    </a:lnTo>
                    <a:cubicBezTo>
                      <a:pt x="164699" y="449351"/>
                      <a:pt x="154975" y="459075"/>
                      <a:pt x="142981" y="459075"/>
                    </a:cubicBezTo>
                    <a:close/>
                    <a:moveTo>
                      <a:pt x="43438" y="415637"/>
                    </a:moveTo>
                    <a:lnTo>
                      <a:pt x="121261" y="415637"/>
                    </a:lnTo>
                    <a:lnTo>
                      <a:pt x="121261" y="43438"/>
                    </a:lnTo>
                    <a:lnTo>
                      <a:pt x="43438" y="43438"/>
                    </a:lnTo>
                    <a:lnTo>
                      <a:pt x="43438" y="415637"/>
                    </a:lnTo>
                    <a:close/>
                  </a:path>
                </a:pathLst>
              </a:custGeom>
              <a:solidFill>
                <a:srgbClr val="7A003C"/>
              </a:solidFill>
              <a:ln w="9436" cap="flat">
                <a:noFill/>
                <a:prstDash val="solid"/>
                <a:miter/>
              </a:ln>
            </p:spPr>
            <p:txBody>
              <a:bodyPr rtlCol="0" anchor="ctr"/>
              <a:lstStyle/>
              <a:p>
                <a:endParaRPr lang="en-US"/>
              </a:p>
            </p:txBody>
          </p:sp>
        </p:grpSp>
        <p:sp>
          <p:nvSpPr>
            <p:cNvPr id="18" name="Freeform 17">
              <a:extLst>
                <a:ext uri="{FF2B5EF4-FFF2-40B4-BE49-F238E27FC236}">
                  <a16:creationId xmlns:a16="http://schemas.microsoft.com/office/drawing/2014/main" id="{6FEB136E-27BC-F6A9-AF99-58D141F63BD7}"/>
                </a:ext>
              </a:extLst>
            </p:cNvPr>
            <p:cNvSpPr/>
            <p:nvPr/>
          </p:nvSpPr>
          <p:spPr>
            <a:xfrm>
              <a:off x="13919831" y="3606509"/>
              <a:ext cx="1010931" cy="956049"/>
            </a:xfrm>
            <a:custGeom>
              <a:avLst/>
              <a:gdLst>
                <a:gd name="connsiteX0" fmla="*/ 989204 w 1010931"/>
                <a:gd name="connsiteY0" fmla="*/ 0 h 956049"/>
                <a:gd name="connsiteX1" fmla="*/ 21726 w 1010931"/>
                <a:gd name="connsiteY1" fmla="*/ 0 h 956049"/>
                <a:gd name="connsiteX2" fmla="*/ 8 w 1010931"/>
                <a:gd name="connsiteY2" fmla="*/ 21719 h 956049"/>
                <a:gd name="connsiteX3" fmla="*/ 8 w 1010931"/>
                <a:gd name="connsiteY3" fmla="*/ 780038 h 956049"/>
                <a:gd name="connsiteX4" fmla="*/ 21726 w 1010931"/>
                <a:gd name="connsiteY4" fmla="*/ 801757 h 956049"/>
                <a:gd name="connsiteX5" fmla="*/ 396656 w 1010931"/>
                <a:gd name="connsiteY5" fmla="*/ 801757 h 956049"/>
                <a:gd name="connsiteX6" fmla="*/ 396656 w 1010931"/>
                <a:gd name="connsiteY6" fmla="*/ 912610 h 956049"/>
                <a:gd name="connsiteX7" fmla="*/ 379591 w 1010931"/>
                <a:gd name="connsiteY7" fmla="*/ 912610 h 956049"/>
                <a:gd name="connsiteX8" fmla="*/ 379591 w 1010931"/>
                <a:gd name="connsiteY8" fmla="*/ 956049 h 956049"/>
                <a:gd name="connsiteX9" fmla="*/ 631342 w 1010931"/>
                <a:gd name="connsiteY9" fmla="*/ 956049 h 956049"/>
                <a:gd name="connsiteX10" fmla="*/ 631342 w 1010931"/>
                <a:gd name="connsiteY10" fmla="*/ 912610 h 956049"/>
                <a:gd name="connsiteX11" fmla="*/ 614278 w 1010931"/>
                <a:gd name="connsiteY11" fmla="*/ 912610 h 956049"/>
                <a:gd name="connsiteX12" fmla="*/ 614278 w 1010931"/>
                <a:gd name="connsiteY12" fmla="*/ 801757 h 956049"/>
                <a:gd name="connsiteX13" fmla="*/ 989204 w 1010931"/>
                <a:gd name="connsiteY13" fmla="*/ 801757 h 956049"/>
                <a:gd name="connsiteX14" fmla="*/ 1010929 w 1010931"/>
                <a:gd name="connsiteY14" fmla="*/ 780038 h 956049"/>
                <a:gd name="connsiteX15" fmla="*/ 1010929 w 1010931"/>
                <a:gd name="connsiteY15" fmla="*/ 21719 h 956049"/>
                <a:gd name="connsiteX16" fmla="*/ 989204 w 1010931"/>
                <a:gd name="connsiteY16" fmla="*/ 0 h 956049"/>
                <a:gd name="connsiteX17" fmla="*/ 43445 w 1010931"/>
                <a:gd name="connsiteY17" fmla="*/ 43438 h 956049"/>
                <a:gd name="connsiteX18" fmla="*/ 967488 w 1010931"/>
                <a:gd name="connsiteY18" fmla="*/ 43438 h 956049"/>
                <a:gd name="connsiteX19" fmla="*/ 967488 w 1010931"/>
                <a:gd name="connsiteY19" fmla="*/ 601634 h 956049"/>
                <a:gd name="connsiteX20" fmla="*/ 43445 w 1010931"/>
                <a:gd name="connsiteY20" fmla="*/ 601634 h 956049"/>
                <a:gd name="connsiteX21" fmla="*/ 43445 w 1010931"/>
                <a:gd name="connsiteY21" fmla="*/ 43438 h 956049"/>
                <a:gd name="connsiteX22" fmla="*/ 570839 w 1010931"/>
                <a:gd name="connsiteY22" fmla="*/ 912610 h 956049"/>
                <a:gd name="connsiteX23" fmla="*/ 440093 w 1010931"/>
                <a:gd name="connsiteY23" fmla="*/ 912610 h 956049"/>
                <a:gd name="connsiteX24" fmla="*/ 440093 w 1010931"/>
                <a:gd name="connsiteY24" fmla="*/ 801757 h 956049"/>
                <a:gd name="connsiteX25" fmla="*/ 570839 w 1010931"/>
                <a:gd name="connsiteY25" fmla="*/ 801757 h 956049"/>
                <a:gd name="connsiteX26" fmla="*/ 570839 w 1010931"/>
                <a:gd name="connsiteY26" fmla="*/ 912610 h 956049"/>
                <a:gd name="connsiteX27" fmla="*/ 967488 w 1010931"/>
                <a:gd name="connsiteY27" fmla="*/ 758319 h 956049"/>
                <a:gd name="connsiteX28" fmla="*/ 43445 w 1010931"/>
                <a:gd name="connsiteY28" fmla="*/ 758319 h 956049"/>
                <a:gd name="connsiteX29" fmla="*/ 43445 w 1010931"/>
                <a:gd name="connsiteY29" fmla="*/ 645073 h 956049"/>
                <a:gd name="connsiteX30" fmla="*/ 967488 w 1010931"/>
                <a:gd name="connsiteY30" fmla="*/ 645073 h 956049"/>
                <a:gd name="connsiteX31" fmla="*/ 967488 w 1010931"/>
                <a:gd name="connsiteY31" fmla="*/ 758319 h 956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931" h="956049">
                  <a:moveTo>
                    <a:pt x="989204" y="0"/>
                  </a:moveTo>
                  <a:lnTo>
                    <a:pt x="21726" y="0"/>
                  </a:lnTo>
                  <a:cubicBezTo>
                    <a:pt x="9732" y="0"/>
                    <a:pt x="8" y="9724"/>
                    <a:pt x="8" y="21719"/>
                  </a:cubicBezTo>
                  <a:cubicBezTo>
                    <a:pt x="-16" y="137887"/>
                    <a:pt x="25" y="675742"/>
                    <a:pt x="8" y="780038"/>
                  </a:cubicBezTo>
                  <a:cubicBezTo>
                    <a:pt x="8" y="792033"/>
                    <a:pt x="9732" y="801757"/>
                    <a:pt x="21726" y="801757"/>
                  </a:cubicBezTo>
                  <a:lnTo>
                    <a:pt x="396656" y="801757"/>
                  </a:lnTo>
                  <a:lnTo>
                    <a:pt x="396656" y="912610"/>
                  </a:lnTo>
                  <a:lnTo>
                    <a:pt x="379591" y="912610"/>
                  </a:lnTo>
                  <a:cubicBezTo>
                    <a:pt x="350849" y="913722"/>
                    <a:pt x="350725" y="954881"/>
                    <a:pt x="379591" y="956049"/>
                  </a:cubicBezTo>
                  <a:cubicBezTo>
                    <a:pt x="432498" y="956049"/>
                    <a:pt x="578425" y="956049"/>
                    <a:pt x="631342" y="956049"/>
                  </a:cubicBezTo>
                  <a:cubicBezTo>
                    <a:pt x="660082" y="954938"/>
                    <a:pt x="660208" y="913777"/>
                    <a:pt x="631342" y="912610"/>
                  </a:cubicBezTo>
                  <a:lnTo>
                    <a:pt x="614278" y="912610"/>
                  </a:lnTo>
                  <a:lnTo>
                    <a:pt x="614278" y="801757"/>
                  </a:lnTo>
                  <a:lnTo>
                    <a:pt x="989204" y="801757"/>
                  </a:lnTo>
                  <a:cubicBezTo>
                    <a:pt x="1001206" y="801757"/>
                    <a:pt x="1010929" y="792033"/>
                    <a:pt x="1010929" y="780038"/>
                  </a:cubicBezTo>
                  <a:cubicBezTo>
                    <a:pt x="1010920" y="678434"/>
                    <a:pt x="1010939" y="134989"/>
                    <a:pt x="1010929" y="21719"/>
                  </a:cubicBezTo>
                  <a:cubicBezTo>
                    <a:pt x="1010929" y="9724"/>
                    <a:pt x="1001206" y="0"/>
                    <a:pt x="989204" y="0"/>
                  </a:cubicBezTo>
                  <a:close/>
                  <a:moveTo>
                    <a:pt x="43445" y="43438"/>
                  </a:moveTo>
                  <a:lnTo>
                    <a:pt x="967488" y="43438"/>
                  </a:lnTo>
                  <a:lnTo>
                    <a:pt x="967488" y="601634"/>
                  </a:lnTo>
                  <a:lnTo>
                    <a:pt x="43445" y="601634"/>
                  </a:lnTo>
                  <a:lnTo>
                    <a:pt x="43445" y="43438"/>
                  </a:lnTo>
                  <a:close/>
                  <a:moveTo>
                    <a:pt x="570839" y="912610"/>
                  </a:moveTo>
                  <a:lnTo>
                    <a:pt x="440093" y="912610"/>
                  </a:lnTo>
                  <a:lnTo>
                    <a:pt x="440093" y="801757"/>
                  </a:lnTo>
                  <a:lnTo>
                    <a:pt x="570839" y="801757"/>
                  </a:lnTo>
                  <a:lnTo>
                    <a:pt x="570839" y="912610"/>
                  </a:lnTo>
                  <a:close/>
                  <a:moveTo>
                    <a:pt x="967488" y="758319"/>
                  </a:moveTo>
                  <a:cubicBezTo>
                    <a:pt x="701645" y="758319"/>
                    <a:pt x="309245" y="758319"/>
                    <a:pt x="43445" y="758319"/>
                  </a:cubicBezTo>
                  <a:lnTo>
                    <a:pt x="43445" y="645073"/>
                  </a:lnTo>
                  <a:lnTo>
                    <a:pt x="967488" y="645073"/>
                  </a:lnTo>
                  <a:lnTo>
                    <a:pt x="967488" y="758319"/>
                  </a:lnTo>
                  <a:close/>
                </a:path>
              </a:pathLst>
            </a:custGeom>
            <a:solidFill>
              <a:srgbClr val="000000"/>
            </a:solidFill>
            <a:ln w="9436" cap="flat">
              <a:noFill/>
              <a:prstDash val="solid"/>
              <a:miter/>
            </a:ln>
          </p:spPr>
          <p:txBody>
            <a:bodyPr rtlCol="0" anchor="ctr"/>
            <a:lstStyle/>
            <a:p>
              <a:endParaRPr lang="en-US"/>
            </a:p>
          </p:txBody>
        </p:sp>
      </p:grpSp>
      <p:grpSp>
        <p:nvGrpSpPr>
          <p:cNvPr id="25" name="Group 24">
            <a:extLst>
              <a:ext uri="{FF2B5EF4-FFF2-40B4-BE49-F238E27FC236}">
                <a16:creationId xmlns:a16="http://schemas.microsoft.com/office/drawing/2014/main" id="{ECF91880-33D0-3714-7AF7-098FF1A14AF2}"/>
              </a:ext>
              <a:ext uri="{C183D7F6-B498-43B3-948B-1728B52AA6E4}">
                <adec:decorative xmlns:adec="http://schemas.microsoft.com/office/drawing/2017/decorative" val="1"/>
              </a:ext>
            </a:extLst>
          </p:cNvPr>
          <p:cNvGrpSpPr/>
          <p:nvPr userDrawn="1"/>
        </p:nvGrpSpPr>
        <p:grpSpPr>
          <a:xfrm>
            <a:off x="442831" y="3908606"/>
            <a:ext cx="408334" cy="290227"/>
            <a:chOff x="8853857" y="7502938"/>
            <a:chExt cx="1080135" cy="767714"/>
          </a:xfrm>
        </p:grpSpPr>
        <p:grpSp>
          <p:nvGrpSpPr>
            <p:cNvPr id="26" name="Graphic 6">
              <a:extLst>
                <a:ext uri="{FF2B5EF4-FFF2-40B4-BE49-F238E27FC236}">
                  <a16:creationId xmlns:a16="http://schemas.microsoft.com/office/drawing/2014/main" id="{C16B7293-C591-7CCA-9FB6-DBA4D33C5346}"/>
                </a:ext>
              </a:extLst>
            </p:cNvPr>
            <p:cNvGrpSpPr/>
            <p:nvPr/>
          </p:nvGrpSpPr>
          <p:grpSpPr>
            <a:xfrm>
              <a:off x="8853857" y="7620095"/>
              <a:ext cx="351483" cy="595312"/>
              <a:chOff x="8853857" y="7620095"/>
              <a:chExt cx="351483" cy="595312"/>
            </a:xfrm>
            <a:solidFill>
              <a:srgbClr val="000000"/>
            </a:solidFill>
          </p:grpSpPr>
          <p:sp>
            <p:nvSpPr>
              <p:cNvPr id="33" name="Freeform 32">
                <a:extLst>
                  <a:ext uri="{FF2B5EF4-FFF2-40B4-BE49-F238E27FC236}">
                    <a16:creationId xmlns:a16="http://schemas.microsoft.com/office/drawing/2014/main" id="{F5A5F3EB-AA31-A7D1-F3B7-3F9A58586ACB}"/>
                  </a:ext>
                </a:extLst>
              </p:cNvPr>
              <p:cNvSpPr/>
              <p:nvPr/>
            </p:nvSpPr>
            <p:spPr>
              <a:xfrm>
                <a:off x="8941487" y="7620095"/>
                <a:ext cx="254317" cy="251460"/>
              </a:xfrm>
              <a:custGeom>
                <a:avLst/>
                <a:gdLst>
                  <a:gd name="connsiteX0" fmla="*/ 127635 w 254317"/>
                  <a:gd name="connsiteY0" fmla="*/ 251460 h 251460"/>
                  <a:gd name="connsiteX1" fmla="*/ 254318 w 254317"/>
                  <a:gd name="connsiteY1" fmla="*/ 125730 h 251460"/>
                  <a:gd name="connsiteX2" fmla="*/ 127635 w 254317"/>
                  <a:gd name="connsiteY2" fmla="*/ 0 h 251460"/>
                  <a:gd name="connsiteX3" fmla="*/ 0 w 254317"/>
                  <a:gd name="connsiteY3" fmla="*/ 125730 h 251460"/>
                  <a:gd name="connsiteX4" fmla="*/ 127635 w 254317"/>
                  <a:gd name="connsiteY4" fmla="*/ 251460 h 251460"/>
                  <a:gd name="connsiteX5" fmla="*/ 40005 w 254317"/>
                  <a:gd name="connsiteY5" fmla="*/ 125730 h 251460"/>
                  <a:gd name="connsiteX6" fmla="*/ 127635 w 254317"/>
                  <a:gd name="connsiteY6" fmla="*/ 39053 h 251460"/>
                  <a:gd name="connsiteX7" fmla="*/ 215265 w 254317"/>
                  <a:gd name="connsiteY7" fmla="*/ 125730 h 251460"/>
                  <a:gd name="connsiteX8" fmla="*/ 127635 w 254317"/>
                  <a:gd name="connsiteY8" fmla="*/ 212408 h 251460"/>
                  <a:gd name="connsiteX9" fmla="*/ 40005 w 254317"/>
                  <a:gd name="connsiteY9" fmla="*/ 125730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317" h="251460">
                    <a:moveTo>
                      <a:pt x="127635" y="251460"/>
                    </a:moveTo>
                    <a:cubicBezTo>
                      <a:pt x="198120" y="251460"/>
                      <a:pt x="254318" y="195263"/>
                      <a:pt x="254318" y="125730"/>
                    </a:cubicBezTo>
                    <a:cubicBezTo>
                      <a:pt x="254318" y="56198"/>
                      <a:pt x="197168" y="0"/>
                      <a:pt x="127635" y="0"/>
                    </a:cubicBezTo>
                    <a:cubicBezTo>
                      <a:pt x="57150" y="0"/>
                      <a:pt x="0" y="56198"/>
                      <a:pt x="0" y="125730"/>
                    </a:cubicBezTo>
                    <a:cubicBezTo>
                      <a:pt x="0" y="195263"/>
                      <a:pt x="57150" y="251460"/>
                      <a:pt x="127635" y="251460"/>
                    </a:cubicBezTo>
                    <a:close/>
                    <a:moveTo>
                      <a:pt x="40005" y="125730"/>
                    </a:moveTo>
                    <a:cubicBezTo>
                      <a:pt x="40005" y="78105"/>
                      <a:pt x="79057" y="39053"/>
                      <a:pt x="127635" y="39053"/>
                    </a:cubicBezTo>
                    <a:cubicBezTo>
                      <a:pt x="176213" y="39053"/>
                      <a:pt x="215265" y="78105"/>
                      <a:pt x="215265" y="125730"/>
                    </a:cubicBezTo>
                    <a:cubicBezTo>
                      <a:pt x="215265" y="173355"/>
                      <a:pt x="176213" y="212408"/>
                      <a:pt x="127635" y="212408"/>
                    </a:cubicBezTo>
                    <a:cubicBezTo>
                      <a:pt x="79057" y="212408"/>
                      <a:pt x="40005" y="173355"/>
                      <a:pt x="40005" y="125730"/>
                    </a:cubicBezTo>
                    <a:close/>
                  </a:path>
                </a:pathLst>
              </a:custGeom>
              <a:solidFill>
                <a:srgbClr val="000000"/>
              </a:solid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61975726-7EFC-EF83-9C54-5DED71FF1D31}"/>
                  </a:ext>
                </a:extLst>
              </p:cNvPr>
              <p:cNvSpPr/>
              <p:nvPr/>
            </p:nvSpPr>
            <p:spPr>
              <a:xfrm>
                <a:off x="8853857" y="7897273"/>
                <a:ext cx="351483" cy="318135"/>
              </a:xfrm>
              <a:custGeom>
                <a:avLst/>
                <a:gdLst>
                  <a:gd name="connsiteX0" fmla="*/ 343853 w 351483"/>
                  <a:gd name="connsiteY0" fmla="*/ 41910 h 318135"/>
                  <a:gd name="connsiteX1" fmla="*/ 215265 w 351483"/>
                  <a:gd name="connsiteY1" fmla="*/ 0 h 318135"/>
                  <a:gd name="connsiteX2" fmla="*/ 0 w 351483"/>
                  <a:gd name="connsiteY2" fmla="*/ 213360 h 318135"/>
                  <a:gd name="connsiteX3" fmla="*/ 0 w 351483"/>
                  <a:gd name="connsiteY3" fmla="*/ 270510 h 318135"/>
                  <a:gd name="connsiteX4" fmla="*/ 47625 w 351483"/>
                  <a:gd name="connsiteY4" fmla="*/ 318135 h 318135"/>
                  <a:gd name="connsiteX5" fmla="*/ 264795 w 351483"/>
                  <a:gd name="connsiteY5" fmla="*/ 318135 h 318135"/>
                  <a:gd name="connsiteX6" fmla="*/ 284798 w 351483"/>
                  <a:gd name="connsiteY6" fmla="*/ 298132 h 318135"/>
                  <a:gd name="connsiteX7" fmla="*/ 264795 w 351483"/>
                  <a:gd name="connsiteY7" fmla="*/ 277178 h 318135"/>
                  <a:gd name="connsiteX8" fmla="*/ 47625 w 351483"/>
                  <a:gd name="connsiteY8" fmla="*/ 277178 h 318135"/>
                  <a:gd name="connsiteX9" fmla="*/ 39053 w 351483"/>
                  <a:gd name="connsiteY9" fmla="*/ 269557 h 318135"/>
                  <a:gd name="connsiteX10" fmla="*/ 39053 w 351483"/>
                  <a:gd name="connsiteY10" fmla="*/ 212407 h 318135"/>
                  <a:gd name="connsiteX11" fmla="*/ 214313 w 351483"/>
                  <a:gd name="connsiteY11" fmla="*/ 39052 h 318135"/>
                  <a:gd name="connsiteX12" fmla="*/ 319088 w 351483"/>
                  <a:gd name="connsiteY12" fmla="*/ 73342 h 318135"/>
                  <a:gd name="connsiteX13" fmla="*/ 346710 w 351483"/>
                  <a:gd name="connsiteY13" fmla="*/ 69532 h 318135"/>
                  <a:gd name="connsiteX14" fmla="*/ 343853 w 351483"/>
                  <a:gd name="connsiteY14" fmla="*/ 41910 h 318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1483" h="318135">
                    <a:moveTo>
                      <a:pt x="343853" y="41910"/>
                    </a:moveTo>
                    <a:cubicBezTo>
                      <a:pt x="306705" y="14288"/>
                      <a:pt x="261938" y="0"/>
                      <a:pt x="215265" y="0"/>
                    </a:cubicBezTo>
                    <a:cubicBezTo>
                      <a:pt x="96203" y="0"/>
                      <a:pt x="0" y="95250"/>
                      <a:pt x="0" y="213360"/>
                    </a:cubicBezTo>
                    <a:lnTo>
                      <a:pt x="0" y="270510"/>
                    </a:lnTo>
                    <a:cubicBezTo>
                      <a:pt x="0" y="296228"/>
                      <a:pt x="20955" y="318135"/>
                      <a:pt x="47625" y="318135"/>
                    </a:cubicBezTo>
                    <a:lnTo>
                      <a:pt x="264795" y="318135"/>
                    </a:lnTo>
                    <a:cubicBezTo>
                      <a:pt x="275273" y="318135"/>
                      <a:pt x="284798" y="309563"/>
                      <a:pt x="284798" y="298132"/>
                    </a:cubicBezTo>
                    <a:cubicBezTo>
                      <a:pt x="284798" y="286703"/>
                      <a:pt x="276225" y="277178"/>
                      <a:pt x="264795" y="277178"/>
                    </a:cubicBezTo>
                    <a:lnTo>
                      <a:pt x="47625" y="277178"/>
                    </a:lnTo>
                    <a:cubicBezTo>
                      <a:pt x="42863" y="277178"/>
                      <a:pt x="39053" y="273367"/>
                      <a:pt x="39053" y="269557"/>
                    </a:cubicBezTo>
                    <a:lnTo>
                      <a:pt x="39053" y="212407"/>
                    </a:lnTo>
                    <a:cubicBezTo>
                      <a:pt x="39053" y="117157"/>
                      <a:pt x="118110" y="39052"/>
                      <a:pt x="214313" y="39052"/>
                    </a:cubicBezTo>
                    <a:cubicBezTo>
                      <a:pt x="252413" y="39052"/>
                      <a:pt x="288608" y="50482"/>
                      <a:pt x="319088" y="73342"/>
                    </a:cubicBezTo>
                    <a:cubicBezTo>
                      <a:pt x="327660" y="80010"/>
                      <a:pt x="340043" y="78105"/>
                      <a:pt x="346710" y="69532"/>
                    </a:cubicBezTo>
                    <a:cubicBezTo>
                      <a:pt x="354330" y="60007"/>
                      <a:pt x="352425" y="47625"/>
                      <a:pt x="343853" y="41910"/>
                    </a:cubicBezTo>
                    <a:close/>
                  </a:path>
                </a:pathLst>
              </a:custGeom>
              <a:solidFill>
                <a:srgbClr val="000000"/>
              </a:solidFill>
              <a:ln w="9525" cap="flat">
                <a:noFill/>
                <a:prstDash val="solid"/>
                <a:miter/>
              </a:ln>
            </p:spPr>
            <p:txBody>
              <a:bodyPr rtlCol="0" anchor="ctr"/>
              <a:lstStyle/>
              <a:p>
                <a:endParaRPr lang="en-US"/>
              </a:p>
            </p:txBody>
          </p:sp>
        </p:grpSp>
        <p:grpSp>
          <p:nvGrpSpPr>
            <p:cNvPr id="27" name="Graphic 6">
              <a:extLst>
                <a:ext uri="{FF2B5EF4-FFF2-40B4-BE49-F238E27FC236}">
                  <a16:creationId xmlns:a16="http://schemas.microsoft.com/office/drawing/2014/main" id="{6E66478E-B5F0-CAC2-ACE8-1466FE4D6825}"/>
                </a:ext>
              </a:extLst>
            </p:cNvPr>
            <p:cNvGrpSpPr/>
            <p:nvPr/>
          </p:nvGrpSpPr>
          <p:grpSpPr>
            <a:xfrm>
              <a:off x="9574657" y="7611523"/>
              <a:ext cx="359335" cy="589597"/>
              <a:chOff x="9574657" y="7611523"/>
              <a:chExt cx="359335" cy="589597"/>
            </a:xfrm>
            <a:solidFill>
              <a:srgbClr val="000000"/>
            </a:solidFill>
          </p:grpSpPr>
          <p:sp>
            <p:nvSpPr>
              <p:cNvPr id="31" name="Freeform 30">
                <a:extLst>
                  <a:ext uri="{FF2B5EF4-FFF2-40B4-BE49-F238E27FC236}">
                    <a16:creationId xmlns:a16="http://schemas.microsoft.com/office/drawing/2014/main" id="{209F2AF9-E16E-2069-0BD0-14DBB3263BD3}"/>
                  </a:ext>
                </a:extLst>
              </p:cNvPr>
              <p:cNvSpPr/>
              <p:nvPr/>
            </p:nvSpPr>
            <p:spPr>
              <a:xfrm>
                <a:off x="9574657" y="7883938"/>
                <a:ext cx="359335" cy="317182"/>
              </a:xfrm>
              <a:custGeom>
                <a:avLst/>
                <a:gdLst>
                  <a:gd name="connsiteX0" fmla="*/ 144070 w 359335"/>
                  <a:gd name="connsiteY0" fmla="*/ 0 h 317182"/>
                  <a:gd name="connsiteX1" fmla="*/ 7863 w 359335"/>
                  <a:gd name="connsiteY1" fmla="*/ 47625 h 317182"/>
                  <a:gd name="connsiteX2" fmla="*/ 243 w 359335"/>
                  <a:gd name="connsiteY2" fmla="*/ 60960 h 317182"/>
                  <a:gd name="connsiteX3" fmla="*/ 5005 w 359335"/>
                  <a:gd name="connsiteY3" fmla="*/ 75248 h 317182"/>
                  <a:gd name="connsiteX4" fmla="*/ 32628 w 359335"/>
                  <a:gd name="connsiteY4" fmla="*/ 78105 h 317182"/>
                  <a:gd name="connsiteX5" fmla="*/ 144070 w 359335"/>
                  <a:gd name="connsiteY5" fmla="*/ 39052 h 317182"/>
                  <a:gd name="connsiteX6" fmla="*/ 319330 w 359335"/>
                  <a:gd name="connsiteY6" fmla="*/ 212408 h 317182"/>
                  <a:gd name="connsiteX7" fmla="*/ 319330 w 359335"/>
                  <a:gd name="connsiteY7" fmla="*/ 269558 h 317182"/>
                  <a:gd name="connsiteX8" fmla="*/ 310758 w 359335"/>
                  <a:gd name="connsiteY8" fmla="*/ 277178 h 317182"/>
                  <a:gd name="connsiteX9" fmla="*/ 94540 w 359335"/>
                  <a:gd name="connsiteY9" fmla="*/ 277178 h 317182"/>
                  <a:gd name="connsiteX10" fmla="*/ 74538 w 359335"/>
                  <a:gd name="connsiteY10" fmla="*/ 297180 h 317182"/>
                  <a:gd name="connsiteX11" fmla="*/ 94540 w 359335"/>
                  <a:gd name="connsiteY11" fmla="*/ 317183 h 317182"/>
                  <a:gd name="connsiteX12" fmla="*/ 311710 w 359335"/>
                  <a:gd name="connsiteY12" fmla="*/ 317183 h 317182"/>
                  <a:gd name="connsiteX13" fmla="*/ 359335 w 359335"/>
                  <a:gd name="connsiteY13" fmla="*/ 269558 h 317182"/>
                  <a:gd name="connsiteX14" fmla="*/ 359335 w 359335"/>
                  <a:gd name="connsiteY14" fmla="*/ 212408 h 317182"/>
                  <a:gd name="connsiteX15" fmla="*/ 144070 w 359335"/>
                  <a:gd name="connsiteY15" fmla="*/ 0 h 31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9335" h="317182">
                    <a:moveTo>
                      <a:pt x="144070" y="0"/>
                    </a:moveTo>
                    <a:cubicBezTo>
                      <a:pt x="94540" y="0"/>
                      <a:pt x="45963" y="17145"/>
                      <a:pt x="7863" y="47625"/>
                    </a:cubicBezTo>
                    <a:cubicBezTo>
                      <a:pt x="4053" y="50482"/>
                      <a:pt x="1195" y="55245"/>
                      <a:pt x="243" y="60960"/>
                    </a:cubicBezTo>
                    <a:cubicBezTo>
                      <a:pt x="-710" y="65723"/>
                      <a:pt x="1195" y="71438"/>
                      <a:pt x="5005" y="75248"/>
                    </a:cubicBezTo>
                    <a:cubicBezTo>
                      <a:pt x="11673" y="83820"/>
                      <a:pt x="24055" y="84773"/>
                      <a:pt x="32628" y="78105"/>
                    </a:cubicBezTo>
                    <a:cubicBezTo>
                      <a:pt x="64060" y="52388"/>
                      <a:pt x="103113" y="39052"/>
                      <a:pt x="144070" y="39052"/>
                    </a:cubicBezTo>
                    <a:cubicBezTo>
                      <a:pt x="241225" y="39052"/>
                      <a:pt x="319330" y="117158"/>
                      <a:pt x="319330" y="212408"/>
                    </a:cubicBezTo>
                    <a:lnTo>
                      <a:pt x="319330" y="269558"/>
                    </a:lnTo>
                    <a:cubicBezTo>
                      <a:pt x="319330" y="274320"/>
                      <a:pt x="315520" y="277178"/>
                      <a:pt x="310758" y="277178"/>
                    </a:cubicBezTo>
                    <a:lnTo>
                      <a:pt x="94540" y="277178"/>
                    </a:lnTo>
                    <a:cubicBezTo>
                      <a:pt x="84063" y="277178"/>
                      <a:pt x="74538" y="285750"/>
                      <a:pt x="74538" y="297180"/>
                    </a:cubicBezTo>
                    <a:cubicBezTo>
                      <a:pt x="74538" y="308610"/>
                      <a:pt x="83110" y="317183"/>
                      <a:pt x="94540" y="317183"/>
                    </a:cubicBezTo>
                    <a:lnTo>
                      <a:pt x="311710" y="317183"/>
                    </a:lnTo>
                    <a:cubicBezTo>
                      <a:pt x="338380" y="317183"/>
                      <a:pt x="359335" y="296228"/>
                      <a:pt x="359335" y="269558"/>
                    </a:cubicBezTo>
                    <a:lnTo>
                      <a:pt x="359335" y="212408"/>
                    </a:lnTo>
                    <a:cubicBezTo>
                      <a:pt x="359335" y="95250"/>
                      <a:pt x="263133" y="0"/>
                      <a:pt x="144070" y="0"/>
                    </a:cubicBezTo>
                    <a:close/>
                  </a:path>
                </a:pathLst>
              </a:custGeom>
              <a:solidFill>
                <a:srgbClr val="000000"/>
              </a:solid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FCC10A30-8E05-C977-5E71-BE8D40BCC761}"/>
                  </a:ext>
                </a:extLst>
              </p:cNvPr>
              <p:cNvSpPr/>
              <p:nvPr/>
            </p:nvSpPr>
            <p:spPr>
              <a:xfrm>
                <a:off x="9592045" y="7611523"/>
                <a:ext cx="254317" cy="251459"/>
              </a:xfrm>
              <a:custGeom>
                <a:avLst/>
                <a:gdLst>
                  <a:gd name="connsiteX0" fmla="*/ 126682 w 254317"/>
                  <a:gd name="connsiteY0" fmla="*/ 251460 h 251459"/>
                  <a:gd name="connsiteX1" fmla="*/ 254317 w 254317"/>
                  <a:gd name="connsiteY1" fmla="*/ 125730 h 251459"/>
                  <a:gd name="connsiteX2" fmla="*/ 126682 w 254317"/>
                  <a:gd name="connsiteY2" fmla="*/ 0 h 251459"/>
                  <a:gd name="connsiteX3" fmla="*/ 0 w 254317"/>
                  <a:gd name="connsiteY3" fmla="*/ 125730 h 251459"/>
                  <a:gd name="connsiteX4" fmla="*/ 126682 w 254317"/>
                  <a:gd name="connsiteY4" fmla="*/ 251460 h 251459"/>
                  <a:gd name="connsiteX5" fmla="*/ 39052 w 254317"/>
                  <a:gd name="connsiteY5" fmla="*/ 125730 h 251459"/>
                  <a:gd name="connsiteX6" fmla="*/ 126682 w 254317"/>
                  <a:gd name="connsiteY6" fmla="*/ 39053 h 251459"/>
                  <a:gd name="connsiteX7" fmla="*/ 214313 w 254317"/>
                  <a:gd name="connsiteY7" fmla="*/ 125730 h 251459"/>
                  <a:gd name="connsiteX8" fmla="*/ 126682 w 254317"/>
                  <a:gd name="connsiteY8" fmla="*/ 212408 h 251459"/>
                  <a:gd name="connsiteX9" fmla="*/ 39052 w 254317"/>
                  <a:gd name="connsiteY9" fmla="*/ 125730 h 25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317" h="251459">
                    <a:moveTo>
                      <a:pt x="126682" y="251460"/>
                    </a:moveTo>
                    <a:cubicBezTo>
                      <a:pt x="197167" y="251460"/>
                      <a:pt x="254317" y="195263"/>
                      <a:pt x="254317" y="125730"/>
                    </a:cubicBezTo>
                    <a:cubicBezTo>
                      <a:pt x="254317" y="56197"/>
                      <a:pt x="197167" y="0"/>
                      <a:pt x="126682" y="0"/>
                    </a:cubicBezTo>
                    <a:cubicBezTo>
                      <a:pt x="56197" y="0"/>
                      <a:pt x="0" y="56197"/>
                      <a:pt x="0" y="125730"/>
                    </a:cubicBezTo>
                    <a:cubicBezTo>
                      <a:pt x="0" y="195263"/>
                      <a:pt x="57150" y="251460"/>
                      <a:pt x="126682" y="251460"/>
                    </a:cubicBezTo>
                    <a:close/>
                    <a:moveTo>
                      <a:pt x="39052" y="125730"/>
                    </a:moveTo>
                    <a:cubicBezTo>
                      <a:pt x="39052" y="78105"/>
                      <a:pt x="78105" y="39053"/>
                      <a:pt x="126682" y="39053"/>
                    </a:cubicBezTo>
                    <a:cubicBezTo>
                      <a:pt x="175260" y="39053"/>
                      <a:pt x="214313" y="78105"/>
                      <a:pt x="214313" y="125730"/>
                    </a:cubicBezTo>
                    <a:cubicBezTo>
                      <a:pt x="214313" y="173355"/>
                      <a:pt x="175260" y="212408"/>
                      <a:pt x="126682" y="212408"/>
                    </a:cubicBezTo>
                    <a:cubicBezTo>
                      <a:pt x="78105" y="212408"/>
                      <a:pt x="39052" y="173355"/>
                      <a:pt x="39052" y="125730"/>
                    </a:cubicBezTo>
                    <a:close/>
                  </a:path>
                </a:pathLst>
              </a:custGeom>
              <a:solidFill>
                <a:srgbClr val="000000"/>
              </a:solidFill>
              <a:ln w="9525" cap="flat">
                <a:noFill/>
                <a:prstDash val="solid"/>
                <a:miter/>
              </a:ln>
            </p:spPr>
            <p:txBody>
              <a:bodyPr rtlCol="0" anchor="ctr"/>
              <a:lstStyle/>
              <a:p>
                <a:endParaRPr lang="en-US"/>
              </a:p>
            </p:txBody>
          </p:sp>
        </p:grpSp>
        <p:grpSp>
          <p:nvGrpSpPr>
            <p:cNvPr id="28" name="Graphic 6">
              <a:extLst>
                <a:ext uri="{FF2B5EF4-FFF2-40B4-BE49-F238E27FC236}">
                  <a16:creationId xmlns:a16="http://schemas.microsoft.com/office/drawing/2014/main" id="{F7BB8A40-C118-4F17-8034-85609C56FBDC}"/>
                </a:ext>
              </a:extLst>
            </p:cNvPr>
            <p:cNvGrpSpPr/>
            <p:nvPr/>
          </p:nvGrpSpPr>
          <p:grpSpPr>
            <a:xfrm>
              <a:off x="9099602" y="7502938"/>
              <a:ext cx="588645" cy="767714"/>
              <a:chOff x="9099602" y="7502938"/>
              <a:chExt cx="588645" cy="767714"/>
            </a:xfrm>
            <a:solidFill>
              <a:srgbClr val="7A003C"/>
            </a:solidFill>
          </p:grpSpPr>
          <p:sp>
            <p:nvSpPr>
              <p:cNvPr id="29" name="Freeform 28">
                <a:extLst>
                  <a:ext uri="{FF2B5EF4-FFF2-40B4-BE49-F238E27FC236}">
                    <a16:creationId xmlns:a16="http://schemas.microsoft.com/office/drawing/2014/main" id="{04F238B4-AF73-1E5C-AE39-FF4730FD9E1B}"/>
                  </a:ext>
                </a:extLst>
              </p:cNvPr>
              <p:cNvSpPr/>
              <p:nvPr/>
            </p:nvSpPr>
            <p:spPr>
              <a:xfrm>
                <a:off x="9099602" y="7840123"/>
                <a:ext cx="588645" cy="430529"/>
              </a:xfrm>
              <a:custGeom>
                <a:avLst/>
                <a:gdLst>
                  <a:gd name="connsiteX0" fmla="*/ 294323 w 588645"/>
                  <a:gd name="connsiteY0" fmla="*/ 0 h 430529"/>
                  <a:gd name="connsiteX1" fmla="*/ 0 w 588645"/>
                  <a:gd name="connsiteY1" fmla="*/ 291465 h 430529"/>
                  <a:gd name="connsiteX2" fmla="*/ 0 w 588645"/>
                  <a:gd name="connsiteY2" fmla="*/ 371475 h 430529"/>
                  <a:gd name="connsiteX3" fmla="*/ 59055 w 588645"/>
                  <a:gd name="connsiteY3" fmla="*/ 430530 h 430529"/>
                  <a:gd name="connsiteX4" fmla="*/ 529590 w 588645"/>
                  <a:gd name="connsiteY4" fmla="*/ 430530 h 430529"/>
                  <a:gd name="connsiteX5" fmla="*/ 588645 w 588645"/>
                  <a:gd name="connsiteY5" fmla="*/ 371475 h 430529"/>
                  <a:gd name="connsiteX6" fmla="*/ 588645 w 588645"/>
                  <a:gd name="connsiteY6" fmla="*/ 291465 h 430529"/>
                  <a:gd name="connsiteX7" fmla="*/ 294323 w 588645"/>
                  <a:gd name="connsiteY7" fmla="*/ 0 h 430529"/>
                  <a:gd name="connsiteX8" fmla="*/ 549593 w 588645"/>
                  <a:gd name="connsiteY8" fmla="*/ 291465 h 430529"/>
                  <a:gd name="connsiteX9" fmla="*/ 549593 w 588645"/>
                  <a:gd name="connsiteY9" fmla="*/ 371475 h 430529"/>
                  <a:gd name="connsiteX10" fmla="*/ 529590 w 588645"/>
                  <a:gd name="connsiteY10" fmla="*/ 390525 h 430529"/>
                  <a:gd name="connsiteX11" fmla="*/ 59055 w 588645"/>
                  <a:gd name="connsiteY11" fmla="*/ 390525 h 430529"/>
                  <a:gd name="connsiteX12" fmla="*/ 39053 w 588645"/>
                  <a:gd name="connsiteY12" fmla="*/ 371475 h 430529"/>
                  <a:gd name="connsiteX13" fmla="*/ 39053 w 588645"/>
                  <a:gd name="connsiteY13" fmla="*/ 291465 h 430529"/>
                  <a:gd name="connsiteX14" fmla="*/ 294323 w 588645"/>
                  <a:gd name="connsiteY14" fmla="*/ 39052 h 430529"/>
                  <a:gd name="connsiteX15" fmla="*/ 474345 w 588645"/>
                  <a:gd name="connsiteY15" fmla="*/ 113348 h 430529"/>
                  <a:gd name="connsiteX16" fmla="*/ 549593 w 588645"/>
                  <a:gd name="connsiteY16" fmla="*/ 291465 h 430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8645" h="430529">
                    <a:moveTo>
                      <a:pt x="294323" y="0"/>
                    </a:moveTo>
                    <a:cubicBezTo>
                      <a:pt x="131445" y="0"/>
                      <a:pt x="0" y="130492"/>
                      <a:pt x="0" y="291465"/>
                    </a:cubicBezTo>
                    <a:lnTo>
                      <a:pt x="0" y="371475"/>
                    </a:lnTo>
                    <a:cubicBezTo>
                      <a:pt x="0" y="403860"/>
                      <a:pt x="26670" y="430530"/>
                      <a:pt x="59055" y="430530"/>
                    </a:cubicBezTo>
                    <a:lnTo>
                      <a:pt x="529590" y="430530"/>
                    </a:lnTo>
                    <a:cubicBezTo>
                      <a:pt x="561975" y="430530"/>
                      <a:pt x="588645" y="403860"/>
                      <a:pt x="588645" y="371475"/>
                    </a:cubicBezTo>
                    <a:lnTo>
                      <a:pt x="588645" y="291465"/>
                    </a:lnTo>
                    <a:cubicBezTo>
                      <a:pt x="588645" y="130492"/>
                      <a:pt x="457200" y="0"/>
                      <a:pt x="294323" y="0"/>
                    </a:cubicBezTo>
                    <a:close/>
                    <a:moveTo>
                      <a:pt x="549593" y="291465"/>
                    </a:moveTo>
                    <a:lnTo>
                      <a:pt x="549593" y="371475"/>
                    </a:lnTo>
                    <a:cubicBezTo>
                      <a:pt x="549593" y="381953"/>
                      <a:pt x="541020" y="390525"/>
                      <a:pt x="529590" y="390525"/>
                    </a:cubicBezTo>
                    <a:lnTo>
                      <a:pt x="59055" y="390525"/>
                    </a:lnTo>
                    <a:cubicBezTo>
                      <a:pt x="48578" y="390525"/>
                      <a:pt x="39053" y="381953"/>
                      <a:pt x="39053" y="371475"/>
                    </a:cubicBezTo>
                    <a:lnTo>
                      <a:pt x="39053" y="291465"/>
                    </a:lnTo>
                    <a:cubicBezTo>
                      <a:pt x="39053" y="152400"/>
                      <a:pt x="153353" y="39052"/>
                      <a:pt x="294323" y="39052"/>
                    </a:cubicBezTo>
                    <a:cubicBezTo>
                      <a:pt x="361950" y="39052"/>
                      <a:pt x="426720" y="65722"/>
                      <a:pt x="474345" y="113348"/>
                    </a:cubicBezTo>
                    <a:cubicBezTo>
                      <a:pt x="522923" y="160973"/>
                      <a:pt x="549593" y="224790"/>
                      <a:pt x="549593" y="291465"/>
                    </a:cubicBezTo>
                    <a:close/>
                  </a:path>
                </a:pathLst>
              </a:custGeom>
              <a:solidFill>
                <a:srgbClr val="7A003C"/>
              </a:solidFill>
              <a:ln w="952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F2CCE94F-F1A6-C988-FBCE-9C3D27F34B9A}"/>
                  </a:ext>
                </a:extLst>
              </p:cNvPr>
              <p:cNvSpPr/>
              <p:nvPr/>
            </p:nvSpPr>
            <p:spPr>
              <a:xfrm>
                <a:off x="9225332" y="7502938"/>
                <a:ext cx="325755" cy="321944"/>
              </a:xfrm>
              <a:custGeom>
                <a:avLst/>
                <a:gdLst>
                  <a:gd name="connsiteX0" fmla="*/ 162878 w 325755"/>
                  <a:gd name="connsiteY0" fmla="*/ 321945 h 321944"/>
                  <a:gd name="connsiteX1" fmla="*/ 325755 w 325755"/>
                  <a:gd name="connsiteY1" fmla="*/ 160973 h 321944"/>
                  <a:gd name="connsiteX2" fmla="*/ 162878 w 325755"/>
                  <a:gd name="connsiteY2" fmla="*/ 0 h 321944"/>
                  <a:gd name="connsiteX3" fmla="*/ 0 w 325755"/>
                  <a:gd name="connsiteY3" fmla="*/ 160973 h 321944"/>
                  <a:gd name="connsiteX4" fmla="*/ 162878 w 325755"/>
                  <a:gd name="connsiteY4" fmla="*/ 321945 h 321944"/>
                  <a:gd name="connsiteX5" fmla="*/ 39053 w 325755"/>
                  <a:gd name="connsiteY5" fmla="*/ 160973 h 321944"/>
                  <a:gd name="connsiteX6" fmla="*/ 161925 w 325755"/>
                  <a:gd name="connsiteY6" fmla="*/ 39053 h 321944"/>
                  <a:gd name="connsiteX7" fmla="*/ 284797 w 325755"/>
                  <a:gd name="connsiteY7" fmla="*/ 160973 h 321944"/>
                  <a:gd name="connsiteX8" fmla="*/ 161925 w 325755"/>
                  <a:gd name="connsiteY8" fmla="*/ 282893 h 321944"/>
                  <a:gd name="connsiteX9" fmla="*/ 39053 w 325755"/>
                  <a:gd name="connsiteY9" fmla="*/ 160973 h 32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5755" h="321944">
                    <a:moveTo>
                      <a:pt x="162878" y="321945"/>
                    </a:moveTo>
                    <a:cubicBezTo>
                      <a:pt x="252413" y="321945"/>
                      <a:pt x="325755" y="249555"/>
                      <a:pt x="325755" y="160973"/>
                    </a:cubicBezTo>
                    <a:cubicBezTo>
                      <a:pt x="325755" y="72390"/>
                      <a:pt x="252413" y="0"/>
                      <a:pt x="162878" y="0"/>
                    </a:cubicBezTo>
                    <a:cubicBezTo>
                      <a:pt x="73343" y="0"/>
                      <a:pt x="0" y="71438"/>
                      <a:pt x="0" y="160973"/>
                    </a:cubicBezTo>
                    <a:cubicBezTo>
                      <a:pt x="0" y="249555"/>
                      <a:pt x="72390" y="321945"/>
                      <a:pt x="162878" y="321945"/>
                    </a:cubicBezTo>
                    <a:close/>
                    <a:moveTo>
                      <a:pt x="39053" y="160973"/>
                    </a:moveTo>
                    <a:cubicBezTo>
                      <a:pt x="39053" y="94298"/>
                      <a:pt x="94298" y="39053"/>
                      <a:pt x="161925" y="39053"/>
                    </a:cubicBezTo>
                    <a:cubicBezTo>
                      <a:pt x="229553" y="39053"/>
                      <a:pt x="284797" y="93345"/>
                      <a:pt x="284797" y="160973"/>
                    </a:cubicBezTo>
                    <a:cubicBezTo>
                      <a:pt x="284797" y="227648"/>
                      <a:pt x="229553" y="282893"/>
                      <a:pt x="161925" y="282893"/>
                    </a:cubicBezTo>
                    <a:cubicBezTo>
                      <a:pt x="94298" y="282893"/>
                      <a:pt x="39053" y="227648"/>
                      <a:pt x="39053" y="160973"/>
                    </a:cubicBezTo>
                    <a:close/>
                  </a:path>
                </a:pathLst>
              </a:custGeom>
              <a:solidFill>
                <a:srgbClr val="7A003C"/>
              </a:solidFill>
              <a:ln w="9525" cap="flat">
                <a:noFill/>
                <a:prstDash val="solid"/>
                <a:miter/>
              </a:ln>
            </p:spPr>
            <p:txBody>
              <a:bodyPr rtlCol="0" anchor="ctr"/>
              <a:lstStyle/>
              <a:p>
                <a:endParaRPr lang="en-US"/>
              </a:p>
            </p:txBody>
          </p:sp>
        </p:grpSp>
      </p:grpSp>
      <p:grpSp>
        <p:nvGrpSpPr>
          <p:cNvPr id="22" name="Group 21">
            <a:extLst>
              <a:ext uri="{FF2B5EF4-FFF2-40B4-BE49-F238E27FC236}">
                <a16:creationId xmlns:a16="http://schemas.microsoft.com/office/drawing/2014/main" id="{087B8675-2F57-5A36-48F7-A2E031E0C74A}"/>
              </a:ext>
              <a:ext uri="{C183D7F6-B498-43B3-948B-1728B52AA6E4}">
                <adec:decorative xmlns:adec="http://schemas.microsoft.com/office/drawing/2017/decorative" val="1"/>
              </a:ext>
            </a:extLst>
          </p:cNvPr>
          <p:cNvGrpSpPr/>
          <p:nvPr userDrawn="1"/>
        </p:nvGrpSpPr>
        <p:grpSpPr>
          <a:xfrm>
            <a:off x="462150" y="4976718"/>
            <a:ext cx="369696" cy="329868"/>
            <a:chOff x="7508988" y="7469512"/>
            <a:chExt cx="977928" cy="872576"/>
          </a:xfrm>
        </p:grpSpPr>
        <p:sp>
          <p:nvSpPr>
            <p:cNvPr id="23" name="Freeform 22">
              <a:extLst>
                <a:ext uri="{FF2B5EF4-FFF2-40B4-BE49-F238E27FC236}">
                  <a16:creationId xmlns:a16="http://schemas.microsoft.com/office/drawing/2014/main" id="{B1E22B78-E447-FED9-C623-5A0F5BE3518D}"/>
                </a:ext>
              </a:extLst>
            </p:cNvPr>
            <p:cNvSpPr/>
            <p:nvPr/>
          </p:nvSpPr>
          <p:spPr>
            <a:xfrm>
              <a:off x="7872822" y="7754396"/>
              <a:ext cx="251459" cy="251460"/>
            </a:xfrm>
            <a:custGeom>
              <a:avLst/>
              <a:gdLst>
                <a:gd name="connsiteX0" fmla="*/ 217170 w 251459"/>
                <a:gd name="connsiteY0" fmla="*/ 91440 h 251460"/>
                <a:gd name="connsiteX1" fmla="*/ 160020 w 251459"/>
                <a:gd name="connsiteY1" fmla="*/ 91440 h 251460"/>
                <a:gd name="connsiteX2" fmla="*/ 160020 w 251459"/>
                <a:gd name="connsiteY2" fmla="*/ 34290 h 251460"/>
                <a:gd name="connsiteX3" fmla="*/ 125730 w 251459"/>
                <a:gd name="connsiteY3" fmla="*/ 0 h 251460"/>
                <a:gd name="connsiteX4" fmla="*/ 91440 w 251459"/>
                <a:gd name="connsiteY4" fmla="*/ 34290 h 251460"/>
                <a:gd name="connsiteX5" fmla="*/ 91440 w 251459"/>
                <a:gd name="connsiteY5" fmla="*/ 91440 h 251460"/>
                <a:gd name="connsiteX6" fmla="*/ 34290 w 251459"/>
                <a:gd name="connsiteY6" fmla="*/ 91440 h 251460"/>
                <a:gd name="connsiteX7" fmla="*/ 0 w 251459"/>
                <a:gd name="connsiteY7" fmla="*/ 125730 h 251460"/>
                <a:gd name="connsiteX8" fmla="*/ 34290 w 251459"/>
                <a:gd name="connsiteY8" fmla="*/ 160020 h 251460"/>
                <a:gd name="connsiteX9" fmla="*/ 91440 w 251459"/>
                <a:gd name="connsiteY9" fmla="*/ 160020 h 251460"/>
                <a:gd name="connsiteX10" fmla="*/ 91440 w 251459"/>
                <a:gd name="connsiteY10" fmla="*/ 217170 h 251460"/>
                <a:gd name="connsiteX11" fmla="*/ 125730 w 251459"/>
                <a:gd name="connsiteY11" fmla="*/ 251460 h 251460"/>
                <a:gd name="connsiteX12" fmla="*/ 160020 w 251459"/>
                <a:gd name="connsiteY12" fmla="*/ 217170 h 251460"/>
                <a:gd name="connsiteX13" fmla="*/ 160020 w 251459"/>
                <a:gd name="connsiteY13" fmla="*/ 160020 h 251460"/>
                <a:gd name="connsiteX14" fmla="*/ 217170 w 251459"/>
                <a:gd name="connsiteY14" fmla="*/ 160020 h 251460"/>
                <a:gd name="connsiteX15" fmla="*/ 251460 w 251459"/>
                <a:gd name="connsiteY15" fmla="*/ 125730 h 251460"/>
                <a:gd name="connsiteX16" fmla="*/ 217170 w 251459"/>
                <a:gd name="connsiteY16" fmla="*/ 91440 h 25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1459" h="251460">
                  <a:moveTo>
                    <a:pt x="217170" y="91440"/>
                  </a:moveTo>
                  <a:lnTo>
                    <a:pt x="160020" y="91440"/>
                  </a:lnTo>
                  <a:lnTo>
                    <a:pt x="160020" y="34290"/>
                  </a:lnTo>
                  <a:cubicBezTo>
                    <a:pt x="160020" y="15240"/>
                    <a:pt x="144780" y="0"/>
                    <a:pt x="125730" y="0"/>
                  </a:cubicBezTo>
                  <a:cubicBezTo>
                    <a:pt x="106680" y="0"/>
                    <a:pt x="91440" y="15240"/>
                    <a:pt x="91440" y="34290"/>
                  </a:cubicBezTo>
                  <a:lnTo>
                    <a:pt x="91440" y="91440"/>
                  </a:lnTo>
                  <a:lnTo>
                    <a:pt x="34290" y="91440"/>
                  </a:lnTo>
                  <a:cubicBezTo>
                    <a:pt x="15240" y="91440"/>
                    <a:pt x="0" y="106680"/>
                    <a:pt x="0" y="125730"/>
                  </a:cubicBezTo>
                  <a:cubicBezTo>
                    <a:pt x="0" y="144780"/>
                    <a:pt x="15240" y="160020"/>
                    <a:pt x="34290" y="160020"/>
                  </a:cubicBezTo>
                  <a:lnTo>
                    <a:pt x="91440" y="160020"/>
                  </a:lnTo>
                  <a:lnTo>
                    <a:pt x="91440" y="217170"/>
                  </a:lnTo>
                  <a:cubicBezTo>
                    <a:pt x="91440" y="236220"/>
                    <a:pt x="106680" y="251460"/>
                    <a:pt x="125730" y="251460"/>
                  </a:cubicBezTo>
                  <a:cubicBezTo>
                    <a:pt x="144780" y="251460"/>
                    <a:pt x="160020" y="236220"/>
                    <a:pt x="160020" y="217170"/>
                  </a:cubicBezTo>
                  <a:lnTo>
                    <a:pt x="160020" y="160020"/>
                  </a:lnTo>
                  <a:lnTo>
                    <a:pt x="217170" y="160020"/>
                  </a:lnTo>
                  <a:cubicBezTo>
                    <a:pt x="236220" y="160020"/>
                    <a:pt x="251460" y="144780"/>
                    <a:pt x="251460" y="125730"/>
                  </a:cubicBezTo>
                  <a:cubicBezTo>
                    <a:pt x="251460" y="106680"/>
                    <a:pt x="236220" y="91440"/>
                    <a:pt x="217170" y="91440"/>
                  </a:cubicBezTo>
                  <a:close/>
                </a:path>
              </a:pathLst>
            </a:custGeom>
            <a:solidFill>
              <a:srgbClr val="7A003C"/>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83B33A4A-3E07-33B6-1AB6-081EDDA22781}"/>
                </a:ext>
              </a:extLst>
            </p:cNvPr>
            <p:cNvSpPr/>
            <p:nvPr/>
          </p:nvSpPr>
          <p:spPr>
            <a:xfrm>
              <a:off x="7508988" y="7469512"/>
              <a:ext cx="977928" cy="872576"/>
            </a:xfrm>
            <a:custGeom>
              <a:avLst/>
              <a:gdLst>
                <a:gd name="connsiteX0" fmla="*/ 489564 w 977928"/>
                <a:gd name="connsiteY0" fmla="*/ 872577 h 872576"/>
                <a:gd name="connsiteX1" fmla="*/ 467656 w 977928"/>
                <a:gd name="connsiteY1" fmla="*/ 863052 h 872576"/>
                <a:gd name="connsiteX2" fmla="*/ 87609 w 977928"/>
                <a:gd name="connsiteY2" fmla="*/ 483957 h 872576"/>
                <a:gd name="connsiteX3" fmla="*/ 59034 w 977928"/>
                <a:gd name="connsiteY3" fmla="*/ 102004 h 872576"/>
                <a:gd name="connsiteX4" fmla="*/ 260964 w 977928"/>
                <a:gd name="connsiteY4" fmla="*/ 87 h 872576"/>
                <a:gd name="connsiteX5" fmla="*/ 273346 w 977928"/>
                <a:gd name="connsiteY5" fmla="*/ 87 h 872576"/>
                <a:gd name="connsiteX6" fmla="*/ 470514 w 977928"/>
                <a:gd name="connsiteY6" fmla="*/ 82002 h 872576"/>
                <a:gd name="connsiteX7" fmla="*/ 506709 w 977928"/>
                <a:gd name="connsiteY7" fmla="*/ 82002 h 872576"/>
                <a:gd name="connsiteX8" fmla="*/ 716259 w 977928"/>
                <a:gd name="connsiteY8" fmla="*/ 87 h 872576"/>
                <a:gd name="connsiteX9" fmla="*/ 918189 w 977928"/>
                <a:gd name="connsiteY9" fmla="*/ 102004 h 872576"/>
                <a:gd name="connsiteX10" fmla="*/ 889614 w 977928"/>
                <a:gd name="connsiteY10" fmla="*/ 483957 h 872576"/>
                <a:gd name="connsiteX11" fmla="*/ 509566 w 977928"/>
                <a:gd name="connsiteY11" fmla="*/ 864004 h 872576"/>
                <a:gd name="connsiteX12" fmla="*/ 489564 w 977928"/>
                <a:gd name="connsiteY12" fmla="*/ 872577 h 872576"/>
                <a:gd name="connsiteX13" fmla="*/ 261916 w 977928"/>
                <a:gd name="connsiteY13" fmla="*/ 33424 h 872576"/>
                <a:gd name="connsiteX14" fmla="*/ 84751 w 977928"/>
                <a:gd name="connsiteY14" fmla="*/ 122959 h 872576"/>
                <a:gd name="connsiteX15" fmla="*/ 111421 w 977928"/>
                <a:gd name="connsiteY15" fmla="*/ 460144 h 872576"/>
                <a:gd name="connsiteX16" fmla="*/ 489564 w 977928"/>
                <a:gd name="connsiteY16" fmla="*/ 838287 h 872576"/>
                <a:gd name="connsiteX17" fmla="*/ 867706 w 977928"/>
                <a:gd name="connsiteY17" fmla="*/ 460144 h 872576"/>
                <a:gd name="connsiteX18" fmla="*/ 893424 w 977928"/>
                <a:gd name="connsiteY18" fmla="*/ 122959 h 872576"/>
                <a:gd name="connsiteX19" fmla="*/ 715306 w 977928"/>
                <a:gd name="connsiteY19" fmla="*/ 33424 h 872576"/>
                <a:gd name="connsiteX20" fmla="*/ 530521 w 977928"/>
                <a:gd name="connsiteY20" fmla="*/ 104862 h 872576"/>
                <a:gd name="connsiteX21" fmla="*/ 446701 w 977928"/>
                <a:gd name="connsiteY21" fmla="*/ 104862 h 872576"/>
                <a:gd name="connsiteX22" fmla="*/ 273346 w 977928"/>
                <a:gd name="connsiteY22" fmla="*/ 33424 h 872576"/>
                <a:gd name="connsiteX23" fmla="*/ 261916 w 977928"/>
                <a:gd name="connsiteY23" fmla="*/ 33424 h 872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77928" h="872576">
                  <a:moveTo>
                    <a:pt x="489564" y="872577"/>
                  </a:moveTo>
                  <a:cubicBezTo>
                    <a:pt x="481944" y="872577"/>
                    <a:pt x="474324" y="869719"/>
                    <a:pt x="467656" y="863052"/>
                  </a:cubicBezTo>
                  <a:lnTo>
                    <a:pt x="87609" y="483957"/>
                  </a:lnTo>
                  <a:cubicBezTo>
                    <a:pt x="-17166" y="379182"/>
                    <a:pt x="-29549" y="210589"/>
                    <a:pt x="59034" y="102004"/>
                  </a:cubicBezTo>
                  <a:cubicBezTo>
                    <a:pt x="110469" y="40092"/>
                    <a:pt x="182859" y="3897"/>
                    <a:pt x="260964" y="87"/>
                  </a:cubicBezTo>
                  <a:lnTo>
                    <a:pt x="273346" y="87"/>
                  </a:lnTo>
                  <a:cubicBezTo>
                    <a:pt x="346689" y="87"/>
                    <a:pt x="418126" y="29614"/>
                    <a:pt x="470514" y="82002"/>
                  </a:cubicBezTo>
                  <a:cubicBezTo>
                    <a:pt x="480991" y="92479"/>
                    <a:pt x="497184" y="92479"/>
                    <a:pt x="506709" y="82002"/>
                  </a:cubicBezTo>
                  <a:cubicBezTo>
                    <a:pt x="561001" y="27709"/>
                    <a:pt x="637201" y="-1818"/>
                    <a:pt x="716259" y="87"/>
                  </a:cubicBezTo>
                  <a:cubicBezTo>
                    <a:pt x="795316" y="3897"/>
                    <a:pt x="866754" y="40092"/>
                    <a:pt x="918189" y="102004"/>
                  </a:cubicBezTo>
                  <a:cubicBezTo>
                    <a:pt x="1007724" y="211542"/>
                    <a:pt x="995341" y="379182"/>
                    <a:pt x="889614" y="483957"/>
                  </a:cubicBezTo>
                  <a:lnTo>
                    <a:pt x="509566" y="864004"/>
                  </a:lnTo>
                  <a:cubicBezTo>
                    <a:pt x="504804" y="869719"/>
                    <a:pt x="497184" y="872577"/>
                    <a:pt x="489564" y="872577"/>
                  </a:cubicBezTo>
                  <a:close/>
                  <a:moveTo>
                    <a:pt x="261916" y="33424"/>
                  </a:moveTo>
                  <a:cubicBezTo>
                    <a:pt x="193336" y="36282"/>
                    <a:pt x="130471" y="68667"/>
                    <a:pt x="84751" y="122959"/>
                  </a:cubicBezTo>
                  <a:cubicBezTo>
                    <a:pt x="6646" y="219162"/>
                    <a:pt x="18076" y="366799"/>
                    <a:pt x="111421" y="460144"/>
                  </a:cubicBezTo>
                  <a:lnTo>
                    <a:pt x="489564" y="838287"/>
                  </a:lnTo>
                  <a:lnTo>
                    <a:pt x="867706" y="460144"/>
                  </a:lnTo>
                  <a:cubicBezTo>
                    <a:pt x="961051" y="366799"/>
                    <a:pt x="972481" y="219162"/>
                    <a:pt x="893424" y="122959"/>
                  </a:cubicBezTo>
                  <a:cubicBezTo>
                    <a:pt x="847704" y="68667"/>
                    <a:pt x="784839" y="37234"/>
                    <a:pt x="715306" y="33424"/>
                  </a:cubicBezTo>
                  <a:cubicBezTo>
                    <a:pt x="645774" y="31519"/>
                    <a:pt x="579099" y="57237"/>
                    <a:pt x="530521" y="104862"/>
                  </a:cubicBezTo>
                  <a:cubicBezTo>
                    <a:pt x="507661" y="127722"/>
                    <a:pt x="469561" y="127722"/>
                    <a:pt x="446701" y="104862"/>
                  </a:cubicBezTo>
                  <a:cubicBezTo>
                    <a:pt x="400981" y="59142"/>
                    <a:pt x="338116" y="33424"/>
                    <a:pt x="273346" y="33424"/>
                  </a:cubicBezTo>
                  <a:lnTo>
                    <a:pt x="261916" y="33424"/>
                  </a:lnTo>
                  <a:close/>
                </a:path>
              </a:pathLst>
            </a:custGeom>
            <a:solidFill>
              <a:srgbClr val="000000"/>
            </a:solidFill>
            <a:ln w="9525" cap="flat">
              <a:noFill/>
              <a:prstDash val="solid"/>
              <a:miter/>
            </a:ln>
          </p:spPr>
          <p:txBody>
            <a:bodyPr rtlCol="0" anchor="ctr"/>
            <a:lstStyle/>
            <a:p>
              <a:endParaRPr lang="en-US"/>
            </a:p>
          </p:txBody>
        </p:sp>
      </p:grpSp>
      <p:grpSp>
        <p:nvGrpSpPr>
          <p:cNvPr id="35" name="Group 34">
            <a:extLst>
              <a:ext uri="{FF2B5EF4-FFF2-40B4-BE49-F238E27FC236}">
                <a16:creationId xmlns:a16="http://schemas.microsoft.com/office/drawing/2014/main" id="{ED99DB0E-AD7D-0E2F-7FC8-D7DF0F926589}"/>
              </a:ext>
              <a:ext uri="{C183D7F6-B498-43B3-948B-1728B52AA6E4}">
                <adec:decorative xmlns:adec="http://schemas.microsoft.com/office/drawing/2017/decorative" val="1"/>
              </a:ext>
            </a:extLst>
          </p:cNvPr>
          <p:cNvGrpSpPr/>
          <p:nvPr userDrawn="1"/>
        </p:nvGrpSpPr>
        <p:grpSpPr>
          <a:xfrm>
            <a:off x="460934" y="5481877"/>
            <a:ext cx="372129" cy="406285"/>
            <a:chOff x="9446584" y="5459814"/>
            <a:chExt cx="984365" cy="1074715"/>
          </a:xfrm>
        </p:grpSpPr>
        <p:grpSp>
          <p:nvGrpSpPr>
            <p:cNvPr id="36" name="Group 35">
              <a:extLst>
                <a:ext uri="{FF2B5EF4-FFF2-40B4-BE49-F238E27FC236}">
                  <a16:creationId xmlns:a16="http://schemas.microsoft.com/office/drawing/2014/main" id="{C5EFC542-1B63-21B3-C6FA-FE13A0BE624F}"/>
                </a:ext>
              </a:extLst>
            </p:cNvPr>
            <p:cNvGrpSpPr/>
            <p:nvPr/>
          </p:nvGrpSpPr>
          <p:grpSpPr>
            <a:xfrm>
              <a:off x="9596465" y="5459814"/>
              <a:ext cx="707252" cy="706415"/>
              <a:chOff x="9596465" y="5459814"/>
              <a:chExt cx="707252" cy="706415"/>
            </a:xfrm>
          </p:grpSpPr>
          <p:sp>
            <p:nvSpPr>
              <p:cNvPr id="40" name="Freeform 39">
                <a:extLst>
                  <a:ext uri="{FF2B5EF4-FFF2-40B4-BE49-F238E27FC236}">
                    <a16:creationId xmlns:a16="http://schemas.microsoft.com/office/drawing/2014/main" id="{6CB27E12-5684-511C-C261-C771642C1EC6}"/>
                  </a:ext>
                </a:extLst>
              </p:cNvPr>
              <p:cNvSpPr/>
              <p:nvPr/>
            </p:nvSpPr>
            <p:spPr>
              <a:xfrm>
                <a:off x="9596465" y="5459814"/>
                <a:ext cx="234484" cy="233485"/>
              </a:xfrm>
              <a:custGeom>
                <a:avLst/>
                <a:gdLst>
                  <a:gd name="connsiteX0" fmla="*/ 94536 w 234484"/>
                  <a:gd name="connsiteY0" fmla="*/ 233485 h 233485"/>
                  <a:gd name="connsiteX1" fmla="*/ 92862 w 234484"/>
                  <a:gd name="connsiteY1" fmla="*/ 233485 h 233485"/>
                  <a:gd name="connsiteX2" fmla="*/ 79469 w 234484"/>
                  <a:gd name="connsiteY2" fmla="*/ 225952 h 233485"/>
                  <a:gd name="connsiteX3" fmla="*/ 3298 w 234484"/>
                  <a:gd name="connsiteY3" fmla="*/ 118810 h 233485"/>
                  <a:gd name="connsiteX4" fmla="*/ 4972 w 234484"/>
                  <a:gd name="connsiteY4" fmla="*/ 96210 h 233485"/>
                  <a:gd name="connsiteX5" fmla="*/ 97047 w 234484"/>
                  <a:gd name="connsiteY5" fmla="*/ 4972 h 233485"/>
                  <a:gd name="connsiteX6" fmla="*/ 119647 w 234484"/>
                  <a:gd name="connsiteY6" fmla="*/ 3298 h 233485"/>
                  <a:gd name="connsiteX7" fmla="*/ 226789 w 234484"/>
                  <a:gd name="connsiteY7" fmla="*/ 79469 h 233485"/>
                  <a:gd name="connsiteX8" fmla="*/ 234322 w 234484"/>
                  <a:gd name="connsiteY8" fmla="*/ 92862 h 233485"/>
                  <a:gd name="connsiteX9" fmla="*/ 229300 w 234484"/>
                  <a:gd name="connsiteY9" fmla="*/ 107091 h 233485"/>
                  <a:gd name="connsiteX10" fmla="*/ 107091 w 234484"/>
                  <a:gd name="connsiteY10" fmla="*/ 228463 h 233485"/>
                  <a:gd name="connsiteX11" fmla="*/ 94536 w 234484"/>
                  <a:gd name="connsiteY11" fmla="*/ 233485 h 233485"/>
                  <a:gd name="connsiteX12" fmla="*/ 40965 w 234484"/>
                  <a:gd name="connsiteY12" fmla="*/ 110440 h 233485"/>
                  <a:gd name="connsiteX13" fmla="*/ 96210 w 234484"/>
                  <a:gd name="connsiteY13" fmla="*/ 187448 h 233485"/>
                  <a:gd name="connsiteX14" fmla="*/ 188285 w 234484"/>
                  <a:gd name="connsiteY14" fmla="*/ 95373 h 233485"/>
                  <a:gd name="connsiteX15" fmla="*/ 111277 w 234484"/>
                  <a:gd name="connsiteY15" fmla="*/ 40128 h 233485"/>
                  <a:gd name="connsiteX16" fmla="*/ 40965 w 234484"/>
                  <a:gd name="connsiteY16" fmla="*/ 110440 h 23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484" h="233485">
                    <a:moveTo>
                      <a:pt x="94536" y="233485"/>
                    </a:moveTo>
                    <a:cubicBezTo>
                      <a:pt x="93699" y="233485"/>
                      <a:pt x="93699" y="233485"/>
                      <a:pt x="92862" y="233485"/>
                    </a:cubicBezTo>
                    <a:cubicBezTo>
                      <a:pt x="87839" y="232648"/>
                      <a:pt x="82817" y="230137"/>
                      <a:pt x="79469" y="225952"/>
                    </a:cubicBezTo>
                    <a:lnTo>
                      <a:pt x="3298" y="118810"/>
                    </a:lnTo>
                    <a:cubicBezTo>
                      <a:pt x="-1725" y="112114"/>
                      <a:pt x="-888" y="102069"/>
                      <a:pt x="4972" y="96210"/>
                    </a:cubicBezTo>
                    <a:lnTo>
                      <a:pt x="97047" y="4972"/>
                    </a:lnTo>
                    <a:cubicBezTo>
                      <a:pt x="102906" y="-888"/>
                      <a:pt x="112951" y="-1725"/>
                      <a:pt x="119647" y="3298"/>
                    </a:cubicBezTo>
                    <a:lnTo>
                      <a:pt x="226789" y="79469"/>
                    </a:lnTo>
                    <a:cubicBezTo>
                      <a:pt x="230974" y="82817"/>
                      <a:pt x="233485" y="87002"/>
                      <a:pt x="234322" y="92862"/>
                    </a:cubicBezTo>
                    <a:cubicBezTo>
                      <a:pt x="235159" y="97884"/>
                      <a:pt x="232648" y="102906"/>
                      <a:pt x="229300" y="107091"/>
                    </a:cubicBezTo>
                    <a:lnTo>
                      <a:pt x="107091" y="228463"/>
                    </a:lnTo>
                    <a:cubicBezTo>
                      <a:pt x="103743" y="231811"/>
                      <a:pt x="98721" y="233485"/>
                      <a:pt x="94536" y="233485"/>
                    </a:cubicBezTo>
                    <a:close/>
                    <a:moveTo>
                      <a:pt x="40965" y="110440"/>
                    </a:moveTo>
                    <a:lnTo>
                      <a:pt x="96210" y="187448"/>
                    </a:lnTo>
                    <a:lnTo>
                      <a:pt x="188285" y="95373"/>
                    </a:lnTo>
                    <a:lnTo>
                      <a:pt x="111277" y="40128"/>
                    </a:lnTo>
                    <a:lnTo>
                      <a:pt x="40965" y="110440"/>
                    </a:lnTo>
                    <a:close/>
                  </a:path>
                </a:pathLst>
              </a:custGeom>
              <a:solidFill>
                <a:srgbClr val="7A003C"/>
              </a:solidFill>
              <a:ln w="837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5A9954E3-61AC-1DBA-18FD-24745B406B74}"/>
                  </a:ext>
                </a:extLst>
              </p:cNvPr>
              <p:cNvSpPr/>
              <p:nvPr/>
            </p:nvSpPr>
            <p:spPr>
              <a:xfrm>
                <a:off x="10085249" y="5947761"/>
                <a:ext cx="218468" cy="218468"/>
              </a:xfrm>
              <a:custGeom>
                <a:avLst/>
                <a:gdLst>
                  <a:gd name="connsiteX0" fmla="*/ 108816 w 218468"/>
                  <a:gd name="connsiteY0" fmla="*/ 218469 h 218468"/>
                  <a:gd name="connsiteX1" fmla="*/ 96260 w 218468"/>
                  <a:gd name="connsiteY1" fmla="*/ 213447 h 218468"/>
                  <a:gd name="connsiteX2" fmla="*/ 5022 w 218468"/>
                  <a:gd name="connsiteY2" fmla="*/ 121372 h 218468"/>
                  <a:gd name="connsiteX3" fmla="*/ 0 w 218468"/>
                  <a:gd name="connsiteY3" fmla="*/ 108816 h 218468"/>
                  <a:gd name="connsiteX4" fmla="*/ 5022 w 218468"/>
                  <a:gd name="connsiteY4" fmla="*/ 96260 h 218468"/>
                  <a:gd name="connsiteX5" fmla="*/ 96260 w 218468"/>
                  <a:gd name="connsiteY5" fmla="*/ 5022 h 218468"/>
                  <a:gd name="connsiteX6" fmla="*/ 121372 w 218468"/>
                  <a:gd name="connsiteY6" fmla="*/ 5022 h 218468"/>
                  <a:gd name="connsiteX7" fmla="*/ 213447 w 218468"/>
                  <a:gd name="connsiteY7" fmla="*/ 96260 h 218468"/>
                  <a:gd name="connsiteX8" fmla="*/ 218469 w 218468"/>
                  <a:gd name="connsiteY8" fmla="*/ 108816 h 218468"/>
                  <a:gd name="connsiteX9" fmla="*/ 213447 w 218468"/>
                  <a:gd name="connsiteY9" fmla="*/ 121372 h 218468"/>
                  <a:gd name="connsiteX10" fmla="*/ 121372 w 218468"/>
                  <a:gd name="connsiteY10" fmla="*/ 213447 h 218468"/>
                  <a:gd name="connsiteX11" fmla="*/ 108816 w 218468"/>
                  <a:gd name="connsiteY11" fmla="*/ 218469 h 218468"/>
                  <a:gd name="connsiteX12" fmla="*/ 42689 w 218468"/>
                  <a:gd name="connsiteY12" fmla="*/ 108816 h 218468"/>
                  <a:gd name="connsiteX13" fmla="*/ 108816 w 218468"/>
                  <a:gd name="connsiteY13" fmla="*/ 174942 h 218468"/>
                  <a:gd name="connsiteX14" fmla="*/ 174943 w 218468"/>
                  <a:gd name="connsiteY14" fmla="*/ 108816 h 218468"/>
                  <a:gd name="connsiteX15" fmla="*/ 108816 w 218468"/>
                  <a:gd name="connsiteY15" fmla="*/ 42689 h 218468"/>
                  <a:gd name="connsiteX16" fmla="*/ 42689 w 218468"/>
                  <a:gd name="connsiteY16" fmla="*/ 108816 h 21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468" h="218468">
                    <a:moveTo>
                      <a:pt x="108816" y="218469"/>
                    </a:moveTo>
                    <a:cubicBezTo>
                      <a:pt x="104631" y="218469"/>
                      <a:pt x="99608" y="216795"/>
                      <a:pt x="96260" y="213447"/>
                    </a:cubicBezTo>
                    <a:lnTo>
                      <a:pt x="5022" y="121372"/>
                    </a:lnTo>
                    <a:cubicBezTo>
                      <a:pt x="1674" y="118023"/>
                      <a:pt x="0" y="113838"/>
                      <a:pt x="0" y="108816"/>
                    </a:cubicBezTo>
                    <a:cubicBezTo>
                      <a:pt x="0" y="103794"/>
                      <a:pt x="1674" y="99608"/>
                      <a:pt x="5022" y="96260"/>
                    </a:cubicBezTo>
                    <a:lnTo>
                      <a:pt x="96260" y="5022"/>
                    </a:lnTo>
                    <a:cubicBezTo>
                      <a:pt x="102957" y="-1674"/>
                      <a:pt x="114675" y="-1674"/>
                      <a:pt x="121372" y="5022"/>
                    </a:cubicBezTo>
                    <a:lnTo>
                      <a:pt x="213447" y="96260"/>
                    </a:lnTo>
                    <a:cubicBezTo>
                      <a:pt x="216795" y="99608"/>
                      <a:pt x="218469" y="103794"/>
                      <a:pt x="218469" y="108816"/>
                    </a:cubicBezTo>
                    <a:cubicBezTo>
                      <a:pt x="218469" y="113838"/>
                      <a:pt x="216795" y="118023"/>
                      <a:pt x="213447" y="121372"/>
                    </a:cubicBezTo>
                    <a:lnTo>
                      <a:pt x="121372" y="213447"/>
                    </a:lnTo>
                    <a:cubicBezTo>
                      <a:pt x="118023" y="216795"/>
                      <a:pt x="113838" y="218469"/>
                      <a:pt x="108816" y="218469"/>
                    </a:cubicBezTo>
                    <a:close/>
                    <a:moveTo>
                      <a:pt x="42689" y="108816"/>
                    </a:moveTo>
                    <a:lnTo>
                      <a:pt x="108816" y="174942"/>
                    </a:lnTo>
                    <a:lnTo>
                      <a:pt x="174943" y="108816"/>
                    </a:lnTo>
                    <a:lnTo>
                      <a:pt x="108816" y="42689"/>
                    </a:lnTo>
                    <a:lnTo>
                      <a:pt x="42689" y="108816"/>
                    </a:lnTo>
                    <a:close/>
                  </a:path>
                </a:pathLst>
              </a:custGeom>
              <a:solidFill>
                <a:srgbClr val="7A003C"/>
              </a:solidFill>
              <a:ln w="8370" cap="flat">
                <a:noFill/>
                <a:prstDash val="solid"/>
                <a:miter/>
              </a:ln>
            </p:spPr>
            <p:txBody>
              <a:bodyPr rtlCol="0" anchor="ctr"/>
              <a:lstStyle/>
              <a:p>
                <a:endParaRPr lang="en-US"/>
              </a:p>
            </p:txBody>
          </p:sp>
        </p:grpSp>
        <p:grpSp>
          <p:nvGrpSpPr>
            <p:cNvPr id="37" name="Graphic 102">
              <a:extLst>
                <a:ext uri="{FF2B5EF4-FFF2-40B4-BE49-F238E27FC236}">
                  <a16:creationId xmlns:a16="http://schemas.microsoft.com/office/drawing/2014/main" id="{25195CC2-F02F-955C-6361-89FADB668229}"/>
                </a:ext>
              </a:extLst>
            </p:cNvPr>
            <p:cNvGrpSpPr/>
            <p:nvPr/>
          </p:nvGrpSpPr>
          <p:grpSpPr>
            <a:xfrm>
              <a:off x="9446584" y="5523379"/>
              <a:ext cx="984365" cy="1011150"/>
              <a:chOff x="9446584" y="5523379"/>
              <a:chExt cx="984365" cy="1011150"/>
            </a:xfrm>
            <a:solidFill>
              <a:srgbClr val="000000"/>
            </a:solidFill>
          </p:grpSpPr>
          <p:sp>
            <p:nvSpPr>
              <p:cNvPr id="38" name="Freeform 37">
                <a:extLst>
                  <a:ext uri="{FF2B5EF4-FFF2-40B4-BE49-F238E27FC236}">
                    <a16:creationId xmlns:a16="http://schemas.microsoft.com/office/drawing/2014/main" id="{F9AB1C3C-0175-6841-D6B6-D00FB04B6ABF}"/>
                  </a:ext>
                </a:extLst>
              </p:cNvPr>
              <p:cNvSpPr/>
              <p:nvPr/>
            </p:nvSpPr>
            <p:spPr>
              <a:xfrm>
                <a:off x="9861758" y="6350380"/>
                <a:ext cx="65289" cy="65289"/>
              </a:xfrm>
              <a:custGeom>
                <a:avLst/>
                <a:gdLst>
                  <a:gd name="connsiteX0" fmla="*/ 65290 w 65289"/>
                  <a:gd name="connsiteY0" fmla="*/ 32645 h 65289"/>
                  <a:gd name="connsiteX1" fmla="*/ 32645 w 65289"/>
                  <a:gd name="connsiteY1" fmla="*/ 65290 h 65289"/>
                  <a:gd name="connsiteX2" fmla="*/ 0 w 65289"/>
                  <a:gd name="connsiteY2" fmla="*/ 32645 h 65289"/>
                  <a:gd name="connsiteX3" fmla="*/ 32645 w 65289"/>
                  <a:gd name="connsiteY3" fmla="*/ 0 h 65289"/>
                  <a:gd name="connsiteX4" fmla="*/ 65290 w 65289"/>
                  <a:gd name="connsiteY4" fmla="*/ 32645 h 65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89" h="65289">
                    <a:moveTo>
                      <a:pt x="65290" y="32645"/>
                    </a:moveTo>
                    <a:cubicBezTo>
                      <a:pt x="65290" y="50223"/>
                      <a:pt x="51060" y="65290"/>
                      <a:pt x="32645" y="65290"/>
                    </a:cubicBezTo>
                    <a:cubicBezTo>
                      <a:pt x="15067" y="65290"/>
                      <a:pt x="0" y="51060"/>
                      <a:pt x="0" y="32645"/>
                    </a:cubicBezTo>
                    <a:cubicBezTo>
                      <a:pt x="0" y="15067"/>
                      <a:pt x="14230" y="0"/>
                      <a:pt x="32645" y="0"/>
                    </a:cubicBezTo>
                    <a:cubicBezTo>
                      <a:pt x="51060" y="0"/>
                      <a:pt x="65290" y="15067"/>
                      <a:pt x="65290" y="32645"/>
                    </a:cubicBezTo>
                    <a:close/>
                  </a:path>
                </a:pathLst>
              </a:custGeom>
              <a:solidFill>
                <a:srgbClr val="000000"/>
              </a:solidFill>
              <a:ln w="837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088AFCFA-F290-98F5-E99C-08FA3BA9D58B}"/>
                  </a:ext>
                </a:extLst>
              </p:cNvPr>
              <p:cNvSpPr/>
              <p:nvPr/>
            </p:nvSpPr>
            <p:spPr>
              <a:xfrm>
                <a:off x="9446584" y="5523379"/>
                <a:ext cx="984365" cy="1011150"/>
              </a:xfrm>
              <a:custGeom>
                <a:avLst/>
                <a:gdLst>
                  <a:gd name="connsiteX0" fmla="*/ 965950 w 984365"/>
                  <a:gd name="connsiteY0" fmla="*/ 712326 h 1011150"/>
                  <a:gd name="connsiteX1" fmla="*/ 836208 w 984365"/>
                  <a:gd name="connsiteY1" fmla="*/ 712326 h 1011150"/>
                  <a:gd name="connsiteX2" fmla="*/ 750830 w 984365"/>
                  <a:gd name="connsiteY2" fmla="*/ 712326 h 1011150"/>
                  <a:gd name="connsiteX3" fmla="*/ 534872 w 984365"/>
                  <a:gd name="connsiteY3" fmla="*/ 712326 h 1011150"/>
                  <a:gd name="connsiteX4" fmla="*/ 363278 w 984365"/>
                  <a:gd name="connsiteY4" fmla="*/ 712326 h 1011150"/>
                  <a:gd name="connsiteX5" fmla="*/ 362441 w 984365"/>
                  <a:gd name="connsiteY5" fmla="*/ 712326 h 1011150"/>
                  <a:gd name="connsiteX6" fmla="*/ 298825 w 984365"/>
                  <a:gd name="connsiteY6" fmla="*/ 712326 h 1011150"/>
                  <a:gd name="connsiteX7" fmla="*/ 165735 w 984365"/>
                  <a:gd name="connsiteY7" fmla="*/ 579235 h 1011150"/>
                  <a:gd name="connsiteX8" fmla="*/ 298825 w 984365"/>
                  <a:gd name="connsiteY8" fmla="*/ 446145 h 1011150"/>
                  <a:gd name="connsiteX9" fmla="*/ 333144 w 984365"/>
                  <a:gd name="connsiteY9" fmla="*/ 446145 h 1011150"/>
                  <a:gd name="connsiteX10" fmla="*/ 427730 w 984365"/>
                  <a:gd name="connsiteY10" fmla="*/ 489672 h 1011150"/>
                  <a:gd name="connsiteX11" fmla="*/ 482975 w 984365"/>
                  <a:gd name="connsiteY11" fmla="*/ 476279 h 1011150"/>
                  <a:gd name="connsiteX12" fmla="*/ 567517 w 984365"/>
                  <a:gd name="connsiteY12" fmla="*/ 560820 h 1011150"/>
                  <a:gd name="connsiteX13" fmla="*/ 610206 w 984365"/>
                  <a:gd name="connsiteY13" fmla="*/ 578398 h 1011150"/>
                  <a:gd name="connsiteX14" fmla="*/ 652895 w 984365"/>
                  <a:gd name="connsiteY14" fmla="*/ 560820 h 1011150"/>
                  <a:gd name="connsiteX15" fmla="*/ 775104 w 984365"/>
                  <a:gd name="connsiteY15" fmla="*/ 438612 h 1011150"/>
                  <a:gd name="connsiteX16" fmla="*/ 792682 w 984365"/>
                  <a:gd name="connsiteY16" fmla="*/ 395923 h 1011150"/>
                  <a:gd name="connsiteX17" fmla="*/ 775104 w 984365"/>
                  <a:gd name="connsiteY17" fmla="*/ 353233 h 1011150"/>
                  <a:gd name="connsiteX18" fmla="*/ 440286 w 984365"/>
                  <a:gd name="connsiteY18" fmla="*/ 17578 h 1011150"/>
                  <a:gd name="connsiteX19" fmla="*/ 354070 w 984365"/>
                  <a:gd name="connsiteY19" fmla="*/ 17578 h 1011150"/>
                  <a:gd name="connsiteX20" fmla="*/ 231862 w 984365"/>
                  <a:gd name="connsiteY20" fmla="*/ 139787 h 1011150"/>
                  <a:gd name="connsiteX21" fmla="*/ 231862 w 984365"/>
                  <a:gd name="connsiteY21" fmla="*/ 226002 h 1011150"/>
                  <a:gd name="connsiteX22" fmla="*/ 287944 w 984365"/>
                  <a:gd name="connsiteY22" fmla="*/ 282084 h 1011150"/>
                  <a:gd name="connsiteX23" fmla="*/ 0 w 984365"/>
                  <a:gd name="connsiteY23" fmla="*/ 579235 h 1011150"/>
                  <a:gd name="connsiteX24" fmla="*/ 295477 w 984365"/>
                  <a:gd name="connsiteY24" fmla="*/ 877224 h 1011150"/>
                  <a:gd name="connsiteX25" fmla="*/ 262832 w 984365"/>
                  <a:gd name="connsiteY25" fmla="*/ 975995 h 1011150"/>
                  <a:gd name="connsiteX26" fmla="*/ 232699 w 984365"/>
                  <a:gd name="connsiteY26" fmla="*/ 975995 h 1011150"/>
                  <a:gd name="connsiteX27" fmla="*/ 215121 w 984365"/>
                  <a:gd name="connsiteY27" fmla="*/ 993573 h 1011150"/>
                  <a:gd name="connsiteX28" fmla="*/ 232699 w 984365"/>
                  <a:gd name="connsiteY28" fmla="*/ 1011151 h 1011150"/>
                  <a:gd name="connsiteX29" fmla="*/ 276225 w 984365"/>
                  <a:gd name="connsiteY29" fmla="*/ 1011151 h 1011150"/>
                  <a:gd name="connsiteX30" fmla="*/ 621088 w 984365"/>
                  <a:gd name="connsiteY30" fmla="*/ 1011151 h 1011150"/>
                  <a:gd name="connsiteX31" fmla="*/ 664614 w 984365"/>
                  <a:gd name="connsiteY31" fmla="*/ 1011151 h 1011150"/>
                  <a:gd name="connsiteX32" fmla="*/ 682192 w 984365"/>
                  <a:gd name="connsiteY32" fmla="*/ 993573 h 1011150"/>
                  <a:gd name="connsiteX33" fmla="*/ 664614 w 984365"/>
                  <a:gd name="connsiteY33" fmla="*/ 975995 h 1011150"/>
                  <a:gd name="connsiteX34" fmla="*/ 634480 w 984365"/>
                  <a:gd name="connsiteY34" fmla="*/ 975995 h 1011150"/>
                  <a:gd name="connsiteX35" fmla="*/ 602673 w 984365"/>
                  <a:gd name="connsiteY35" fmla="*/ 878061 h 1011150"/>
                  <a:gd name="connsiteX36" fmla="*/ 708141 w 984365"/>
                  <a:gd name="connsiteY36" fmla="*/ 878061 h 1011150"/>
                  <a:gd name="connsiteX37" fmla="*/ 853786 w 984365"/>
                  <a:gd name="connsiteY37" fmla="*/ 748319 h 1011150"/>
                  <a:gd name="connsiteX38" fmla="*/ 966788 w 984365"/>
                  <a:gd name="connsiteY38" fmla="*/ 748319 h 1011150"/>
                  <a:gd name="connsiteX39" fmla="*/ 984366 w 984365"/>
                  <a:gd name="connsiteY39" fmla="*/ 730741 h 1011150"/>
                  <a:gd name="connsiteX40" fmla="*/ 965950 w 984365"/>
                  <a:gd name="connsiteY40" fmla="*/ 712326 h 1011150"/>
                  <a:gd name="connsiteX41" fmla="*/ 358255 w 984365"/>
                  <a:gd name="connsiteY41" fmla="*/ 421871 h 1011150"/>
                  <a:gd name="connsiteX42" fmla="*/ 352396 w 984365"/>
                  <a:gd name="connsiteY42" fmla="*/ 413500 h 1011150"/>
                  <a:gd name="connsiteX43" fmla="*/ 337329 w 984365"/>
                  <a:gd name="connsiteY43" fmla="*/ 363278 h 1011150"/>
                  <a:gd name="connsiteX44" fmla="*/ 352396 w 984365"/>
                  <a:gd name="connsiteY44" fmla="*/ 313055 h 1011150"/>
                  <a:gd name="connsiteX45" fmla="*/ 358255 w 984365"/>
                  <a:gd name="connsiteY45" fmla="*/ 304685 h 1011150"/>
                  <a:gd name="connsiteX46" fmla="*/ 426893 w 984365"/>
                  <a:gd name="connsiteY46" fmla="*/ 272877 h 1011150"/>
                  <a:gd name="connsiteX47" fmla="*/ 517294 w 984365"/>
                  <a:gd name="connsiteY47" fmla="*/ 363278 h 1011150"/>
                  <a:gd name="connsiteX48" fmla="*/ 477116 w 984365"/>
                  <a:gd name="connsiteY48" fmla="*/ 438612 h 1011150"/>
                  <a:gd name="connsiteX49" fmla="*/ 475442 w 984365"/>
                  <a:gd name="connsiteY49" fmla="*/ 439449 h 1011150"/>
                  <a:gd name="connsiteX50" fmla="*/ 426893 w 984365"/>
                  <a:gd name="connsiteY50" fmla="*/ 453679 h 1011150"/>
                  <a:gd name="connsiteX51" fmla="*/ 358255 w 984365"/>
                  <a:gd name="connsiteY51" fmla="*/ 421871 h 1011150"/>
                  <a:gd name="connsiteX52" fmla="*/ 256973 w 984365"/>
                  <a:gd name="connsiteY52" fmla="*/ 164898 h 1011150"/>
                  <a:gd name="connsiteX53" fmla="*/ 379182 w 984365"/>
                  <a:gd name="connsiteY53" fmla="*/ 42689 h 1011150"/>
                  <a:gd name="connsiteX54" fmla="*/ 415175 w 984365"/>
                  <a:gd name="connsiteY54" fmla="*/ 42689 h 1011150"/>
                  <a:gd name="connsiteX55" fmla="*/ 750830 w 984365"/>
                  <a:gd name="connsiteY55" fmla="*/ 378345 h 1011150"/>
                  <a:gd name="connsiteX56" fmla="*/ 758363 w 984365"/>
                  <a:gd name="connsiteY56" fmla="*/ 395923 h 1011150"/>
                  <a:gd name="connsiteX57" fmla="*/ 750830 w 984365"/>
                  <a:gd name="connsiteY57" fmla="*/ 413500 h 1011150"/>
                  <a:gd name="connsiteX58" fmla="*/ 628621 w 984365"/>
                  <a:gd name="connsiteY58" fmla="*/ 535709 h 1011150"/>
                  <a:gd name="connsiteX59" fmla="*/ 592628 w 984365"/>
                  <a:gd name="connsiteY59" fmla="*/ 535709 h 1011150"/>
                  <a:gd name="connsiteX60" fmla="*/ 512272 w 984365"/>
                  <a:gd name="connsiteY60" fmla="*/ 455353 h 1011150"/>
                  <a:gd name="connsiteX61" fmla="*/ 552450 w 984365"/>
                  <a:gd name="connsiteY61" fmla="*/ 363278 h 1011150"/>
                  <a:gd name="connsiteX62" fmla="*/ 426893 w 984365"/>
                  <a:gd name="connsiteY62" fmla="*/ 237721 h 1011150"/>
                  <a:gd name="connsiteX63" fmla="*/ 334818 w 984365"/>
                  <a:gd name="connsiteY63" fmla="*/ 277899 h 1011150"/>
                  <a:gd name="connsiteX64" fmla="*/ 256973 w 984365"/>
                  <a:gd name="connsiteY64" fmla="*/ 200054 h 1011150"/>
                  <a:gd name="connsiteX65" fmla="*/ 256973 w 984365"/>
                  <a:gd name="connsiteY65" fmla="*/ 164898 h 1011150"/>
                  <a:gd name="connsiteX66" fmla="*/ 297988 w 984365"/>
                  <a:gd name="connsiteY66" fmla="*/ 842068 h 1011150"/>
                  <a:gd name="connsiteX67" fmla="*/ 35156 w 984365"/>
                  <a:gd name="connsiteY67" fmla="*/ 579235 h 1011150"/>
                  <a:gd name="connsiteX68" fmla="*/ 297988 w 984365"/>
                  <a:gd name="connsiteY68" fmla="*/ 316403 h 1011150"/>
                  <a:gd name="connsiteX69" fmla="*/ 310544 w 984365"/>
                  <a:gd name="connsiteY69" fmla="*/ 316403 h 1011150"/>
                  <a:gd name="connsiteX70" fmla="*/ 301336 w 984365"/>
                  <a:gd name="connsiteY70" fmla="*/ 363278 h 1011150"/>
                  <a:gd name="connsiteX71" fmla="*/ 310544 w 984365"/>
                  <a:gd name="connsiteY71" fmla="*/ 410152 h 1011150"/>
                  <a:gd name="connsiteX72" fmla="*/ 297988 w 984365"/>
                  <a:gd name="connsiteY72" fmla="*/ 410152 h 1011150"/>
                  <a:gd name="connsiteX73" fmla="*/ 128905 w 984365"/>
                  <a:gd name="connsiteY73" fmla="*/ 579235 h 1011150"/>
                  <a:gd name="connsiteX74" fmla="*/ 297988 w 984365"/>
                  <a:gd name="connsiteY74" fmla="*/ 748319 h 1011150"/>
                  <a:gd name="connsiteX75" fmla="*/ 337329 w 984365"/>
                  <a:gd name="connsiteY75" fmla="*/ 748319 h 1011150"/>
                  <a:gd name="connsiteX76" fmla="*/ 307196 w 984365"/>
                  <a:gd name="connsiteY76" fmla="*/ 842068 h 1011150"/>
                  <a:gd name="connsiteX77" fmla="*/ 297988 w 984365"/>
                  <a:gd name="connsiteY77" fmla="*/ 842068 h 1011150"/>
                  <a:gd name="connsiteX78" fmla="*/ 300499 w 984365"/>
                  <a:gd name="connsiteY78" fmla="*/ 975995 h 1011150"/>
                  <a:gd name="connsiteX79" fmla="*/ 374996 w 984365"/>
                  <a:gd name="connsiteY79" fmla="*/ 748319 h 1011150"/>
                  <a:gd name="connsiteX80" fmla="*/ 521479 w 984365"/>
                  <a:gd name="connsiteY80" fmla="*/ 748319 h 1011150"/>
                  <a:gd name="connsiteX81" fmla="*/ 595976 w 984365"/>
                  <a:gd name="connsiteY81" fmla="*/ 975995 h 1011150"/>
                  <a:gd name="connsiteX82" fmla="*/ 300499 w 984365"/>
                  <a:gd name="connsiteY82" fmla="*/ 975995 h 1011150"/>
                  <a:gd name="connsiteX83" fmla="*/ 707303 w 984365"/>
                  <a:gd name="connsiteY83" fmla="*/ 842068 h 1011150"/>
                  <a:gd name="connsiteX84" fmla="*/ 590117 w 984365"/>
                  <a:gd name="connsiteY84" fmla="*/ 842068 h 1011150"/>
                  <a:gd name="connsiteX85" fmla="*/ 559146 w 984365"/>
                  <a:gd name="connsiteY85" fmla="*/ 748319 h 1011150"/>
                  <a:gd name="connsiteX86" fmla="*/ 749993 w 984365"/>
                  <a:gd name="connsiteY86" fmla="*/ 748319 h 1011150"/>
                  <a:gd name="connsiteX87" fmla="*/ 816956 w 984365"/>
                  <a:gd name="connsiteY87" fmla="*/ 748319 h 1011150"/>
                  <a:gd name="connsiteX88" fmla="*/ 707303 w 984365"/>
                  <a:gd name="connsiteY88" fmla="*/ 842068 h 101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984365" h="1011150">
                    <a:moveTo>
                      <a:pt x="965950" y="712326"/>
                    </a:moveTo>
                    <a:lnTo>
                      <a:pt x="836208" y="712326"/>
                    </a:lnTo>
                    <a:lnTo>
                      <a:pt x="750830" y="712326"/>
                    </a:lnTo>
                    <a:lnTo>
                      <a:pt x="534872" y="712326"/>
                    </a:lnTo>
                    <a:lnTo>
                      <a:pt x="363278" y="712326"/>
                    </a:lnTo>
                    <a:lnTo>
                      <a:pt x="362441" y="712326"/>
                    </a:lnTo>
                    <a:lnTo>
                      <a:pt x="298825" y="712326"/>
                    </a:lnTo>
                    <a:cubicBezTo>
                      <a:pt x="225165" y="712326"/>
                      <a:pt x="165735" y="652895"/>
                      <a:pt x="165735" y="579235"/>
                    </a:cubicBezTo>
                    <a:cubicBezTo>
                      <a:pt x="165735" y="505575"/>
                      <a:pt x="225165" y="446145"/>
                      <a:pt x="298825" y="446145"/>
                    </a:cubicBezTo>
                    <a:lnTo>
                      <a:pt x="333144" y="446145"/>
                    </a:lnTo>
                    <a:cubicBezTo>
                      <a:pt x="356581" y="472931"/>
                      <a:pt x="390063" y="489672"/>
                      <a:pt x="427730" y="489672"/>
                    </a:cubicBezTo>
                    <a:cubicBezTo>
                      <a:pt x="447819" y="489672"/>
                      <a:pt x="466234" y="484649"/>
                      <a:pt x="482975" y="476279"/>
                    </a:cubicBezTo>
                    <a:lnTo>
                      <a:pt x="567517" y="560820"/>
                    </a:lnTo>
                    <a:cubicBezTo>
                      <a:pt x="579236" y="572539"/>
                      <a:pt x="594302" y="578398"/>
                      <a:pt x="610206" y="578398"/>
                    </a:cubicBezTo>
                    <a:cubicBezTo>
                      <a:pt x="626110" y="578398"/>
                      <a:pt x="642014" y="571702"/>
                      <a:pt x="652895" y="560820"/>
                    </a:cubicBezTo>
                    <a:lnTo>
                      <a:pt x="775104" y="438612"/>
                    </a:lnTo>
                    <a:cubicBezTo>
                      <a:pt x="786823" y="426893"/>
                      <a:pt x="792682" y="411826"/>
                      <a:pt x="792682" y="395923"/>
                    </a:cubicBezTo>
                    <a:cubicBezTo>
                      <a:pt x="792682" y="380019"/>
                      <a:pt x="785986" y="364115"/>
                      <a:pt x="775104" y="353233"/>
                    </a:cubicBezTo>
                    <a:lnTo>
                      <a:pt x="440286" y="17578"/>
                    </a:lnTo>
                    <a:cubicBezTo>
                      <a:pt x="416849" y="-5859"/>
                      <a:pt x="377508" y="-5859"/>
                      <a:pt x="354070" y="17578"/>
                    </a:cubicBezTo>
                    <a:lnTo>
                      <a:pt x="231862" y="139787"/>
                    </a:lnTo>
                    <a:cubicBezTo>
                      <a:pt x="208424" y="163224"/>
                      <a:pt x="208424" y="202565"/>
                      <a:pt x="231862" y="226002"/>
                    </a:cubicBezTo>
                    <a:lnTo>
                      <a:pt x="287944" y="282084"/>
                    </a:lnTo>
                    <a:cubicBezTo>
                      <a:pt x="128068" y="287107"/>
                      <a:pt x="0" y="418523"/>
                      <a:pt x="0" y="579235"/>
                    </a:cubicBezTo>
                    <a:cubicBezTo>
                      <a:pt x="0" y="742459"/>
                      <a:pt x="132253" y="875550"/>
                      <a:pt x="295477" y="877224"/>
                    </a:cubicBezTo>
                    <a:lnTo>
                      <a:pt x="262832" y="975995"/>
                    </a:lnTo>
                    <a:lnTo>
                      <a:pt x="232699" y="975995"/>
                    </a:lnTo>
                    <a:cubicBezTo>
                      <a:pt x="222654" y="975995"/>
                      <a:pt x="215121" y="984365"/>
                      <a:pt x="215121" y="993573"/>
                    </a:cubicBezTo>
                    <a:cubicBezTo>
                      <a:pt x="215121" y="1002780"/>
                      <a:pt x="223491" y="1011151"/>
                      <a:pt x="232699" y="1011151"/>
                    </a:cubicBezTo>
                    <a:lnTo>
                      <a:pt x="276225" y="1011151"/>
                    </a:lnTo>
                    <a:lnTo>
                      <a:pt x="621088" y="1011151"/>
                    </a:lnTo>
                    <a:lnTo>
                      <a:pt x="664614" y="1011151"/>
                    </a:lnTo>
                    <a:cubicBezTo>
                      <a:pt x="674659" y="1011151"/>
                      <a:pt x="682192" y="1002780"/>
                      <a:pt x="682192" y="993573"/>
                    </a:cubicBezTo>
                    <a:cubicBezTo>
                      <a:pt x="682192" y="984365"/>
                      <a:pt x="673822" y="975995"/>
                      <a:pt x="664614" y="975995"/>
                    </a:cubicBezTo>
                    <a:lnTo>
                      <a:pt x="634480" y="975995"/>
                    </a:lnTo>
                    <a:lnTo>
                      <a:pt x="602673" y="878061"/>
                    </a:lnTo>
                    <a:lnTo>
                      <a:pt x="708141" y="878061"/>
                    </a:lnTo>
                    <a:cubicBezTo>
                      <a:pt x="783475" y="878061"/>
                      <a:pt x="845416" y="821142"/>
                      <a:pt x="853786" y="748319"/>
                    </a:cubicBezTo>
                    <a:lnTo>
                      <a:pt x="966788" y="748319"/>
                    </a:lnTo>
                    <a:cubicBezTo>
                      <a:pt x="976832" y="748319"/>
                      <a:pt x="984366" y="739948"/>
                      <a:pt x="984366" y="730741"/>
                    </a:cubicBezTo>
                    <a:cubicBezTo>
                      <a:pt x="984366" y="721533"/>
                      <a:pt x="975995" y="712326"/>
                      <a:pt x="965950" y="712326"/>
                    </a:cubicBezTo>
                    <a:close/>
                    <a:moveTo>
                      <a:pt x="358255" y="421871"/>
                    </a:moveTo>
                    <a:cubicBezTo>
                      <a:pt x="357418" y="418523"/>
                      <a:pt x="354907" y="416012"/>
                      <a:pt x="352396" y="413500"/>
                    </a:cubicBezTo>
                    <a:cubicBezTo>
                      <a:pt x="342352" y="399271"/>
                      <a:pt x="337329" y="381693"/>
                      <a:pt x="337329" y="363278"/>
                    </a:cubicBezTo>
                    <a:cubicBezTo>
                      <a:pt x="337329" y="344863"/>
                      <a:pt x="343189" y="327285"/>
                      <a:pt x="352396" y="313055"/>
                    </a:cubicBezTo>
                    <a:cubicBezTo>
                      <a:pt x="354907" y="311381"/>
                      <a:pt x="357418" y="308033"/>
                      <a:pt x="358255" y="304685"/>
                    </a:cubicBezTo>
                    <a:cubicBezTo>
                      <a:pt x="374996" y="285433"/>
                      <a:pt x="399271" y="272877"/>
                      <a:pt x="426893" y="272877"/>
                    </a:cubicBezTo>
                    <a:cubicBezTo>
                      <a:pt x="476279" y="272877"/>
                      <a:pt x="517294" y="313055"/>
                      <a:pt x="517294" y="363278"/>
                    </a:cubicBezTo>
                    <a:cubicBezTo>
                      <a:pt x="517294" y="394248"/>
                      <a:pt x="501390" y="421871"/>
                      <a:pt x="477116" y="438612"/>
                    </a:cubicBezTo>
                    <a:cubicBezTo>
                      <a:pt x="476279" y="438612"/>
                      <a:pt x="476279" y="439449"/>
                      <a:pt x="475442" y="439449"/>
                    </a:cubicBezTo>
                    <a:cubicBezTo>
                      <a:pt x="461212" y="448656"/>
                      <a:pt x="445308" y="453679"/>
                      <a:pt x="426893" y="453679"/>
                    </a:cubicBezTo>
                    <a:cubicBezTo>
                      <a:pt x="399271" y="453679"/>
                      <a:pt x="374996" y="441123"/>
                      <a:pt x="358255" y="421871"/>
                    </a:cubicBezTo>
                    <a:close/>
                    <a:moveTo>
                      <a:pt x="256973" y="164898"/>
                    </a:moveTo>
                    <a:lnTo>
                      <a:pt x="379182" y="42689"/>
                    </a:lnTo>
                    <a:cubicBezTo>
                      <a:pt x="389226" y="32645"/>
                      <a:pt x="405130" y="32645"/>
                      <a:pt x="415175" y="42689"/>
                    </a:cubicBezTo>
                    <a:lnTo>
                      <a:pt x="750830" y="378345"/>
                    </a:lnTo>
                    <a:cubicBezTo>
                      <a:pt x="755852" y="383367"/>
                      <a:pt x="758363" y="389226"/>
                      <a:pt x="758363" y="395923"/>
                    </a:cubicBezTo>
                    <a:cubicBezTo>
                      <a:pt x="758363" y="402619"/>
                      <a:pt x="755852" y="409315"/>
                      <a:pt x="750830" y="413500"/>
                    </a:cubicBezTo>
                    <a:lnTo>
                      <a:pt x="628621" y="535709"/>
                    </a:lnTo>
                    <a:cubicBezTo>
                      <a:pt x="619414" y="544917"/>
                      <a:pt x="602673" y="544917"/>
                      <a:pt x="592628" y="535709"/>
                    </a:cubicBezTo>
                    <a:lnTo>
                      <a:pt x="512272" y="455353"/>
                    </a:lnTo>
                    <a:cubicBezTo>
                      <a:pt x="537383" y="432753"/>
                      <a:pt x="552450" y="399271"/>
                      <a:pt x="552450" y="363278"/>
                    </a:cubicBezTo>
                    <a:cubicBezTo>
                      <a:pt x="552450" y="293803"/>
                      <a:pt x="496368" y="237721"/>
                      <a:pt x="426893" y="237721"/>
                    </a:cubicBezTo>
                    <a:cubicBezTo>
                      <a:pt x="390900" y="237721"/>
                      <a:pt x="357418" y="253625"/>
                      <a:pt x="334818" y="277899"/>
                    </a:cubicBezTo>
                    <a:lnTo>
                      <a:pt x="256973" y="200054"/>
                    </a:lnTo>
                    <a:cubicBezTo>
                      <a:pt x="246928" y="190846"/>
                      <a:pt x="246928" y="174105"/>
                      <a:pt x="256973" y="164898"/>
                    </a:cubicBezTo>
                    <a:close/>
                    <a:moveTo>
                      <a:pt x="297988" y="842068"/>
                    </a:moveTo>
                    <a:cubicBezTo>
                      <a:pt x="153179" y="842068"/>
                      <a:pt x="35156" y="724044"/>
                      <a:pt x="35156" y="579235"/>
                    </a:cubicBezTo>
                    <a:cubicBezTo>
                      <a:pt x="35156" y="434427"/>
                      <a:pt x="153179" y="316403"/>
                      <a:pt x="297988" y="316403"/>
                    </a:cubicBezTo>
                    <a:lnTo>
                      <a:pt x="310544" y="316403"/>
                    </a:lnTo>
                    <a:cubicBezTo>
                      <a:pt x="304685" y="330633"/>
                      <a:pt x="301336" y="346537"/>
                      <a:pt x="301336" y="363278"/>
                    </a:cubicBezTo>
                    <a:cubicBezTo>
                      <a:pt x="301336" y="380019"/>
                      <a:pt x="304685" y="395923"/>
                      <a:pt x="310544" y="410152"/>
                    </a:cubicBezTo>
                    <a:lnTo>
                      <a:pt x="297988" y="410152"/>
                    </a:lnTo>
                    <a:cubicBezTo>
                      <a:pt x="205076" y="410152"/>
                      <a:pt x="128905" y="485486"/>
                      <a:pt x="128905" y="579235"/>
                    </a:cubicBezTo>
                    <a:cubicBezTo>
                      <a:pt x="128905" y="672148"/>
                      <a:pt x="204239" y="748319"/>
                      <a:pt x="297988" y="748319"/>
                    </a:cubicBezTo>
                    <a:lnTo>
                      <a:pt x="337329" y="748319"/>
                    </a:lnTo>
                    <a:lnTo>
                      <a:pt x="307196" y="842068"/>
                    </a:lnTo>
                    <a:lnTo>
                      <a:pt x="297988" y="842068"/>
                    </a:lnTo>
                    <a:close/>
                    <a:moveTo>
                      <a:pt x="300499" y="975995"/>
                    </a:moveTo>
                    <a:lnTo>
                      <a:pt x="374996" y="748319"/>
                    </a:lnTo>
                    <a:lnTo>
                      <a:pt x="521479" y="748319"/>
                    </a:lnTo>
                    <a:lnTo>
                      <a:pt x="595976" y="975995"/>
                    </a:lnTo>
                    <a:lnTo>
                      <a:pt x="300499" y="975995"/>
                    </a:lnTo>
                    <a:close/>
                    <a:moveTo>
                      <a:pt x="707303" y="842068"/>
                    </a:moveTo>
                    <a:lnTo>
                      <a:pt x="590117" y="842068"/>
                    </a:lnTo>
                    <a:lnTo>
                      <a:pt x="559146" y="748319"/>
                    </a:lnTo>
                    <a:lnTo>
                      <a:pt x="749993" y="748319"/>
                    </a:lnTo>
                    <a:lnTo>
                      <a:pt x="816956" y="748319"/>
                    </a:lnTo>
                    <a:cubicBezTo>
                      <a:pt x="809423" y="801053"/>
                      <a:pt x="762548" y="842068"/>
                      <a:pt x="707303" y="842068"/>
                    </a:cubicBezTo>
                    <a:close/>
                  </a:path>
                </a:pathLst>
              </a:custGeom>
              <a:solidFill>
                <a:srgbClr val="000000"/>
              </a:solidFill>
              <a:ln w="8370" cap="flat">
                <a:noFill/>
                <a:prstDash val="solid"/>
                <a:miter/>
              </a:ln>
            </p:spPr>
            <p:txBody>
              <a:bodyPr rtlCol="0" anchor="ctr"/>
              <a:lstStyle/>
              <a:p>
                <a:endParaRPr lang="en-US"/>
              </a:p>
            </p:txBody>
          </p:sp>
        </p:grpSp>
      </p:grpSp>
      <p:grpSp>
        <p:nvGrpSpPr>
          <p:cNvPr id="42" name="Group 41">
            <a:extLst>
              <a:ext uri="{FF2B5EF4-FFF2-40B4-BE49-F238E27FC236}">
                <a16:creationId xmlns:a16="http://schemas.microsoft.com/office/drawing/2014/main" id="{E8B14888-2F3B-3229-995D-C8F33BB79169}"/>
              </a:ext>
              <a:ext uri="{C183D7F6-B498-43B3-948B-1728B52AA6E4}">
                <adec:decorative xmlns:adec="http://schemas.microsoft.com/office/drawing/2017/decorative" val="1"/>
              </a:ext>
            </a:extLst>
          </p:cNvPr>
          <p:cNvGrpSpPr/>
          <p:nvPr userDrawn="1"/>
        </p:nvGrpSpPr>
        <p:grpSpPr>
          <a:xfrm>
            <a:off x="489522" y="6684168"/>
            <a:ext cx="314952" cy="375796"/>
            <a:chOff x="2791549" y="3626522"/>
            <a:chExt cx="833120" cy="994064"/>
          </a:xfrm>
        </p:grpSpPr>
        <p:grpSp>
          <p:nvGrpSpPr>
            <p:cNvPr id="43" name="Group 42">
              <a:extLst>
                <a:ext uri="{FF2B5EF4-FFF2-40B4-BE49-F238E27FC236}">
                  <a16:creationId xmlns:a16="http://schemas.microsoft.com/office/drawing/2014/main" id="{225102BD-E5BE-A398-1402-965553492E16}"/>
                </a:ext>
              </a:extLst>
            </p:cNvPr>
            <p:cNvGrpSpPr/>
            <p:nvPr/>
          </p:nvGrpSpPr>
          <p:grpSpPr>
            <a:xfrm>
              <a:off x="2791549" y="3626522"/>
              <a:ext cx="833120" cy="605905"/>
              <a:chOff x="2791549" y="3626522"/>
              <a:chExt cx="833120" cy="605905"/>
            </a:xfrm>
          </p:grpSpPr>
          <p:sp>
            <p:nvSpPr>
              <p:cNvPr id="45" name="Freeform 44">
                <a:extLst>
                  <a:ext uri="{FF2B5EF4-FFF2-40B4-BE49-F238E27FC236}">
                    <a16:creationId xmlns:a16="http://schemas.microsoft.com/office/drawing/2014/main" id="{3F61858A-3C57-7768-A09D-F6F828934971}"/>
                  </a:ext>
                </a:extLst>
              </p:cNvPr>
              <p:cNvSpPr/>
              <p:nvPr/>
            </p:nvSpPr>
            <p:spPr>
              <a:xfrm>
                <a:off x="2933558" y="3781786"/>
                <a:ext cx="539634" cy="276444"/>
              </a:xfrm>
              <a:custGeom>
                <a:avLst/>
                <a:gdLst>
                  <a:gd name="connsiteX0" fmla="*/ 18935 w 539634"/>
                  <a:gd name="connsiteY0" fmla="*/ 238575 h 276444"/>
                  <a:gd name="connsiteX1" fmla="*/ 0 w 539634"/>
                  <a:gd name="connsiteY1" fmla="*/ 257510 h 276444"/>
                  <a:gd name="connsiteX2" fmla="*/ 18935 w 539634"/>
                  <a:gd name="connsiteY2" fmla="*/ 276444 h 276444"/>
                  <a:gd name="connsiteX3" fmla="*/ 18935 w 539634"/>
                  <a:gd name="connsiteY3" fmla="*/ 238575 h 276444"/>
                  <a:gd name="connsiteX4" fmla="*/ 520700 w 539634"/>
                  <a:gd name="connsiteY4" fmla="*/ 276444 h 276444"/>
                  <a:gd name="connsiteX5" fmla="*/ 539635 w 539634"/>
                  <a:gd name="connsiteY5" fmla="*/ 257510 h 276444"/>
                  <a:gd name="connsiteX6" fmla="*/ 520700 w 539634"/>
                  <a:gd name="connsiteY6" fmla="*/ 238575 h 276444"/>
                  <a:gd name="connsiteX7" fmla="*/ 520700 w 539634"/>
                  <a:gd name="connsiteY7" fmla="*/ 276444 h 276444"/>
                  <a:gd name="connsiteX8" fmla="*/ 18935 w 539634"/>
                  <a:gd name="connsiteY8" fmla="*/ 0 h 276444"/>
                  <a:gd name="connsiteX9" fmla="*/ 0 w 539634"/>
                  <a:gd name="connsiteY9" fmla="*/ 18935 h 276444"/>
                  <a:gd name="connsiteX10" fmla="*/ 18935 w 539634"/>
                  <a:gd name="connsiteY10" fmla="*/ 37869 h 276444"/>
                  <a:gd name="connsiteX11" fmla="*/ 18935 w 539634"/>
                  <a:gd name="connsiteY11" fmla="*/ 0 h 276444"/>
                  <a:gd name="connsiteX12" fmla="*/ 520700 w 539634"/>
                  <a:gd name="connsiteY12" fmla="*/ 37869 h 276444"/>
                  <a:gd name="connsiteX13" fmla="*/ 539635 w 539634"/>
                  <a:gd name="connsiteY13" fmla="*/ 18935 h 276444"/>
                  <a:gd name="connsiteX14" fmla="*/ 520700 w 539634"/>
                  <a:gd name="connsiteY14" fmla="*/ 0 h 276444"/>
                  <a:gd name="connsiteX15" fmla="*/ 520700 w 539634"/>
                  <a:gd name="connsiteY15" fmla="*/ 37869 h 276444"/>
                  <a:gd name="connsiteX16" fmla="*/ 18935 w 539634"/>
                  <a:gd name="connsiteY16" fmla="*/ 119288 h 276444"/>
                  <a:gd name="connsiteX17" fmla="*/ 0 w 539634"/>
                  <a:gd name="connsiteY17" fmla="*/ 138222 h 276444"/>
                  <a:gd name="connsiteX18" fmla="*/ 18935 w 539634"/>
                  <a:gd name="connsiteY18" fmla="*/ 157157 h 276444"/>
                  <a:gd name="connsiteX19" fmla="*/ 18935 w 539634"/>
                  <a:gd name="connsiteY19" fmla="*/ 119288 h 276444"/>
                  <a:gd name="connsiteX20" fmla="*/ 520700 w 539634"/>
                  <a:gd name="connsiteY20" fmla="*/ 157157 h 276444"/>
                  <a:gd name="connsiteX21" fmla="*/ 539635 w 539634"/>
                  <a:gd name="connsiteY21" fmla="*/ 138222 h 276444"/>
                  <a:gd name="connsiteX22" fmla="*/ 520700 w 539634"/>
                  <a:gd name="connsiteY22" fmla="*/ 119288 h 276444"/>
                  <a:gd name="connsiteX23" fmla="*/ 520700 w 539634"/>
                  <a:gd name="connsiteY23" fmla="*/ 157157 h 276444"/>
                  <a:gd name="connsiteX24" fmla="*/ 18935 w 539634"/>
                  <a:gd name="connsiteY24" fmla="*/ 276444 h 276444"/>
                  <a:gd name="connsiteX25" fmla="*/ 520700 w 539634"/>
                  <a:gd name="connsiteY25" fmla="*/ 276444 h 276444"/>
                  <a:gd name="connsiteX26" fmla="*/ 520700 w 539634"/>
                  <a:gd name="connsiteY26" fmla="*/ 238575 h 276444"/>
                  <a:gd name="connsiteX27" fmla="*/ 18935 w 539634"/>
                  <a:gd name="connsiteY27" fmla="*/ 238575 h 276444"/>
                  <a:gd name="connsiteX28" fmla="*/ 18935 w 539634"/>
                  <a:gd name="connsiteY28" fmla="*/ 276444 h 276444"/>
                  <a:gd name="connsiteX29" fmla="*/ 18935 w 539634"/>
                  <a:gd name="connsiteY29" fmla="*/ 37869 h 276444"/>
                  <a:gd name="connsiteX30" fmla="*/ 520700 w 539634"/>
                  <a:gd name="connsiteY30" fmla="*/ 37869 h 276444"/>
                  <a:gd name="connsiteX31" fmla="*/ 520700 w 539634"/>
                  <a:gd name="connsiteY31" fmla="*/ 0 h 276444"/>
                  <a:gd name="connsiteX32" fmla="*/ 18935 w 539634"/>
                  <a:gd name="connsiteY32" fmla="*/ 0 h 276444"/>
                  <a:gd name="connsiteX33" fmla="*/ 18935 w 539634"/>
                  <a:gd name="connsiteY33" fmla="*/ 37869 h 276444"/>
                  <a:gd name="connsiteX34" fmla="*/ 18935 w 539634"/>
                  <a:gd name="connsiteY34" fmla="*/ 157157 h 276444"/>
                  <a:gd name="connsiteX35" fmla="*/ 520700 w 539634"/>
                  <a:gd name="connsiteY35" fmla="*/ 157157 h 276444"/>
                  <a:gd name="connsiteX36" fmla="*/ 520700 w 539634"/>
                  <a:gd name="connsiteY36" fmla="*/ 119288 h 276444"/>
                  <a:gd name="connsiteX37" fmla="*/ 18935 w 539634"/>
                  <a:gd name="connsiteY37" fmla="*/ 119288 h 276444"/>
                  <a:gd name="connsiteX38" fmla="*/ 18935 w 539634"/>
                  <a:gd name="connsiteY38" fmla="*/ 157157 h 2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39634" h="276444">
                    <a:moveTo>
                      <a:pt x="18935" y="238575"/>
                    </a:moveTo>
                    <a:cubicBezTo>
                      <a:pt x="8521" y="238575"/>
                      <a:pt x="0" y="247096"/>
                      <a:pt x="0" y="257510"/>
                    </a:cubicBezTo>
                    <a:cubicBezTo>
                      <a:pt x="0" y="267924"/>
                      <a:pt x="8521" y="276444"/>
                      <a:pt x="18935" y="276444"/>
                    </a:cubicBezTo>
                    <a:lnTo>
                      <a:pt x="18935" y="238575"/>
                    </a:lnTo>
                    <a:close/>
                    <a:moveTo>
                      <a:pt x="520700" y="276444"/>
                    </a:moveTo>
                    <a:cubicBezTo>
                      <a:pt x="531114" y="276444"/>
                      <a:pt x="539635" y="267924"/>
                      <a:pt x="539635" y="257510"/>
                    </a:cubicBezTo>
                    <a:cubicBezTo>
                      <a:pt x="539635" y="247096"/>
                      <a:pt x="531114" y="238575"/>
                      <a:pt x="520700" y="238575"/>
                    </a:cubicBezTo>
                    <a:lnTo>
                      <a:pt x="520700" y="276444"/>
                    </a:lnTo>
                    <a:close/>
                    <a:moveTo>
                      <a:pt x="18935" y="0"/>
                    </a:moveTo>
                    <a:cubicBezTo>
                      <a:pt x="8521" y="0"/>
                      <a:pt x="0" y="8521"/>
                      <a:pt x="0" y="18935"/>
                    </a:cubicBezTo>
                    <a:cubicBezTo>
                      <a:pt x="0" y="29349"/>
                      <a:pt x="8521" y="37869"/>
                      <a:pt x="18935" y="37869"/>
                    </a:cubicBezTo>
                    <a:lnTo>
                      <a:pt x="18935" y="0"/>
                    </a:lnTo>
                    <a:close/>
                    <a:moveTo>
                      <a:pt x="520700" y="37869"/>
                    </a:moveTo>
                    <a:cubicBezTo>
                      <a:pt x="531114" y="37869"/>
                      <a:pt x="539635" y="29349"/>
                      <a:pt x="539635" y="18935"/>
                    </a:cubicBezTo>
                    <a:cubicBezTo>
                      <a:pt x="539635" y="8521"/>
                      <a:pt x="531114" y="0"/>
                      <a:pt x="520700" y="0"/>
                    </a:cubicBezTo>
                    <a:lnTo>
                      <a:pt x="520700" y="37869"/>
                    </a:lnTo>
                    <a:close/>
                    <a:moveTo>
                      <a:pt x="18935" y="119288"/>
                    </a:moveTo>
                    <a:cubicBezTo>
                      <a:pt x="8521" y="119288"/>
                      <a:pt x="0" y="127808"/>
                      <a:pt x="0" y="138222"/>
                    </a:cubicBezTo>
                    <a:cubicBezTo>
                      <a:pt x="0" y="148636"/>
                      <a:pt x="8521" y="157157"/>
                      <a:pt x="18935" y="157157"/>
                    </a:cubicBezTo>
                    <a:lnTo>
                      <a:pt x="18935" y="119288"/>
                    </a:lnTo>
                    <a:close/>
                    <a:moveTo>
                      <a:pt x="520700" y="157157"/>
                    </a:moveTo>
                    <a:cubicBezTo>
                      <a:pt x="531114" y="157157"/>
                      <a:pt x="539635" y="148636"/>
                      <a:pt x="539635" y="138222"/>
                    </a:cubicBezTo>
                    <a:cubicBezTo>
                      <a:pt x="539635" y="127808"/>
                      <a:pt x="531114" y="119288"/>
                      <a:pt x="520700" y="119288"/>
                    </a:cubicBezTo>
                    <a:lnTo>
                      <a:pt x="520700" y="157157"/>
                    </a:lnTo>
                    <a:close/>
                    <a:moveTo>
                      <a:pt x="18935" y="276444"/>
                    </a:moveTo>
                    <a:lnTo>
                      <a:pt x="520700" y="276444"/>
                    </a:lnTo>
                    <a:lnTo>
                      <a:pt x="520700" y="238575"/>
                    </a:lnTo>
                    <a:lnTo>
                      <a:pt x="18935" y="238575"/>
                    </a:lnTo>
                    <a:lnTo>
                      <a:pt x="18935" y="276444"/>
                    </a:lnTo>
                    <a:close/>
                    <a:moveTo>
                      <a:pt x="18935" y="37869"/>
                    </a:moveTo>
                    <a:lnTo>
                      <a:pt x="520700" y="37869"/>
                    </a:lnTo>
                    <a:lnTo>
                      <a:pt x="520700" y="0"/>
                    </a:lnTo>
                    <a:lnTo>
                      <a:pt x="18935" y="0"/>
                    </a:lnTo>
                    <a:lnTo>
                      <a:pt x="18935" y="37869"/>
                    </a:lnTo>
                    <a:close/>
                    <a:moveTo>
                      <a:pt x="18935" y="157157"/>
                    </a:moveTo>
                    <a:lnTo>
                      <a:pt x="520700" y="157157"/>
                    </a:lnTo>
                    <a:lnTo>
                      <a:pt x="520700" y="119288"/>
                    </a:lnTo>
                    <a:lnTo>
                      <a:pt x="18935" y="119288"/>
                    </a:lnTo>
                    <a:lnTo>
                      <a:pt x="18935" y="157157"/>
                    </a:lnTo>
                    <a:close/>
                  </a:path>
                </a:pathLst>
              </a:custGeom>
              <a:solidFill>
                <a:srgbClr val="000000"/>
              </a:solidFill>
              <a:ln w="9438"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B41B0F86-CB5C-3D98-6856-93ABF5D1411A}"/>
                  </a:ext>
                </a:extLst>
              </p:cNvPr>
              <p:cNvSpPr/>
              <p:nvPr/>
            </p:nvSpPr>
            <p:spPr>
              <a:xfrm>
                <a:off x="2791549" y="3626522"/>
                <a:ext cx="833120" cy="605905"/>
              </a:xfrm>
              <a:custGeom>
                <a:avLst/>
                <a:gdLst>
                  <a:gd name="connsiteX0" fmla="*/ 0 w 833120"/>
                  <a:gd name="connsiteY0" fmla="*/ 0 h 605905"/>
                  <a:gd name="connsiteX1" fmla="*/ 0 w 833120"/>
                  <a:gd name="connsiteY1" fmla="*/ 605905 h 605905"/>
                  <a:gd name="connsiteX2" fmla="*/ 296326 w 833120"/>
                  <a:gd name="connsiteY2" fmla="*/ 605905 h 605905"/>
                  <a:gd name="connsiteX3" fmla="*/ 304846 w 833120"/>
                  <a:gd name="connsiteY3" fmla="*/ 565196 h 605905"/>
                  <a:gd name="connsiteX4" fmla="*/ 41656 w 833120"/>
                  <a:gd name="connsiteY4" fmla="*/ 565196 h 605905"/>
                  <a:gd name="connsiteX5" fmla="*/ 41656 w 833120"/>
                  <a:gd name="connsiteY5" fmla="*/ 40709 h 605905"/>
                  <a:gd name="connsiteX6" fmla="*/ 792411 w 833120"/>
                  <a:gd name="connsiteY6" fmla="*/ 40709 h 605905"/>
                  <a:gd name="connsiteX7" fmla="*/ 792411 w 833120"/>
                  <a:gd name="connsiteY7" fmla="*/ 565196 h 605905"/>
                  <a:gd name="connsiteX8" fmla="*/ 523540 w 833120"/>
                  <a:gd name="connsiteY8" fmla="*/ 565196 h 605905"/>
                  <a:gd name="connsiteX9" fmla="*/ 532061 w 833120"/>
                  <a:gd name="connsiteY9" fmla="*/ 605905 h 605905"/>
                  <a:gd name="connsiteX10" fmla="*/ 833120 w 833120"/>
                  <a:gd name="connsiteY10" fmla="*/ 605905 h 605905"/>
                  <a:gd name="connsiteX11" fmla="*/ 833120 w 833120"/>
                  <a:gd name="connsiteY11" fmla="*/ 0 h 605905"/>
                  <a:gd name="connsiteX12" fmla="*/ 0 w 833120"/>
                  <a:gd name="connsiteY12" fmla="*/ 0 h 6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3120" h="605905">
                    <a:moveTo>
                      <a:pt x="0" y="0"/>
                    </a:moveTo>
                    <a:lnTo>
                      <a:pt x="0" y="605905"/>
                    </a:lnTo>
                    <a:lnTo>
                      <a:pt x="296326" y="605905"/>
                    </a:lnTo>
                    <a:cubicBezTo>
                      <a:pt x="297272" y="591705"/>
                      <a:pt x="300113" y="577504"/>
                      <a:pt x="304846" y="565196"/>
                    </a:cubicBezTo>
                    <a:lnTo>
                      <a:pt x="41656" y="565196"/>
                    </a:lnTo>
                    <a:lnTo>
                      <a:pt x="41656" y="40709"/>
                    </a:lnTo>
                    <a:lnTo>
                      <a:pt x="792411" y="40709"/>
                    </a:lnTo>
                    <a:lnTo>
                      <a:pt x="792411" y="565196"/>
                    </a:lnTo>
                    <a:lnTo>
                      <a:pt x="523540" y="565196"/>
                    </a:lnTo>
                    <a:cubicBezTo>
                      <a:pt x="528274" y="577504"/>
                      <a:pt x="532061" y="591705"/>
                      <a:pt x="532061" y="605905"/>
                    </a:cubicBezTo>
                    <a:lnTo>
                      <a:pt x="833120" y="605905"/>
                    </a:lnTo>
                    <a:lnTo>
                      <a:pt x="833120" y="0"/>
                    </a:lnTo>
                    <a:lnTo>
                      <a:pt x="0" y="0"/>
                    </a:lnTo>
                    <a:close/>
                  </a:path>
                </a:pathLst>
              </a:custGeom>
              <a:solidFill>
                <a:srgbClr val="000000"/>
              </a:solidFill>
              <a:ln w="9438" cap="flat">
                <a:noFill/>
                <a:prstDash val="solid"/>
                <a:miter/>
              </a:ln>
            </p:spPr>
            <p:txBody>
              <a:bodyPr rtlCol="0" anchor="ctr"/>
              <a:lstStyle/>
              <a:p>
                <a:endParaRPr lang="en-US"/>
              </a:p>
            </p:txBody>
          </p:sp>
        </p:grpSp>
        <p:sp>
          <p:nvSpPr>
            <p:cNvPr id="44" name="Freeform 43">
              <a:extLst>
                <a:ext uri="{FF2B5EF4-FFF2-40B4-BE49-F238E27FC236}">
                  <a16:creationId xmlns:a16="http://schemas.microsoft.com/office/drawing/2014/main" id="{1DF6FD98-7C60-761E-2F2A-59BB9518937B}"/>
                </a:ext>
              </a:extLst>
            </p:cNvPr>
            <p:cNvSpPr/>
            <p:nvPr/>
          </p:nvSpPr>
          <p:spPr>
            <a:xfrm>
              <a:off x="3056632" y="4099886"/>
              <a:ext cx="293485" cy="520700"/>
            </a:xfrm>
            <a:custGeom>
              <a:avLst/>
              <a:gdLst>
                <a:gd name="connsiteX0" fmla="*/ 252776 w 293485"/>
                <a:gd name="connsiteY0" fmla="*/ 224374 h 520700"/>
                <a:gd name="connsiteX1" fmla="*/ 284018 w 293485"/>
                <a:gd name="connsiteY1" fmla="*/ 137275 h 520700"/>
                <a:gd name="connsiteX2" fmla="*/ 146743 w 293485"/>
                <a:gd name="connsiteY2" fmla="*/ 0 h 520700"/>
                <a:gd name="connsiteX3" fmla="*/ 9467 w 293485"/>
                <a:gd name="connsiteY3" fmla="*/ 137275 h 520700"/>
                <a:gd name="connsiteX4" fmla="*/ 42603 w 293485"/>
                <a:gd name="connsiteY4" fmla="*/ 226268 h 520700"/>
                <a:gd name="connsiteX5" fmla="*/ 0 w 293485"/>
                <a:gd name="connsiteY5" fmla="*/ 520700 h 520700"/>
                <a:gd name="connsiteX6" fmla="*/ 146743 w 293485"/>
                <a:gd name="connsiteY6" fmla="*/ 383425 h 520700"/>
                <a:gd name="connsiteX7" fmla="*/ 293485 w 293485"/>
                <a:gd name="connsiteY7" fmla="*/ 520700 h 520700"/>
                <a:gd name="connsiteX8" fmla="*/ 252776 w 293485"/>
                <a:gd name="connsiteY8" fmla="*/ 224374 h 520700"/>
                <a:gd name="connsiteX9" fmla="*/ 146743 w 293485"/>
                <a:gd name="connsiteY9" fmla="*/ 40709 h 520700"/>
                <a:gd name="connsiteX10" fmla="*/ 243309 w 293485"/>
                <a:gd name="connsiteY10" fmla="*/ 137275 h 520700"/>
                <a:gd name="connsiteX11" fmla="*/ 146743 w 293485"/>
                <a:gd name="connsiteY11" fmla="*/ 233842 h 520700"/>
                <a:gd name="connsiteX12" fmla="*/ 50177 w 293485"/>
                <a:gd name="connsiteY12" fmla="*/ 137275 h 520700"/>
                <a:gd name="connsiteX13" fmla="*/ 146743 w 293485"/>
                <a:gd name="connsiteY13" fmla="*/ 40709 h 520700"/>
                <a:gd name="connsiteX14" fmla="*/ 177038 w 293485"/>
                <a:gd name="connsiteY14" fmla="*/ 353129 h 520700"/>
                <a:gd name="connsiteX15" fmla="*/ 149583 w 293485"/>
                <a:gd name="connsiteY15" fmla="*/ 325674 h 520700"/>
                <a:gd name="connsiteX16" fmla="*/ 122128 w 293485"/>
                <a:gd name="connsiteY16" fmla="*/ 353129 h 520700"/>
                <a:gd name="connsiteX17" fmla="*/ 61537 w 293485"/>
                <a:gd name="connsiteY17" fmla="*/ 408039 h 520700"/>
                <a:gd name="connsiteX18" fmla="*/ 83312 w 293485"/>
                <a:gd name="connsiteY18" fmla="*/ 259403 h 520700"/>
                <a:gd name="connsiteX19" fmla="*/ 84259 w 293485"/>
                <a:gd name="connsiteY19" fmla="*/ 259403 h 520700"/>
                <a:gd name="connsiteX20" fmla="*/ 146743 w 293485"/>
                <a:gd name="connsiteY20" fmla="*/ 274551 h 520700"/>
                <a:gd name="connsiteX21" fmla="*/ 209227 w 293485"/>
                <a:gd name="connsiteY21" fmla="*/ 259403 h 520700"/>
                <a:gd name="connsiteX22" fmla="*/ 215854 w 293485"/>
                <a:gd name="connsiteY22" fmla="*/ 259403 h 520700"/>
                <a:gd name="connsiteX23" fmla="*/ 237629 w 293485"/>
                <a:gd name="connsiteY23" fmla="*/ 408039 h 520700"/>
                <a:gd name="connsiteX24" fmla="*/ 177038 w 293485"/>
                <a:gd name="connsiteY24" fmla="*/ 353129 h 52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3485" h="520700">
                  <a:moveTo>
                    <a:pt x="252776" y="224374"/>
                  </a:moveTo>
                  <a:cubicBezTo>
                    <a:pt x="272657" y="200706"/>
                    <a:pt x="284018" y="170411"/>
                    <a:pt x="284018" y="137275"/>
                  </a:cubicBezTo>
                  <a:cubicBezTo>
                    <a:pt x="284018" y="61537"/>
                    <a:pt x="222481" y="0"/>
                    <a:pt x="146743" y="0"/>
                  </a:cubicBezTo>
                  <a:cubicBezTo>
                    <a:pt x="71005" y="0"/>
                    <a:pt x="9467" y="61537"/>
                    <a:pt x="9467" y="137275"/>
                  </a:cubicBezTo>
                  <a:cubicBezTo>
                    <a:pt x="9467" y="171358"/>
                    <a:pt x="21775" y="202600"/>
                    <a:pt x="42603" y="226268"/>
                  </a:cubicBezTo>
                  <a:lnTo>
                    <a:pt x="0" y="520700"/>
                  </a:lnTo>
                  <a:lnTo>
                    <a:pt x="146743" y="383425"/>
                  </a:lnTo>
                  <a:lnTo>
                    <a:pt x="293485" y="520700"/>
                  </a:lnTo>
                  <a:lnTo>
                    <a:pt x="252776" y="224374"/>
                  </a:lnTo>
                  <a:close/>
                  <a:moveTo>
                    <a:pt x="146743" y="40709"/>
                  </a:moveTo>
                  <a:cubicBezTo>
                    <a:pt x="200706" y="40709"/>
                    <a:pt x="243309" y="83312"/>
                    <a:pt x="243309" y="137275"/>
                  </a:cubicBezTo>
                  <a:cubicBezTo>
                    <a:pt x="243309" y="191239"/>
                    <a:pt x="200706" y="233842"/>
                    <a:pt x="146743" y="233842"/>
                  </a:cubicBezTo>
                  <a:cubicBezTo>
                    <a:pt x="92779" y="233842"/>
                    <a:pt x="50177" y="191239"/>
                    <a:pt x="50177" y="137275"/>
                  </a:cubicBezTo>
                  <a:cubicBezTo>
                    <a:pt x="50177" y="83312"/>
                    <a:pt x="92779" y="40709"/>
                    <a:pt x="146743" y="40709"/>
                  </a:cubicBezTo>
                  <a:close/>
                  <a:moveTo>
                    <a:pt x="177038" y="353129"/>
                  </a:moveTo>
                  <a:lnTo>
                    <a:pt x="149583" y="325674"/>
                  </a:lnTo>
                  <a:lnTo>
                    <a:pt x="122128" y="353129"/>
                  </a:lnTo>
                  <a:lnTo>
                    <a:pt x="61537" y="408039"/>
                  </a:lnTo>
                  <a:lnTo>
                    <a:pt x="83312" y="259403"/>
                  </a:lnTo>
                  <a:lnTo>
                    <a:pt x="84259" y="259403"/>
                  </a:lnTo>
                  <a:cubicBezTo>
                    <a:pt x="103193" y="268871"/>
                    <a:pt x="124021" y="274551"/>
                    <a:pt x="146743" y="274551"/>
                  </a:cubicBezTo>
                  <a:cubicBezTo>
                    <a:pt x="169464" y="274551"/>
                    <a:pt x="190292" y="268871"/>
                    <a:pt x="209227" y="259403"/>
                  </a:cubicBezTo>
                  <a:lnTo>
                    <a:pt x="215854" y="259403"/>
                  </a:lnTo>
                  <a:lnTo>
                    <a:pt x="237629" y="408039"/>
                  </a:lnTo>
                  <a:lnTo>
                    <a:pt x="177038" y="353129"/>
                  </a:lnTo>
                  <a:close/>
                </a:path>
              </a:pathLst>
            </a:custGeom>
            <a:solidFill>
              <a:srgbClr val="7A003C"/>
            </a:solidFill>
            <a:ln w="9438" cap="flat">
              <a:noFill/>
              <a:prstDash val="solid"/>
              <a:miter/>
            </a:ln>
          </p:spPr>
          <p:txBody>
            <a:bodyPr rtlCol="0" anchor="ctr"/>
            <a:lstStyle/>
            <a:p>
              <a:endParaRPr lang="en-US"/>
            </a:p>
          </p:txBody>
        </p:sp>
      </p:grpSp>
      <p:pic>
        <p:nvPicPr>
          <p:cNvPr id="47" name="Graphic 46">
            <a:extLst>
              <a:ext uri="{FF2B5EF4-FFF2-40B4-BE49-F238E27FC236}">
                <a16:creationId xmlns:a16="http://schemas.microsoft.com/office/drawing/2014/main" id="{3FC02B65-DB88-9AD3-CE2A-7EE6D2F128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8150" y="7192093"/>
            <a:ext cx="417696" cy="417696"/>
          </a:xfrm>
          <a:prstGeom prst="rect">
            <a:avLst/>
          </a:prstGeom>
        </p:spPr>
      </p:pic>
      <p:sp>
        <p:nvSpPr>
          <p:cNvPr id="49" name="TextBox 48">
            <a:extLst>
              <a:ext uri="{FF2B5EF4-FFF2-40B4-BE49-F238E27FC236}">
                <a16:creationId xmlns:a16="http://schemas.microsoft.com/office/drawing/2014/main" id="{07E62C8C-B9B8-2BD5-45B5-E0B0A39FFE16}"/>
              </a:ext>
            </a:extLst>
          </p:cNvPr>
          <p:cNvSpPr txBox="1"/>
          <p:nvPr userDrawn="1"/>
        </p:nvSpPr>
        <p:spPr>
          <a:xfrm>
            <a:off x="438148" y="8656484"/>
            <a:ext cx="5183463" cy="646331"/>
          </a:xfrm>
          <a:prstGeom prst="rect">
            <a:avLst/>
          </a:prstGeom>
          <a:noFill/>
        </p:spPr>
        <p:txBody>
          <a:bodyPr wrap="square" rtlCol="0">
            <a:spAutoFit/>
          </a:bodyPr>
          <a:lstStyle/>
          <a:p>
            <a:r>
              <a:rPr lang="en-US" sz="1200">
                <a:solidFill>
                  <a:schemeClr val="accent3"/>
                </a:solidFill>
              </a:rPr>
              <a:t>* Times Higher Education 2023</a:t>
            </a:r>
          </a:p>
          <a:p>
            <a:r>
              <a:rPr lang="en-US" sz="1200">
                <a:solidFill>
                  <a:schemeClr val="accent3"/>
                </a:solidFill>
              </a:rPr>
              <a:t>‡ Shanghai Ranking's Academic Ranking of World Universities 2023</a:t>
            </a:r>
          </a:p>
          <a:p>
            <a:r>
              <a:rPr lang="en-US" sz="1200">
                <a:solidFill>
                  <a:schemeClr val="accent3"/>
                </a:solidFill>
              </a:rPr>
              <a:t>† Research </a:t>
            </a:r>
            <a:r>
              <a:rPr lang="en-US" sz="1200" err="1">
                <a:solidFill>
                  <a:schemeClr val="accent3"/>
                </a:solidFill>
              </a:rPr>
              <a:t>Infosource</a:t>
            </a:r>
            <a:r>
              <a:rPr lang="en-US" sz="1200">
                <a:solidFill>
                  <a:schemeClr val="accent3"/>
                </a:solidFill>
              </a:rPr>
              <a:t> 2023</a:t>
            </a:r>
            <a:endParaRPr lang="en-US" sz="1200" baseline="30000">
              <a:solidFill>
                <a:schemeClr val="accent3"/>
              </a:solidFill>
            </a:endParaRP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50" name="Date Placeholder 3">
            <a:extLst>
              <a:ext uri="{FF2B5EF4-FFF2-40B4-BE49-F238E27FC236}">
                <a16:creationId xmlns:a16="http://schemas.microsoft.com/office/drawing/2014/main" id="{E89E05A3-F6AB-676E-2454-621F509EBA0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
        <p:nvSpPr>
          <p:cNvPr id="2" name="Title 1">
            <a:extLst>
              <a:ext uri="{FF2B5EF4-FFF2-40B4-BE49-F238E27FC236}">
                <a16:creationId xmlns:a16="http://schemas.microsoft.com/office/drawing/2014/main" id="{6AD5D599-9721-B464-10AC-237C751ECCA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tx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C287B01D-192F-BBAD-161B-8D22688A244A}"/>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Tree>
    <p:extLst>
      <p:ext uri="{BB962C8B-B14F-4D97-AF65-F5344CB8AC3E}">
        <p14:creationId xmlns:p14="http://schemas.microsoft.com/office/powerpoint/2010/main" val="2086490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yout 15 - Brighter World">
    <p:spTree>
      <p:nvGrpSpPr>
        <p:cNvPr id="1" name=""/>
        <p:cNvGrpSpPr/>
        <p:nvPr/>
      </p:nvGrpSpPr>
      <p:grpSpPr>
        <a:xfrm>
          <a:off x="0" y="0"/>
          <a:ext cx="0" cy="0"/>
          <a:chOff x="0" y="0"/>
          <a:chExt cx="0" cy="0"/>
        </a:xfrm>
      </p:grpSpPr>
      <p:sp>
        <p:nvSpPr>
          <p:cNvPr id="68" name="Title 67">
            <a:extLst>
              <a:ext uri="{FF2B5EF4-FFF2-40B4-BE49-F238E27FC236}">
                <a16:creationId xmlns:a16="http://schemas.microsoft.com/office/drawing/2014/main" id="{2BD07626-E45E-A81D-40C3-0F8C5666CD82}"/>
              </a:ext>
            </a:extLst>
          </p:cNvPr>
          <p:cNvSpPr>
            <a:spLocks noGrp="1"/>
          </p:cNvSpPr>
          <p:nvPr>
            <p:ph type="title" hasCustomPrompt="1"/>
          </p:nvPr>
        </p:nvSpPr>
        <p:spPr>
          <a:xfrm>
            <a:off x="462530" y="440431"/>
            <a:ext cx="19393352" cy="733208"/>
          </a:xfrm>
          <a:prstGeom prst="rect">
            <a:avLst/>
          </a:prstGeom>
        </p:spPr>
        <p:txBody>
          <a:bodyPr/>
          <a:lstStyle>
            <a:lvl1pPr>
              <a:defRPr sz="4400" b="1"/>
            </a:lvl1pPr>
          </a:lstStyle>
          <a:p>
            <a:r>
              <a:rPr lang="en-US" dirty="0"/>
              <a:t>Title goes here on 1 line</a:t>
            </a:r>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62530" y="1267200"/>
            <a:ext cx="19417732" cy="573884"/>
          </a:xfrm>
          <a:prstGeom prst="rect">
            <a:avLst/>
          </a:prstGeom>
        </p:spPr>
        <p:txBody>
          <a:bodyPr anchor="t"/>
          <a:lstStyle>
            <a:lvl1pPr marL="0" indent="0" algn="l">
              <a:buNone/>
              <a:defRPr sz="3600">
                <a:solidFill>
                  <a:srgbClr val="7A093C"/>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dirty="0"/>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66" name="Date Placeholder 3">
            <a:extLst>
              <a:ext uri="{FF2B5EF4-FFF2-40B4-BE49-F238E27FC236}">
                <a16:creationId xmlns:a16="http://schemas.microsoft.com/office/drawing/2014/main" id="{25B13FEC-56D6-BDDA-B11D-2B62FBC10D5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740081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yout 16 - Blank Footer">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582192C-3A69-FE59-73A6-A262DF7259A5}"/>
              </a:ext>
            </a:extLst>
          </p:cNvPr>
          <p:cNvSpPr>
            <a:spLocks noGrp="1"/>
          </p:cNvSpPr>
          <p:nvPr>
            <p:ph type="dt" sz="half" idx="10"/>
          </p:nvPr>
        </p:nvSpPr>
        <p:spPr/>
        <p:txBody>
          <a:bodyPr/>
          <a:lstStyle/>
          <a:p>
            <a:fld id="{D2792E9C-7E5E-F14F-B049-5BFE22D713B7}" type="datetime4">
              <a:rPr lang="en-CA" smtClean="0"/>
              <a:t>October 7, 2026</a:t>
            </a:fld>
            <a:endParaRPr lang="en-US"/>
          </a:p>
        </p:txBody>
      </p:sp>
      <p:sp>
        <p:nvSpPr>
          <p:cNvPr id="8" name="Footer Placeholder 7">
            <a:extLst>
              <a:ext uri="{FF2B5EF4-FFF2-40B4-BE49-F238E27FC236}">
                <a16:creationId xmlns:a16="http://schemas.microsoft.com/office/drawing/2014/main" id="{55191159-C341-9E42-1ED7-056848027C65}"/>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92A4791-8BB3-D788-EFE9-CDE2FEB047BE}"/>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579551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 17 - Land Acknowledgem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7" name="Title 6">
            <a:extLst>
              <a:ext uri="{FF2B5EF4-FFF2-40B4-BE49-F238E27FC236}">
                <a16:creationId xmlns:a16="http://schemas.microsoft.com/office/drawing/2014/main" id="{BE307E64-9C0E-0EB5-E08F-ED76C1E81B85}"/>
              </a:ext>
            </a:extLst>
          </p:cNvPr>
          <p:cNvSpPr>
            <a:spLocks noGrp="1"/>
          </p:cNvSpPr>
          <p:nvPr>
            <p:ph type="title"/>
          </p:nvPr>
        </p:nvSpPr>
        <p:spPr>
          <a:xfrm>
            <a:off x="3311999" y="4520998"/>
            <a:ext cx="14302799" cy="648602"/>
          </a:xfrm>
          <a:prstGeom prst="rect">
            <a:avLst/>
          </a:prstGeom>
        </p:spPr>
        <p:txBody>
          <a:bodyPr/>
          <a:lstStyle>
            <a:lvl1pPr>
              <a:defRPr sz="4000" b="1">
                <a:solidFill>
                  <a:schemeClr val="bg1"/>
                </a:solidFill>
              </a:defRPr>
            </a:lvl1pPr>
          </a:lstStyle>
          <a:p>
            <a:r>
              <a:rPr lang="en-US" dirty="0"/>
              <a:t>Click to edit Master title style</a:t>
            </a:r>
            <a:endParaRPr lang="en-CA"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p:nvPr>
        </p:nvSpPr>
        <p:spPr>
          <a:xfrm>
            <a:off x="3312000" y="5421600"/>
            <a:ext cx="14302799" cy="2805297"/>
          </a:xfrm>
          <a:prstGeom prst="rect">
            <a:avLst/>
          </a:prstGeom>
        </p:spPr>
        <p:txBody>
          <a:bodyPr anchor="t"/>
          <a:lstStyle>
            <a:lvl1pPr marL="0" indent="0" algn="l">
              <a:buNone/>
              <a:defRPr sz="3600" baseline="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endParaRPr lang="en-US" sz="3600" baseline="30000" dirty="0">
              <a:solidFill>
                <a:schemeClr val="bg1"/>
              </a:solidFill>
            </a:endParaRPr>
          </a:p>
        </p:txBody>
      </p:sp>
      <p:grpSp>
        <p:nvGrpSpPr>
          <p:cNvPr id="8" name="Group 7" descr="An icon of a hand holding a sapling.">
            <a:extLst>
              <a:ext uri="{FF2B5EF4-FFF2-40B4-BE49-F238E27FC236}">
                <a16:creationId xmlns:a16="http://schemas.microsoft.com/office/drawing/2014/main" id="{0DECB02C-2326-F95A-1ECA-3D29624B802C}"/>
              </a:ext>
            </a:extLst>
          </p:cNvPr>
          <p:cNvGrpSpPr/>
          <p:nvPr userDrawn="1"/>
        </p:nvGrpSpPr>
        <p:grpSpPr>
          <a:xfrm>
            <a:off x="3429538" y="3189238"/>
            <a:ext cx="1087755" cy="1087754"/>
            <a:chOff x="12372571" y="7209566"/>
            <a:chExt cx="1087755" cy="1087754"/>
          </a:xfrm>
        </p:grpSpPr>
        <p:sp>
          <p:nvSpPr>
            <p:cNvPr id="9" name="Freeform 8">
              <a:extLst>
                <a:ext uri="{FF2B5EF4-FFF2-40B4-BE49-F238E27FC236}">
                  <a16:creationId xmlns:a16="http://schemas.microsoft.com/office/drawing/2014/main" id="{94FBF782-1048-A071-8D84-1668E5FC19BD}"/>
                </a:ext>
              </a:extLst>
            </p:cNvPr>
            <p:cNvSpPr/>
            <p:nvPr/>
          </p:nvSpPr>
          <p:spPr>
            <a:xfrm>
              <a:off x="12769764" y="7286718"/>
              <a:ext cx="553402" cy="402907"/>
            </a:xfrm>
            <a:custGeom>
              <a:avLst/>
              <a:gdLst>
                <a:gd name="connsiteX0" fmla="*/ 467678 w 553402"/>
                <a:gd name="connsiteY0" fmla="*/ 0 h 402907"/>
                <a:gd name="connsiteX1" fmla="*/ 276225 w 553402"/>
                <a:gd name="connsiteY1" fmla="*/ 120015 h 402907"/>
                <a:gd name="connsiteX2" fmla="*/ 84772 w 553402"/>
                <a:gd name="connsiteY2" fmla="*/ 0 h 402907"/>
                <a:gd name="connsiteX3" fmla="*/ 0 w 553402"/>
                <a:gd name="connsiteY3" fmla="*/ 0 h 402907"/>
                <a:gd name="connsiteX4" fmla="*/ 0 w 553402"/>
                <a:gd name="connsiteY4" fmla="*/ 20955 h 402907"/>
                <a:gd name="connsiteX5" fmla="*/ 212407 w 553402"/>
                <a:gd name="connsiteY5" fmla="*/ 233363 h 402907"/>
                <a:gd name="connsiteX6" fmla="*/ 255270 w 553402"/>
                <a:gd name="connsiteY6" fmla="*/ 233363 h 402907"/>
                <a:gd name="connsiteX7" fmla="*/ 255270 w 553402"/>
                <a:gd name="connsiteY7" fmla="*/ 402908 h 402907"/>
                <a:gd name="connsiteX8" fmla="*/ 298132 w 553402"/>
                <a:gd name="connsiteY8" fmla="*/ 402908 h 402907"/>
                <a:gd name="connsiteX9" fmla="*/ 298132 w 553402"/>
                <a:gd name="connsiteY9" fmla="*/ 233363 h 402907"/>
                <a:gd name="connsiteX10" fmla="*/ 340995 w 553402"/>
                <a:gd name="connsiteY10" fmla="*/ 233363 h 402907"/>
                <a:gd name="connsiteX11" fmla="*/ 553403 w 553402"/>
                <a:gd name="connsiteY11" fmla="*/ 20955 h 402907"/>
                <a:gd name="connsiteX12" fmla="*/ 553403 w 553402"/>
                <a:gd name="connsiteY12" fmla="*/ 0 h 402907"/>
                <a:gd name="connsiteX13" fmla="*/ 468630 w 553402"/>
                <a:gd name="connsiteY13" fmla="*/ 0 h 402907"/>
                <a:gd name="connsiteX14" fmla="*/ 212407 w 553402"/>
                <a:gd name="connsiteY14" fmla="*/ 190500 h 402907"/>
                <a:gd name="connsiteX15" fmla="*/ 43815 w 553402"/>
                <a:gd name="connsiteY15" fmla="*/ 41910 h 402907"/>
                <a:gd name="connsiteX16" fmla="*/ 84772 w 553402"/>
                <a:gd name="connsiteY16" fmla="*/ 41910 h 402907"/>
                <a:gd name="connsiteX17" fmla="*/ 253365 w 553402"/>
                <a:gd name="connsiteY17" fmla="*/ 190500 h 402907"/>
                <a:gd name="connsiteX18" fmla="*/ 212407 w 553402"/>
                <a:gd name="connsiteY18" fmla="*/ 190500 h 402907"/>
                <a:gd name="connsiteX19" fmla="*/ 340042 w 553402"/>
                <a:gd name="connsiteY19" fmla="*/ 190500 h 402907"/>
                <a:gd name="connsiteX20" fmla="*/ 299085 w 553402"/>
                <a:gd name="connsiteY20" fmla="*/ 190500 h 402907"/>
                <a:gd name="connsiteX21" fmla="*/ 467678 w 553402"/>
                <a:gd name="connsiteY21" fmla="*/ 41910 h 402907"/>
                <a:gd name="connsiteX22" fmla="*/ 508635 w 553402"/>
                <a:gd name="connsiteY22" fmla="*/ 41910 h 402907"/>
                <a:gd name="connsiteX23" fmla="*/ 340042 w 553402"/>
                <a:gd name="connsiteY23" fmla="*/ 190500 h 4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3402" h="402907">
                  <a:moveTo>
                    <a:pt x="467678" y="0"/>
                  </a:moveTo>
                  <a:cubicBezTo>
                    <a:pt x="383857" y="0"/>
                    <a:pt x="310515" y="48578"/>
                    <a:pt x="276225" y="120015"/>
                  </a:cubicBezTo>
                  <a:cubicBezTo>
                    <a:pt x="241935" y="49530"/>
                    <a:pt x="168592" y="0"/>
                    <a:pt x="84772" y="0"/>
                  </a:cubicBezTo>
                  <a:lnTo>
                    <a:pt x="0" y="0"/>
                  </a:lnTo>
                  <a:lnTo>
                    <a:pt x="0" y="20955"/>
                  </a:lnTo>
                  <a:cubicBezTo>
                    <a:pt x="0" y="138113"/>
                    <a:pt x="95250" y="233363"/>
                    <a:pt x="212407" y="233363"/>
                  </a:cubicBezTo>
                  <a:lnTo>
                    <a:pt x="255270" y="233363"/>
                  </a:lnTo>
                  <a:lnTo>
                    <a:pt x="255270" y="402908"/>
                  </a:lnTo>
                  <a:lnTo>
                    <a:pt x="298132" y="402908"/>
                  </a:lnTo>
                  <a:lnTo>
                    <a:pt x="298132" y="233363"/>
                  </a:lnTo>
                  <a:lnTo>
                    <a:pt x="340995" y="233363"/>
                  </a:lnTo>
                  <a:cubicBezTo>
                    <a:pt x="458153" y="233363"/>
                    <a:pt x="553403" y="138113"/>
                    <a:pt x="553403" y="20955"/>
                  </a:cubicBezTo>
                  <a:lnTo>
                    <a:pt x="553403" y="0"/>
                  </a:lnTo>
                  <a:lnTo>
                    <a:pt x="468630" y="0"/>
                  </a:lnTo>
                  <a:close/>
                  <a:moveTo>
                    <a:pt x="212407" y="190500"/>
                  </a:moveTo>
                  <a:cubicBezTo>
                    <a:pt x="125730" y="190500"/>
                    <a:pt x="54292" y="125730"/>
                    <a:pt x="43815" y="41910"/>
                  </a:cubicBezTo>
                  <a:lnTo>
                    <a:pt x="84772" y="41910"/>
                  </a:lnTo>
                  <a:cubicBezTo>
                    <a:pt x="171450" y="41910"/>
                    <a:pt x="242888" y="106680"/>
                    <a:pt x="253365" y="190500"/>
                  </a:cubicBezTo>
                  <a:lnTo>
                    <a:pt x="212407" y="190500"/>
                  </a:lnTo>
                  <a:close/>
                  <a:moveTo>
                    <a:pt x="340042" y="190500"/>
                  </a:moveTo>
                  <a:lnTo>
                    <a:pt x="299085" y="190500"/>
                  </a:lnTo>
                  <a:cubicBezTo>
                    <a:pt x="309563" y="106680"/>
                    <a:pt x="381000" y="41910"/>
                    <a:pt x="467678" y="41910"/>
                  </a:cubicBezTo>
                  <a:lnTo>
                    <a:pt x="508635" y="41910"/>
                  </a:lnTo>
                  <a:cubicBezTo>
                    <a:pt x="498157" y="125730"/>
                    <a:pt x="426720" y="190500"/>
                    <a:pt x="340042" y="190500"/>
                  </a:cubicBezTo>
                  <a:close/>
                </a:path>
              </a:pathLst>
            </a:custGeom>
            <a:solidFill>
              <a:schemeClr val="accent2"/>
            </a:solidFill>
            <a:ln w="0" cap="flat">
              <a:noFill/>
              <a:prstDash val="solid"/>
              <a:miter/>
            </a:ln>
          </p:spPr>
          <p:txBody>
            <a:bodyPr rtlCol="0" anchor="ctr"/>
            <a:lstStyle/>
            <a:p>
              <a:endParaRPr lang="en-US"/>
            </a:p>
          </p:txBody>
        </p:sp>
        <p:grpSp>
          <p:nvGrpSpPr>
            <p:cNvPr id="10" name="Graphic 8">
              <a:extLst>
                <a:ext uri="{FF2B5EF4-FFF2-40B4-BE49-F238E27FC236}">
                  <a16:creationId xmlns:a16="http://schemas.microsoft.com/office/drawing/2014/main" id="{3ACF959F-56A5-E952-F484-09D13707B923}"/>
                </a:ext>
              </a:extLst>
            </p:cNvPr>
            <p:cNvGrpSpPr/>
            <p:nvPr/>
          </p:nvGrpSpPr>
          <p:grpSpPr>
            <a:xfrm>
              <a:off x="12372571" y="7209566"/>
              <a:ext cx="1087755" cy="1087754"/>
              <a:chOff x="12372571" y="7209566"/>
              <a:chExt cx="1087755" cy="1087754"/>
            </a:xfrm>
          </p:grpSpPr>
          <p:sp>
            <p:nvSpPr>
              <p:cNvPr id="11" name="Freeform 10">
                <a:extLst>
                  <a:ext uri="{FF2B5EF4-FFF2-40B4-BE49-F238E27FC236}">
                    <a16:creationId xmlns:a16="http://schemas.microsoft.com/office/drawing/2014/main" id="{1AA8C2A7-AF14-0681-9645-70B1E1D21E4A}"/>
                  </a:ext>
                </a:extLst>
              </p:cNvPr>
              <p:cNvSpPr/>
              <p:nvPr/>
            </p:nvSpPr>
            <p:spPr>
              <a:xfrm>
                <a:off x="12372571" y="7209566"/>
                <a:ext cx="1087755" cy="1087754"/>
              </a:xfrm>
              <a:custGeom>
                <a:avLst/>
                <a:gdLst>
                  <a:gd name="connsiteX0" fmla="*/ 1087755 w 1087755"/>
                  <a:gd name="connsiteY0" fmla="*/ 0 h 1087754"/>
                  <a:gd name="connsiteX1" fmla="*/ 1087755 w 1087755"/>
                  <a:gd name="connsiteY1" fmla="*/ 1087755 h 1087754"/>
                  <a:gd name="connsiteX2" fmla="*/ 0 w 1087755"/>
                  <a:gd name="connsiteY2" fmla="*/ 1087755 h 1087754"/>
                </a:gdLst>
                <a:ahLst/>
                <a:cxnLst>
                  <a:cxn ang="0">
                    <a:pos x="connsiteX0" y="connsiteY0"/>
                  </a:cxn>
                  <a:cxn ang="0">
                    <a:pos x="connsiteX1" y="connsiteY1"/>
                  </a:cxn>
                  <a:cxn ang="0">
                    <a:pos x="connsiteX2" y="connsiteY2"/>
                  </a:cxn>
                </a:cxnLst>
                <a:rect l="l" t="t" r="r" b="b"/>
                <a:pathLst>
                  <a:path w="1087755" h="1087754">
                    <a:moveTo>
                      <a:pt x="1087755" y="0"/>
                    </a:moveTo>
                    <a:lnTo>
                      <a:pt x="1087755" y="1087755"/>
                    </a:lnTo>
                    <a:lnTo>
                      <a:pt x="0" y="1087755"/>
                    </a:lnTo>
                  </a:path>
                </a:pathLst>
              </a:custGeom>
              <a:noFill/>
              <a:ln w="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8BDA1C6A-BF36-D885-B1B1-203DE44727B8}"/>
                  </a:ext>
                </a:extLst>
              </p:cNvPr>
              <p:cNvSpPr/>
              <p:nvPr/>
            </p:nvSpPr>
            <p:spPr>
              <a:xfrm>
                <a:off x="12383048" y="7669623"/>
                <a:ext cx="1062990" cy="552450"/>
              </a:xfrm>
              <a:custGeom>
                <a:avLst/>
                <a:gdLst>
                  <a:gd name="connsiteX0" fmla="*/ 1048703 w 1062990"/>
                  <a:gd name="connsiteY0" fmla="*/ 261938 h 552450"/>
                  <a:gd name="connsiteX1" fmla="*/ 944880 w 1062990"/>
                  <a:gd name="connsiteY1" fmla="*/ 206693 h 552450"/>
                  <a:gd name="connsiteX2" fmla="*/ 929640 w 1062990"/>
                  <a:gd name="connsiteY2" fmla="*/ 206693 h 552450"/>
                  <a:gd name="connsiteX3" fmla="*/ 661988 w 1062990"/>
                  <a:gd name="connsiteY3" fmla="*/ 0 h 552450"/>
                  <a:gd name="connsiteX4" fmla="*/ 418148 w 1062990"/>
                  <a:gd name="connsiteY4" fmla="*/ 146685 h 552450"/>
                  <a:gd name="connsiteX5" fmla="*/ 343853 w 1062990"/>
                  <a:gd name="connsiteY5" fmla="*/ 127635 h 552450"/>
                  <a:gd name="connsiteX6" fmla="*/ 203835 w 1062990"/>
                  <a:gd name="connsiteY6" fmla="*/ 191452 h 552450"/>
                  <a:gd name="connsiteX7" fmla="*/ 0 w 1062990"/>
                  <a:gd name="connsiteY7" fmla="*/ 191452 h 552450"/>
                  <a:gd name="connsiteX8" fmla="*/ 0 w 1062990"/>
                  <a:gd name="connsiteY8" fmla="*/ 488633 h 552450"/>
                  <a:gd name="connsiteX9" fmla="*/ 209550 w 1062990"/>
                  <a:gd name="connsiteY9" fmla="*/ 488633 h 552450"/>
                  <a:gd name="connsiteX10" fmla="*/ 404813 w 1062990"/>
                  <a:gd name="connsiteY10" fmla="*/ 552450 h 552450"/>
                  <a:gd name="connsiteX11" fmla="*/ 732473 w 1062990"/>
                  <a:gd name="connsiteY11" fmla="*/ 552450 h 552450"/>
                  <a:gd name="connsiteX12" fmla="*/ 738188 w 1062990"/>
                  <a:gd name="connsiteY12" fmla="*/ 547688 h 552450"/>
                  <a:gd name="connsiteX13" fmla="*/ 974408 w 1062990"/>
                  <a:gd name="connsiteY13" fmla="*/ 351473 h 552450"/>
                  <a:gd name="connsiteX14" fmla="*/ 1022985 w 1062990"/>
                  <a:gd name="connsiteY14" fmla="*/ 311468 h 552450"/>
                  <a:gd name="connsiteX15" fmla="*/ 1045845 w 1062990"/>
                  <a:gd name="connsiteY15" fmla="*/ 293370 h 552450"/>
                  <a:gd name="connsiteX16" fmla="*/ 1062990 w 1062990"/>
                  <a:gd name="connsiteY16" fmla="*/ 280035 h 552450"/>
                  <a:gd name="connsiteX17" fmla="*/ 1048703 w 1062990"/>
                  <a:gd name="connsiteY17" fmla="*/ 263843 h 552450"/>
                  <a:gd name="connsiteX18" fmla="*/ 662940 w 1062990"/>
                  <a:gd name="connsiteY18" fmla="*/ 41910 h 552450"/>
                  <a:gd name="connsiteX19" fmla="*/ 887730 w 1062990"/>
                  <a:gd name="connsiteY19" fmla="*/ 212408 h 552450"/>
                  <a:gd name="connsiteX20" fmla="*/ 832485 w 1062990"/>
                  <a:gd name="connsiteY20" fmla="*/ 240983 h 552450"/>
                  <a:gd name="connsiteX21" fmla="*/ 798195 w 1062990"/>
                  <a:gd name="connsiteY21" fmla="*/ 271463 h 552450"/>
                  <a:gd name="connsiteX22" fmla="*/ 746760 w 1062990"/>
                  <a:gd name="connsiteY22" fmla="*/ 318135 h 552450"/>
                  <a:gd name="connsiteX23" fmla="*/ 746760 w 1062990"/>
                  <a:gd name="connsiteY23" fmla="*/ 318135 h 552450"/>
                  <a:gd name="connsiteX24" fmla="*/ 600075 w 1062990"/>
                  <a:gd name="connsiteY24" fmla="*/ 190500 h 552450"/>
                  <a:gd name="connsiteX25" fmla="*/ 481965 w 1062990"/>
                  <a:gd name="connsiteY25" fmla="*/ 190500 h 552450"/>
                  <a:gd name="connsiteX26" fmla="*/ 456248 w 1062990"/>
                  <a:gd name="connsiteY26" fmla="*/ 168593 h 552450"/>
                  <a:gd name="connsiteX27" fmla="*/ 663893 w 1062990"/>
                  <a:gd name="connsiteY27" fmla="*/ 41910 h 552450"/>
                  <a:gd name="connsiteX28" fmla="*/ 191453 w 1062990"/>
                  <a:gd name="connsiteY28" fmla="*/ 445770 h 552450"/>
                  <a:gd name="connsiteX29" fmla="*/ 42863 w 1062990"/>
                  <a:gd name="connsiteY29" fmla="*/ 445770 h 552450"/>
                  <a:gd name="connsiteX30" fmla="*/ 42863 w 1062990"/>
                  <a:gd name="connsiteY30" fmla="*/ 233363 h 552450"/>
                  <a:gd name="connsiteX31" fmla="*/ 191453 w 1062990"/>
                  <a:gd name="connsiteY31" fmla="*/ 233363 h 552450"/>
                  <a:gd name="connsiteX32" fmla="*/ 191453 w 1062990"/>
                  <a:gd name="connsiteY32" fmla="*/ 445770 h 552450"/>
                  <a:gd name="connsiteX33" fmla="*/ 996315 w 1062990"/>
                  <a:gd name="connsiteY33" fmla="*/ 277178 h 552450"/>
                  <a:gd name="connsiteX34" fmla="*/ 946785 w 1062990"/>
                  <a:gd name="connsiteY34" fmla="*/ 318135 h 552450"/>
                  <a:gd name="connsiteX35" fmla="*/ 716280 w 1062990"/>
                  <a:gd name="connsiteY35" fmla="*/ 509588 h 552450"/>
                  <a:gd name="connsiteX36" fmla="*/ 411480 w 1062990"/>
                  <a:gd name="connsiteY36" fmla="*/ 509588 h 552450"/>
                  <a:gd name="connsiteX37" fmla="*/ 234315 w 1062990"/>
                  <a:gd name="connsiteY37" fmla="*/ 451485 h 552450"/>
                  <a:gd name="connsiteX38" fmla="*/ 234315 w 1062990"/>
                  <a:gd name="connsiteY38" fmla="*/ 220980 h 552450"/>
                  <a:gd name="connsiteX39" fmla="*/ 344805 w 1062990"/>
                  <a:gd name="connsiteY39" fmla="*/ 169545 h 552450"/>
                  <a:gd name="connsiteX40" fmla="*/ 456248 w 1062990"/>
                  <a:gd name="connsiteY40" fmla="*/ 225743 h 552450"/>
                  <a:gd name="connsiteX41" fmla="*/ 462915 w 1062990"/>
                  <a:gd name="connsiteY41" fmla="*/ 232410 h 552450"/>
                  <a:gd name="connsiteX42" fmla="*/ 600075 w 1062990"/>
                  <a:gd name="connsiteY42" fmla="*/ 232410 h 552450"/>
                  <a:gd name="connsiteX43" fmla="*/ 703898 w 1062990"/>
                  <a:gd name="connsiteY43" fmla="*/ 317183 h 552450"/>
                  <a:gd name="connsiteX44" fmla="*/ 503873 w 1062990"/>
                  <a:gd name="connsiteY44" fmla="*/ 317183 h 552450"/>
                  <a:gd name="connsiteX45" fmla="*/ 503873 w 1062990"/>
                  <a:gd name="connsiteY45" fmla="*/ 360045 h 552450"/>
                  <a:gd name="connsiteX46" fmla="*/ 762953 w 1062990"/>
                  <a:gd name="connsiteY46" fmla="*/ 360045 h 552450"/>
                  <a:gd name="connsiteX47" fmla="*/ 768668 w 1062990"/>
                  <a:gd name="connsiteY47" fmla="*/ 355283 h 552450"/>
                  <a:gd name="connsiteX48" fmla="*/ 827723 w 1062990"/>
                  <a:gd name="connsiteY48" fmla="*/ 302895 h 552450"/>
                  <a:gd name="connsiteX49" fmla="*/ 860108 w 1062990"/>
                  <a:gd name="connsiteY49" fmla="*/ 274320 h 552450"/>
                  <a:gd name="connsiteX50" fmla="*/ 941070 w 1062990"/>
                  <a:gd name="connsiteY50" fmla="*/ 249555 h 552450"/>
                  <a:gd name="connsiteX51" fmla="*/ 1001078 w 1062990"/>
                  <a:gd name="connsiteY51" fmla="*/ 274320 h 552450"/>
                  <a:gd name="connsiteX52" fmla="*/ 996315 w 1062990"/>
                  <a:gd name="connsiteY52" fmla="*/ 27813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62990" h="552450">
                    <a:moveTo>
                      <a:pt x="1048703" y="261938"/>
                    </a:moveTo>
                    <a:cubicBezTo>
                      <a:pt x="1022033" y="230505"/>
                      <a:pt x="985838" y="211455"/>
                      <a:pt x="944880" y="206693"/>
                    </a:cubicBezTo>
                    <a:cubicBezTo>
                      <a:pt x="940118" y="206693"/>
                      <a:pt x="935355" y="206693"/>
                      <a:pt x="929640" y="206693"/>
                    </a:cubicBezTo>
                    <a:cubicBezTo>
                      <a:pt x="898208" y="85725"/>
                      <a:pt x="788670" y="0"/>
                      <a:pt x="661988" y="0"/>
                    </a:cubicBezTo>
                    <a:cubicBezTo>
                      <a:pt x="535305" y="0"/>
                      <a:pt x="465773" y="57150"/>
                      <a:pt x="418148" y="146685"/>
                    </a:cubicBezTo>
                    <a:cubicBezTo>
                      <a:pt x="396240" y="136208"/>
                      <a:pt x="371475" y="127635"/>
                      <a:pt x="343853" y="127635"/>
                    </a:cubicBezTo>
                    <a:cubicBezTo>
                      <a:pt x="279083" y="127635"/>
                      <a:pt x="222885" y="174308"/>
                      <a:pt x="203835" y="191452"/>
                    </a:cubicBezTo>
                    <a:lnTo>
                      <a:pt x="0" y="191452"/>
                    </a:lnTo>
                    <a:lnTo>
                      <a:pt x="0" y="488633"/>
                    </a:lnTo>
                    <a:lnTo>
                      <a:pt x="209550" y="488633"/>
                    </a:lnTo>
                    <a:lnTo>
                      <a:pt x="404813" y="552450"/>
                    </a:lnTo>
                    <a:lnTo>
                      <a:pt x="732473" y="552450"/>
                    </a:lnTo>
                    <a:lnTo>
                      <a:pt x="738188" y="547688"/>
                    </a:lnTo>
                    <a:cubicBezTo>
                      <a:pt x="874395" y="434340"/>
                      <a:pt x="939165" y="381000"/>
                      <a:pt x="974408" y="351473"/>
                    </a:cubicBezTo>
                    <a:cubicBezTo>
                      <a:pt x="999173" y="331153"/>
                      <a:pt x="1015365" y="317818"/>
                      <a:pt x="1022985" y="311468"/>
                    </a:cubicBezTo>
                    <a:cubicBezTo>
                      <a:pt x="1027748" y="307658"/>
                      <a:pt x="1034415" y="301943"/>
                      <a:pt x="1045845" y="293370"/>
                    </a:cubicBezTo>
                    <a:lnTo>
                      <a:pt x="1062990" y="280035"/>
                    </a:lnTo>
                    <a:lnTo>
                      <a:pt x="1048703" y="263843"/>
                    </a:lnTo>
                    <a:close/>
                    <a:moveTo>
                      <a:pt x="662940" y="41910"/>
                    </a:moveTo>
                    <a:cubicBezTo>
                      <a:pt x="768668" y="41910"/>
                      <a:pt x="860108" y="112395"/>
                      <a:pt x="887730" y="212408"/>
                    </a:cubicBezTo>
                    <a:cubicBezTo>
                      <a:pt x="867728" y="218123"/>
                      <a:pt x="849630" y="227648"/>
                      <a:pt x="832485" y="240983"/>
                    </a:cubicBezTo>
                    <a:cubicBezTo>
                      <a:pt x="822008" y="249555"/>
                      <a:pt x="810578" y="260033"/>
                      <a:pt x="798195" y="271463"/>
                    </a:cubicBezTo>
                    <a:cubicBezTo>
                      <a:pt x="783908" y="284798"/>
                      <a:pt x="767715" y="300038"/>
                      <a:pt x="746760" y="318135"/>
                    </a:cubicBezTo>
                    <a:lnTo>
                      <a:pt x="746760" y="318135"/>
                    </a:lnTo>
                    <a:cubicBezTo>
                      <a:pt x="736283" y="245745"/>
                      <a:pt x="674370" y="190500"/>
                      <a:pt x="600075" y="190500"/>
                    </a:cubicBezTo>
                    <a:lnTo>
                      <a:pt x="481965" y="190500"/>
                    </a:lnTo>
                    <a:cubicBezTo>
                      <a:pt x="476250" y="184785"/>
                      <a:pt x="467678" y="177165"/>
                      <a:pt x="456248" y="168593"/>
                    </a:cubicBezTo>
                    <a:cubicBezTo>
                      <a:pt x="496253" y="91440"/>
                      <a:pt x="576263" y="41910"/>
                      <a:pt x="663893" y="41910"/>
                    </a:cubicBezTo>
                    <a:close/>
                    <a:moveTo>
                      <a:pt x="191453" y="445770"/>
                    </a:moveTo>
                    <a:lnTo>
                      <a:pt x="42863" y="445770"/>
                    </a:lnTo>
                    <a:lnTo>
                      <a:pt x="42863" y="233363"/>
                    </a:lnTo>
                    <a:lnTo>
                      <a:pt x="191453" y="233363"/>
                    </a:lnTo>
                    <a:lnTo>
                      <a:pt x="191453" y="445770"/>
                    </a:lnTo>
                    <a:close/>
                    <a:moveTo>
                      <a:pt x="996315" y="277178"/>
                    </a:moveTo>
                    <a:cubicBezTo>
                      <a:pt x="988057" y="283528"/>
                      <a:pt x="971550" y="297180"/>
                      <a:pt x="946785" y="318135"/>
                    </a:cubicBezTo>
                    <a:cubicBezTo>
                      <a:pt x="912495" y="346710"/>
                      <a:pt x="848678" y="400050"/>
                      <a:pt x="716280" y="509588"/>
                    </a:cubicBezTo>
                    <a:lnTo>
                      <a:pt x="411480" y="509588"/>
                    </a:lnTo>
                    <a:lnTo>
                      <a:pt x="234315" y="451485"/>
                    </a:lnTo>
                    <a:lnTo>
                      <a:pt x="234315" y="220980"/>
                    </a:lnTo>
                    <a:cubicBezTo>
                      <a:pt x="250508" y="206693"/>
                      <a:pt x="296228" y="169545"/>
                      <a:pt x="344805" y="169545"/>
                    </a:cubicBezTo>
                    <a:cubicBezTo>
                      <a:pt x="393383" y="169545"/>
                      <a:pt x="456248" y="225743"/>
                      <a:pt x="456248" y="225743"/>
                    </a:cubicBezTo>
                    <a:lnTo>
                      <a:pt x="462915" y="232410"/>
                    </a:lnTo>
                    <a:lnTo>
                      <a:pt x="600075" y="232410"/>
                    </a:lnTo>
                    <a:cubicBezTo>
                      <a:pt x="651510" y="232410"/>
                      <a:pt x="694373" y="268605"/>
                      <a:pt x="703898" y="317183"/>
                    </a:cubicBezTo>
                    <a:lnTo>
                      <a:pt x="503873" y="317183"/>
                    </a:lnTo>
                    <a:lnTo>
                      <a:pt x="503873" y="360045"/>
                    </a:lnTo>
                    <a:lnTo>
                      <a:pt x="762953" y="360045"/>
                    </a:lnTo>
                    <a:lnTo>
                      <a:pt x="768668" y="355283"/>
                    </a:lnTo>
                    <a:cubicBezTo>
                      <a:pt x="793433" y="334328"/>
                      <a:pt x="812483" y="317183"/>
                      <a:pt x="827723" y="302895"/>
                    </a:cubicBezTo>
                    <a:cubicBezTo>
                      <a:pt x="840105" y="291465"/>
                      <a:pt x="849630" y="281940"/>
                      <a:pt x="860108" y="274320"/>
                    </a:cubicBezTo>
                    <a:cubicBezTo>
                      <a:pt x="882968" y="255270"/>
                      <a:pt x="911543" y="246698"/>
                      <a:pt x="941070" y="249555"/>
                    </a:cubicBezTo>
                    <a:cubicBezTo>
                      <a:pt x="962978" y="251460"/>
                      <a:pt x="983933" y="260033"/>
                      <a:pt x="1001078" y="274320"/>
                    </a:cubicBezTo>
                    <a:cubicBezTo>
                      <a:pt x="999173" y="275273"/>
                      <a:pt x="998220" y="277178"/>
                      <a:pt x="996315" y="278130"/>
                    </a:cubicBezTo>
                    <a:close/>
                  </a:path>
                </a:pathLst>
              </a:custGeom>
              <a:solidFill>
                <a:schemeClr val="bg1"/>
              </a:solid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5474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27576582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808280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D6A45-524F-08F1-9FDF-87202C66C8D9}"/>
              </a:ext>
            </a:extLst>
          </p:cNvPr>
          <p:cNvSpPr>
            <a:spLocks noGrp="1"/>
          </p:cNvSpPr>
          <p:nvPr>
            <p:ph type="ctrTitle"/>
          </p:nvPr>
        </p:nvSpPr>
        <p:spPr>
          <a:xfrm>
            <a:off x="2539802" y="1870605"/>
            <a:ext cx="15238810" cy="3979333"/>
          </a:xfrm>
        </p:spPr>
        <p:txBody>
          <a:bodyPr anchor="b"/>
          <a:lstStyle>
            <a:lvl1pPr algn="ctr">
              <a:defRPr sz="7500"/>
            </a:lvl1pPr>
          </a:lstStyle>
          <a:p>
            <a:r>
              <a:rPr lang="en-US"/>
              <a:t>Click to edit Master title style</a:t>
            </a:r>
          </a:p>
        </p:txBody>
      </p:sp>
      <p:sp>
        <p:nvSpPr>
          <p:cNvPr id="3" name="Subtitle 2">
            <a:extLst>
              <a:ext uri="{FF2B5EF4-FFF2-40B4-BE49-F238E27FC236}">
                <a16:creationId xmlns:a16="http://schemas.microsoft.com/office/drawing/2014/main" id="{53C68921-CA36-6180-78DB-809E3C61EEB9}"/>
              </a:ext>
            </a:extLst>
          </p:cNvPr>
          <p:cNvSpPr>
            <a:spLocks noGrp="1"/>
          </p:cNvSpPr>
          <p:nvPr>
            <p:ph type="subTitle" idx="1"/>
          </p:nvPr>
        </p:nvSpPr>
        <p:spPr>
          <a:xfrm>
            <a:off x="2539802" y="6003397"/>
            <a:ext cx="15238810" cy="2759603"/>
          </a:xfrm>
        </p:spPr>
        <p:txBody>
          <a:bodyPr/>
          <a:lstStyle>
            <a:lvl1pPr marL="0" indent="0" algn="ctr">
              <a:buNone/>
              <a:defRPr sz="3000"/>
            </a:lvl1pPr>
            <a:lvl2pPr marL="571511" indent="0" algn="ctr">
              <a:buNone/>
              <a:defRPr sz="2500"/>
            </a:lvl2pPr>
            <a:lvl3pPr marL="1143023" indent="0" algn="ctr">
              <a:buNone/>
              <a:defRPr sz="2250"/>
            </a:lvl3pPr>
            <a:lvl4pPr marL="1714534" indent="0" algn="ctr">
              <a:buNone/>
              <a:defRPr sz="2000"/>
            </a:lvl4pPr>
            <a:lvl5pPr marL="2286046" indent="0" algn="ctr">
              <a:buNone/>
              <a:defRPr sz="2000"/>
            </a:lvl5pPr>
            <a:lvl6pPr marL="2857557" indent="0" algn="ctr">
              <a:buNone/>
              <a:defRPr sz="2000"/>
            </a:lvl6pPr>
            <a:lvl7pPr marL="3429069" indent="0" algn="ctr">
              <a:buNone/>
              <a:defRPr sz="2000"/>
            </a:lvl7pPr>
            <a:lvl8pPr marL="4000580" indent="0" algn="ctr">
              <a:buNone/>
              <a:defRPr sz="2000"/>
            </a:lvl8pPr>
            <a:lvl9pPr marL="4572091" indent="0" algn="ctr">
              <a:buNone/>
              <a:defRPr sz="2000"/>
            </a:lvl9pPr>
          </a:lstStyle>
          <a:p>
            <a:r>
              <a:rPr lang="en-US"/>
              <a:t>Click to edit Master subtitle style</a:t>
            </a:r>
          </a:p>
        </p:txBody>
      </p:sp>
      <p:sp>
        <p:nvSpPr>
          <p:cNvPr id="4" name="Date Placeholder 3">
            <a:extLst>
              <a:ext uri="{FF2B5EF4-FFF2-40B4-BE49-F238E27FC236}">
                <a16:creationId xmlns:a16="http://schemas.microsoft.com/office/drawing/2014/main" id="{DB96F352-2C44-E0A7-0385-E3E2813C4410}"/>
              </a:ext>
            </a:extLst>
          </p:cNvPr>
          <p:cNvSpPr>
            <a:spLocks noGrp="1"/>
          </p:cNvSpPr>
          <p:nvPr>
            <p:ph type="dt" sz="half" idx="10"/>
          </p:nvPr>
        </p:nvSpPr>
        <p:spPr/>
        <p:txBody>
          <a:bodyPr/>
          <a:lstStyle/>
          <a:p>
            <a:fld id="{189D1AEB-F400-1848-A41F-8B6BD3066F6D}" type="datetimeFigureOut">
              <a:rPr lang="en-US" smtClean="0"/>
              <a:t>10/7/26</a:t>
            </a:fld>
            <a:endParaRPr lang="en-US"/>
          </a:p>
        </p:txBody>
      </p:sp>
      <p:sp>
        <p:nvSpPr>
          <p:cNvPr id="5" name="Footer Placeholder 4">
            <a:extLst>
              <a:ext uri="{FF2B5EF4-FFF2-40B4-BE49-F238E27FC236}">
                <a16:creationId xmlns:a16="http://schemas.microsoft.com/office/drawing/2014/main" id="{AAF8C031-7D25-9F3A-FBC9-8BAB899C6A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F4804-2C8E-9A4E-338C-0BDB1F1E322E}"/>
              </a:ext>
            </a:extLst>
          </p:cNvPr>
          <p:cNvSpPr>
            <a:spLocks noGrp="1"/>
          </p:cNvSpPr>
          <p:nvPr>
            <p:ph type="sldNum" sz="quarter" idx="12"/>
          </p:nvPr>
        </p:nvSpPr>
        <p:spPr/>
        <p:txBody>
          <a:bodyPr/>
          <a:lstStyle/>
          <a:p>
            <a:fld id="{9D9956CD-7AB9-B143-AE54-E65367ADB658}" type="slidenum">
              <a:rPr lang="en-US" smtClean="0"/>
              <a:t>‹#›</a:t>
            </a:fld>
            <a:endParaRPr lang="en-US"/>
          </a:p>
        </p:txBody>
      </p:sp>
    </p:spTree>
    <p:extLst>
      <p:ext uri="{BB962C8B-B14F-4D97-AF65-F5344CB8AC3E}">
        <p14:creationId xmlns:p14="http://schemas.microsoft.com/office/powerpoint/2010/main" val="1155921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ayout 1 - Maroon - 2 Column w/ Media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marL="0" marR="0" indent="0" algn="l" defTabSz="1523848" rtl="0" eaLnBrk="1" fontAlgn="auto" latinLnBrk="0" hangingPunct="1">
              <a:lnSpc>
                <a:spcPct val="110000"/>
              </a:lnSpc>
              <a:spcBef>
                <a:spcPct val="0"/>
              </a:spcBef>
              <a:spcAft>
                <a:spcPts val="1000"/>
              </a:spcAft>
              <a:buClrTx/>
              <a:buSzTx/>
              <a:buFontTx/>
              <a:buNone/>
              <a:tabLst/>
              <a:defRPr sz="4400" b="1">
                <a:solidFill>
                  <a:schemeClr val="bg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marR="0" indent="0" algn="l" defTabSz="1523848" rtl="0" eaLnBrk="1" fontAlgn="auto" latinLnBrk="0" hangingPunct="1">
              <a:lnSpc>
                <a:spcPct val="90000"/>
              </a:lnSpc>
              <a:spcBef>
                <a:spcPts val="1667"/>
              </a:spcBef>
              <a:spcAft>
                <a:spcPts val="0"/>
              </a:spcAft>
              <a:buClrTx/>
              <a:buSzTx/>
              <a:buFont typeface="Arial" panose="020B0604020202020204" pitchFamily="34" charset="0"/>
              <a:buNone/>
              <a:tabLst/>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4" name="Straight Connector 3">
            <a:extLst>
              <a:ext uri="{FF2B5EF4-FFF2-40B4-BE49-F238E27FC236}">
                <a16:creationId xmlns:a16="http://schemas.microsoft.com/office/drawing/2014/main" id="{FB4B14DC-23EE-FBE4-6AE9-EC06E3E5F700}"/>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bg1"/>
                </a:solidFill>
              </a:defRPr>
            </a:lvl1pPr>
          </a:lstStyle>
          <a:p>
            <a:pPr lvl="0"/>
            <a:r>
              <a:rPr lang="en-US"/>
              <a:t>Click to add media</a:t>
            </a:r>
          </a:p>
        </p:txBody>
      </p:sp>
      <p:sp>
        <p:nvSpPr>
          <p:cNvPr id="13" name="Footer Placeholder 12">
            <a:extLst>
              <a:ext uri="{FF2B5EF4-FFF2-40B4-BE49-F238E27FC236}">
                <a16:creationId xmlns:a16="http://schemas.microsoft.com/office/drawing/2014/main" id="{86AFD4D6-CC7D-9D99-DF02-F294BC8603E0}"/>
              </a:ext>
            </a:extLst>
          </p:cNvPr>
          <p:cNvSpPr>
            <a:spLocks noGrp="1"/>
          </p:cNvSpPr>
          <p:nvPr>
            <p:ph type="ftr" sz="quarter" idx="21"/>
          </p:nvPr>
        </p:nvSpPr>
        <p:spPr/>
        <p:txBody>
          <a:bodyPr/>
          <a:lstStyle/>
          <a:p>
            <a:endParaRPr lang="en-US"/>
          </a:p>
        </p:txBody>
      </p:sp>
      <p:sp>
        <p:nvSpPr>
          <p:cNvPr id="15" name="Date Placeholder 3">
            <a:extLst>
              <a:ext uri="{FF2B5EF4-FFF2-40B4-BE49-F238E27FC236}">
                <a16:creationId xmlns:a16="http://schemas.microsoft.com/office/drawing/2014/main" id="{5B5A15BD-FD3B-A9EB-7651-4C15CB2C142B}"/>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14" name="Slide Number Placeholder 13">
            <a:extLst>
              <a:ext uri="{FF2B5EF4-FFF2-40B4-BE49-F238E27FC236}">
                <a16:creationId xmlns:a16="http://schemas.microsoft.com/office/drawing/2014/main" id="{633B25B5-1522-E269-6B4D-E80F42610EA8}"/>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801068910"/>
      </p:ext>
    </p:extLst>
  </p:cSld>
  <p:clrMapOvr>
    <a:masterClrMapping/>
  </p:clrMapOvr>
  <p:extLst>
    <p:ext uri="{DCECCB84-F9BA-43D5-87BE-67443E8EF086}">
      <p15:sldGuideLst xmlns:p15="http://schemas.microsoft.com/office/powerpoint/2012/main">
        <p15:guide id="1" orient="horz" pos="3600" userDrawn="1">
          <p15:clr>
            <a:srgbClr val="FBAE40"/>
          </p15:clr>
        </p15:guide>
        <p15:guide id="2" pos="639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 1b - Maroon - 2 Column w/ Media Left - No Header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7174E78C-7224-CFE0-F0BC-D6CF58ECD75C}"/>
              </a:ext>
            </a:extLst>
          </p:cNvPr>
          <p:cNvSpPr>
            <a:spLocks noGrp="1"/>
          </p:cNvSpPr>
          <p:nvPr>
            <p:ph idx="19" hasCustomPrompt="1"/>
          </p:nvPr>
        </p:nvSpPr>
        <p:spPr>
          <a:xfrm>
            <a:off x="10522227" y="2584174"/>
            <a:ext cx="9358035" cy="6864625"/>
          </a:xfrm>
          <a:prstGeom prst="rect">
            <a:avLst/>
          </a:prstGeom>
        </p:spPr>
        <p:txBody>
          <a:bodyPr/>
          <a:lstStyle>
            <a:lvl1pPr algn="ctr">
              <a:defRPr sz="2500">
                <a:solidFill>
                  <a:schemeClr val="bg1"/>
                </a:solidFill>
              </a:defRPr>
            </a:lvl1pPr>
          </a:lstStyle>
          <a:p>
            <a:pPr lvl="0"/>
            <a:r>
              <a:rPr lang="en-US"/>
              <a:t>Click to add media</a:t>
            </a:r>
          </a:p>
        </p:txBody>
      </p:sp>
      <p:sp>
        <p:nvSpPr>
          <p:cNvPr id="8" name="Footer Placeholder 7">
            <a:extLst>
              <a:ext uri="{FF2B5EF4-FFF2-40B4-BE49-F238E27FC236}">
                <a16:creationId xmlns:a16="http://schemas.microsoft.com/office/drawing/2014/main" id="{3FF6AF12-7C41-8BE1-F0D0-29655407E7C0}"/>
              </a:ext>
            </a:extLst>
          </p:cNvPr>
          <p:cNvSpPr>
            <a:spLocks noGrp="1"/>
          </p:cNvSpPr>
          <p:nvPr>
            <p:ph type="ftr" sz="quarter" idx="21"/>
          </p:nvPr>
        </p:nvSpPr>
        <p:spPr/>
        <p:txBody>
          <a:bodyPr/>
          <a:lstStyle/>
          <a:p>
            <a:endParaRPr lang="en-US"/>
          </a:p>
        </p:txBody>
      </p:sp>
      <p:sp>
        <p:nvSpPr>
          <p:cNvPr id="11" name="Date Placeholder 3">
            <a:extLst>
              <a:ext uri="{FF2B5EF4-FFF2-40B4-BE49-F238E27FC236}">
                <a16:creationId xmlns:a16="http://schemas.microsoft.com/office/drawing/2014/main" id="{CB6DC690-5E0E-28AC-904A-0B078C570EF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10" name="Slide Number Placeholder 9">
            <a:extLst>
              <a:ext uri="{FF2B5EF4-FFF2-40B4-BE49-F238E27FC236}">
                <a16:creationId xmlns:a16="http://schemas.microsoft.com/office/drawing/2014/main" id="{6E704A5E-F49B-B7F5-E918-A733AE8352DD}"/>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3035517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 2 - Maroon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294154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 3 - Maroon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1"/>
            <a:ext cx="10160000" cy="9448786"/>
          </a:xfrm>
          <a:prstGeom prst="rect">
            <a:avLst/>
          </a:prstGeom>
        </p:spPr>
        <p:txBody>
          <a:bodyPr/>
          <a:lstStyle>
            <a:lvl1pPr>
              <a:defRPr>
                <a:solidFill>
                  <a:schemeClr val="bg1"/>
                </a:solidFill>
              </a:defRPr>
            </a:lvl1p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915077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yout 3b - Maroon - 2 Column Text w/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9719213"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9719213"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6" name="Straight Connector 5">
            <a:extLst>
              <a:ext uri="{FF2B5EF4-FFF2-40B4-BE49-F238E27FC236}">
                <a16:creationId xmlns:a16="http://schemas.microsoft.com/office/drawing/2014/main" id="{A26B1CBC-42D7-E0E9-7FA2-DD0FC19C435E}"/>
              </a:ext>
              <a:ext uri="{C183D7F6-B498-43B3-948B-1728B52AA6E4}">
                <adec:decorative xmlns:adec="http://schemas.microsoft.com/office/drawing/2017/decorative" val="1"/>
              </a:ext>
            </a:extLst>
          </p:cNvPr>
          <p:cNvCxnSpPr>
            <a:cxnSpLocks/>
          </p:cNvCxnSpPr>
          <p:nvPr userDrawn="1"/>
        </p:nvCxnSpPr>
        <p:spPr>
          <a:xfrm>
            <a:off x="0" y="1881808"/>
            <a:ext cx="1015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10158413" y="0"/>
            <a:ext cx="10160000" cy="10332000"/>
          </a:xfrm>
          <a:prstGeom prst="rect">
            <a:avLst/>
          </a:prstGeom>
        </p:spPr>
        <p:txBody>
          <a:bodyPr/>
          <a:lstStyle>
            <a:lvl1pPr>
              <a:defRPr>
                <a:solidFill>
                  <a:schemeClr val="bg1"/>
                </a:solidFill>
              </a:defRPr>
            </a:lvl1pPr>
          </a:lstStyle>
          <a:p>
            <a:endParaRPr lang="en-US"/>
          </a:p>
        </p:txBody>
      </p:sp>
      <p:sp>
        <p:nvSpPr>
          <p:cNvPr id="13" name="Footer Placeholder 12">
            <a:extLst>
              <a:ext uri="{FF2B5EF4-FFF2-40B4-BE49-F238E27FC236}">
                <a16:creationId xmlns:a16="http://schemas.microsoft.com/office/drawing/2014/main" id="{13A5F7C0-3B3D-00CB-EBCE-D8B8259CE32C}"/>
              </a:ext>
            </a:extLst>
          </p:cNvPr>
          <p:cNvSpPr>
            <a:spLocks noGrp="1"/>
          </p:cNvSpPr>
          <p:nvPr>
            <p:ph type="ftr" sz="quarter" idx="17"/>
          </p:nvPr>
        </p:nvSpPr>
        <p:spPr/>
        <p:txBody>
          <a:bodyPr/>
          <a:lstStyle/>
          <a:p>
            <a:endParaRPr lang="en-US"/>
          </a:p>
        </p:txBody>
      </p:sp>
      <p:sp>
        <p:nvSpPr>
          <p:cNvPr id="12" name="Date Placeholder 11">
            <a:extLst>
              <a:ext uri="{FF2B5EF4-FFF2-40B4-BE49-F238E27FC236}">
                <a16:creationId xmlns:a16="http://schemas.microsoft.com/office/drawing/2014/main" id="{31E4168D-5150-026C-2958-B4D881016B62}"/>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4" name="Slide Number Placeholder 13">
            <a:extLst>
              <a:ext uri="{FF2B5EF4-FFF2-40B4-BE49-F238E27FC236}">
                <a16:creationId xmlns:a16="http://schemas.microsoft.com/office/drawing/2014/main" id="{CF903402-49EA-7F72-EFF3-AA4C3E975EAC}"/>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9871541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ayout 4 - Maroon - 2 Column Text w/ Centre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Picture Placeholder 8">
            <a:extLst>
              <a:ext uri="{FF2B5EF4-FFF2-40B4-BE49-F238E27FC236}">
                <a16:creationId xmlns:a16="http://schemas.microsoft.com/office/drawing/2014/main" id="{42E8FF69-497B-08CB-9F38-1BCA485AFF8E}"/>
              </a:ext>
            </a:extLst>
          </p:cNvPr>
          <p:cNvSpPr>
            <a:spLocks noGrp="1"/>
          </p:cNvSpPr>
          <p:nvPr>
            <p:ph type="pic" sz="quarter" idx="23"/>
          </p:nvPr>
        </p:nvSpPr>
        <p:spPr>
          <a:xfrm>
            <a:off x="439200" y="2044800"/>
            <a:ext cx="19443600" cy="3668400"/>
          </a:xfrm>
          <a:prstGeom prst="rect">
            <a:avLst/>
          </a:prstGeo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9200" y="6267600"/>
            <a:ext cx="9356400" cy="3178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896D3EB3-4253-442C-A8D9-9DF1DE97D528}"/>
              </a:ext>
            </a:extLst>
          </p:cNvPr>
          <p:cNvSpPr>
            <a:spLocks noGrp="1"/>
          </p:cNvSpPr>
          <p:nvPr>
            <p:ph type="body" sz="quarter" idx="15"/>
          </p:nvPr>
        </p:nvSpPr>
        <p:spPr>
          <a:xfrm>
            <a:off x="10523054" y="6267600"/>
            <a:ext cx="9356400" cy="3178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AC4680B1-AE53-6408-584D-F76A8EC3426E}"/>
              </a:ext>
            </a:extLst>
          </p:cNvPr>
          <p:cNvSpPr>
            <a:spLocks noGrp="1"/>
          </p:cNvSpPr>
          <p:nvPr>
            <p:ph type="ftr" sz="quarter" idx="25"/>
          </p:nvPr>
        </p:nvSpPr>
        <p:spPr/>
        <p:txBody>
          <a:bodyPr/>
          <a:lstStyle/>
          <a:p>
            <a:endParaRPr lang="en-US"/>
          </a:p>
        </p:txBody>
      </p:sp>
      <p:sp>
        <p:nvSpPr>
          <p:cNvPr id="13" name="Date Placeholder 12">
            <a:extLst>
              <a:ext uri="{FF2B5EF4-FFF2-40B4-BE49-F238E27FC236}">
                <a16:creationId xmlns:a16="http://schemas.microsoft.com/office/drawing/2014/main" id="{933BE9F3-3CB4-B281-8CBC-1E004A930F24}"/>
              </a:ext>
            </a:extLst>
          </p:cNvPr>
          <p:cNvSpPr>
            <a:spLocks noGrp="1"/>
          </p:cNvSpPr>
          <p:nvPr>
            <p:ph type="dt" sz="half" idx="24"/>
          </p:nvPr>
        </p:nvSpPr>
        <p:spPr/>
        <p:txBody>
          <a:bodyPr/>
          <a:lstStyle/>
          <a:p>
            <a:fld id="{D2792E9C-7E5E-F14F-B049-5BFE22D713B7}" type="datetime4">
              <a:rPr lang="en-CA" smtClean="0"/>
              <a:t>October 7, 2026</a:t>
            </a:fld>
            <a:endParaRPr lang="en-US"/>
          </a:p>
        </p:txBody>
      </p:sp>
      <p:sp>
        <p:nvSpPr>
          <p:cNvPr id="15" name="Slide Number Placeholder 14">
            <a:extLst>
              <a:ext uri="{FF2B5EF4-FFF2-40B4-BE49-F238E27FC236}">
                <a16:creationId xmlns:a16="http://schemas.microsoft.com/office/drawing/2014/main" id="{3B4B0961-0CB2-24FD-9EAE-6C1840B62577}"/>
              </a:ext>
            </a:extLst>
          </p:cNvPr>
          <p:cNvSpPr>
            <a:spLocks noGrp="1"/>
          </p:cNvSpPr>
          <p:nvPr>
            <p:ph type="sldNum" sz="quarter" idx="26"/>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830420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yout 4 - 2 Column Text w/ Callou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68B941-1F2D-5CE2-2A8F-A04A5B1FF2BA}"/>
              </a:ext>
              <a:ext uri="{C183D7F6-B498-43B3-948B-1728B52AA6E4}">
                <adec:decorative xmlns:adec="http://schemas.microsoft.com/office/drawing/2017/decorative" val="1"/>
              </a:ext>
            </a:extLst>
          </p:cNvPr>
          <p:cNvSpPr/>
          <p:nvPr userDrawn="1"/>
        </p:nvSpPr>
        <p:spPr>
          <a:xfrm>
            <a:off x="0" y="-1"/>
            <a:ext cx="20318413" cy="18817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accent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tx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October 7,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6543767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ayout 4b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968238"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968238"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2" name="Text Placeholder 2">
            <a:extLst>
              <a:ext uri="{FF2B5EF4-FFF2-40B4-BE49-F238E27FC236}">
                <a16:creationId xmlns:a16="http://schemas.microsoft.com/office/drawing/2014/main" id="{A01051A9-1F5E-DEBC-460B-258E83242186}"/>
              </a:ext>
            </a:extLst>
          </p:cNvPr>
          <p:cNvSpPr>
            <a:spLocks noGrp="1"/>
          </p:cNvSpPr>
          <p:nvPr>
            <p:ph type="body" sz="quarter" idx="16" hasCustomPrompt="1"/>
          </p:nvPr>
        </p:nvSpPr>
        <p:spPr>
          <a:xfrm>
            <a:off x="74276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4" name="Text Placeholder 2">
            <a:extLst>
              <a:ext uri="{FF2B5EF4-FFF2-40B4-BE49-F238E27FC236}">
                <a16:creationId xmlns:a16="http://schemas.microsoft.com/office/drawing/2014/main" id="{C5735E75-8212-0D61-84DB-AE4D33228EEB}"/>
              </a:ext>
            </a:extLst>
          </p:cNvPr>
          <p:cNvSpPr>
            <a:spLocks noGrp="1"/>
          </p:cNvSpPr>
          <p:nvPr>
            <p:ph type="body" sz="quarter" idx="17" hasCustomPrompt="1"/>
          </p:nvPr>
        </p:nvSpPr>
        <p:spPr>
          <a:xfrm>
            <a:off x="74276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5" name="Text Placeholder 2">
            <a:extLst>
              <a:ext uri="{FF2B5EF4-FFF2-40B4-BE49-F238E27FC236}">
                <a16:creationId xmlns:a16="http://schemas.microsoft.com/office/drawing/2014/main" id="{CBC00321-3268-8722-0F55-D1C85C839AD2}"/>
              </a:ext>
            </a:extLst>
          </p:cNvPr>
          <p:cNvSpPr>
            <a:spLocks noGrp="1"/>
          </p:cNvSpPr>
          <p:nvPr>
            <p:ph type="body" sz="quarter" idx="18" hasCustomPrompt="1"/>
          </p:nvPr>
        </p:nvSpPr>
        <p:spPr>
          <a:xfrm>
            <a:off x="13980854" y="6190742"/>
            <a:ext cx="5366302" cy="427636"/>
          </a:xfrm>
          <a:prstGeom prst="rect">
            <a:avLst/>
          </a:prstGeom>
        </p:spPr>
        <p:txBody>
          <a:bodyPr/>
          <a:lstStyle>
            <a:lvl1pPr marL="0" indent="0" algn="l">
              <a:lnSpc>
                <a:spcPct val="90000"/>
              </a:lnSpc>
              <a:buNone/>
              <a:defRPr sz="2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6" name="Text Placeholder 2">
            <a:extLst>
              <a:ext uri="{FF2B5EF4-FFF2-40B4-BE49-F238E27FC236}">
                <a16:creationId xmlns:a16="http://schemas.microsoft.com/office/drawing/2014/main" id="{0D5EB2A8-58F4-5BEB-91C4-7F4F8DCC3CE2}"/>
              </a:ext>
            </a:extLst>
          </p:cNvPr>
          <p:cNvSpPr>
            <a:spLocks noGrp="1"/>
          </p:cNvSpPr>
          <p:nvPr>
            <p:ph type="body" sz="quarter" idx="19" hasCustomPrompt="1"/>
          </p:nvPr>
        </p:nvSpPr>
        <p:spPr>
          <a:xfrm>
            <a:off x="13980854" y="6745356"/>
            <a:ext cx="5366302" cy="1590261"/>
          </a:xfrm>
          <a:prstGeom prst="rect">
            <a:avLst/>
          </a:prstGeom>
        </p:spPr>
        <p:txBody>
          <a:bodyPr/>
          <a:lstStyle>
            <a:lvl1pPr algn="l">
              <a:lnSpc>
                <a:spcPct val="100000"/>
              </a:lnSpc>
              <a:defRPr sz="3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They can have headings as well as supporting copy below</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October 7,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5662054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Layout 4b - 2 Column Text w/ Callou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dirty="0"/>
              <a:t>Slide title goes here on 1 line</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8EA568A2-3656-239A-0EB8-2314D9BBC348}"/>
              </a:ext>
            </a:extLst>
          </p:cNvPr>
          <p:cNvSpPr>
            <a:spLocks noGrp="1"/>
          </p:cNvSpPr>
          <p:nvPr>
            <p:ph type="body" sz="quarter" idx="15" hasCustomPrompt="1"/>
          </p:nvPr>
        </p:nvSpPr>
        <p:spPr>
          <a:xfrm>
            <a:off x="3002400" y="3837600"/>
            <a:ext cx="3769200" cy="536400"/>
          </a:xfrm>
          <a:prstGeom prst="rect">
            <a:avLst/>
          </a:prstGeom>
        </p:spPr>
        <p:txBody>
          <a:bodyPr/>
          <a:lstStyle>
            <a:lvl1pPr marL="0" indent="0" algn="l">
              <a:lnSpc>
                <a:spcPct val="100000"/>
              </a:lnSpc>
              <a:buNone/>
              <a:defRPr sz="44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a:t>
            </a:r>
          </a:p>
        </p:txBody>
      </p:sp>
      <p:sp>
        <p:nvSpPr>
          <p:cNvPr id="4" name="Text Placeholder 2">
            <a:extLst>
              <a:ext uri="{FF2B5EF4-FFF2-40B4-BE49-F238E27FC236}">
                <a16:creationId xmlns:a16="http://schemas.microsoft.com/office/drawing/2014/main" id="{53E0BDB4-5A47-F698-9942-26196CF7007A}"/>
              </a:ext>
            </a:extLst>
          </p:cNvPr>
          <p:cNvSpPr>
            <a:spLocks noGrp="1"/>
          </p:cNvSpPr>
          <p:nvPr>
            <p:ph type="body" sz="quarter" idx="23" hasCustomPrompt="1"/>
          </p:nvPr>
        </p:nvSpPr>
        <p:spPr>
          <a:xfrm>
            <a:off x="3004036" y="4108384"/>
            <a:ext cx="4787984" cy="3956861"/>
          </a:xfrm>
          <a:prstGeom prst="rect">
            <a:avLst/>
          </a:prstGeom>
        </p:spPr>
        <p:txBody>
          <a:bodyPr anchor="ctr" anchorCtr="0"/>
          <a:lstStyle>
            <a:lvl1pPr marL="0" indent="0" algn="l">
              <a:lnSpc>
                <a:spcPct val="100000"/>
              </a:lnSpc>
              <a:buNone/>
              <a:defRPr sz="250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a:t>
            </a:r>
          </a:p>
        </p:txBody>
      </p:sp>
      <p:sp>
        <p:nvSpPr>
          <p:cNvPr id="10" name="Text Placeholder 2">
            <a:extLst>
              <a:ext uri="{FF2B5EF4-FFF2-40B4-BE49-F238E27FC236}">
                <a16:creationId xmlns:a16="http://schemas.microsoft.com/office/drawing/2014/main" id="{BD6598A0-1819-47B7-56E3-0875334913D9}"/>
              </a:ext>
            </a:extLst>
          </p:cNvPr>
          <p:cNvSpPr>
            <a:spLocks noGrp="1"/>
          </p:cNvSpPr>
          <p:nvPr>
            <p:ph type="body" sz="quarter" idx="12" hasCustomPrompt="1"/>
          </p:nvPr>
        </p:nvSpPr>
        <p:spPr>
          <a:xfrm>
            <a:off x="8236800" y="4536000"/>
            <a:ext cx="9079200" cy="3099600"/>
          </a:xfrm>
          <a:prstGeom prst="rect">
            <a:avLst/>
          </a:prstGeom>
        </p:spPr>
        <p:txBody>
          <a:bodyPr/>
          <a:lstStyle>
            <a:lvl1pPr marL="0" indent="0" algn="l">
              <a:lnSpc>
                <a:spcPct val="90000"/>
              </a:lnSpc>
              <a:buNone/>
              <a:defRPr sz="66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a:t>Callouts can look like this</a:t>
            </a:r>
          </a:p>
        </p:txBody>
      </p:sp>
      <p:sp>
        <p:nvSpPr>
          <p:cNvPr id="17" name="Footer Placeholder 16">
            <a:extLst>
              <a:ext uri="{FF2B5EF4-FFF2-40B4-BE49-F238E27FC236}">
                <a16:creationId xmlns:a16="http://schemas.microsoft.com/office/drawing/2014/main" id="{DF8063C6-D03F-C455-1413-9CCA72A1C470}"/>
              </a:ext>
            </a:extLst>
          </p:cNvPr>
          <p:cNvSpPr>
            <a:spLocks noGrp="1"/>
          </p:cNvSpPr>
          <p:nvPr>
            <p:ph type="ftr" sz="quarter" idx="21"/>
          </p:nvPr>
        </p:nvSpPr>
        <p:spPr/>
        <p:txBody>
          <a:bodyPr/>
          <a:lstStyle/>
          <a:p>
            <a:endParaRPr lang="en-US"/>
          </a:p>
        </p:txBody>
      </p:sp>
      <p:sp>
        <p:nvSpPr>
          <p:cNvPr id="13" name="Date Placeholder 12">
            <a:extLst>
              <a:ext uri="{FF2B5EF4-FFF2-40B4-BE49-F238E27FC236}">
                <a16:creationId xmlns:a16="http://schemas.microsoft.com/office/drawing/2014/main" id="{C08E00E7-D5F9-B47F-C0D8-1415DF8F4E41}"/>
              </a:ext>
            </a:extLst>
          </p:cNvPr>
          <p:cNvSpPr>
            <a:spLocks noGrp="1"/>
          </p:cNvSpPr>
          <p:nvPr>
            <p:ph type="dt" sz="half" idx="20"/>
          </p:nvPr>
        </p:nvSpPr>
        <p:spPr/>
        <p:txBody>
          <a:bodyPr/>
          <a:lstStyle/>
          <a:p>
            <a:fld id="{D2792E9C-7E5E-F14F-B049-5BFE22D713B7}" type="datetime4">
              <a:rPr lang="en-CA" smtClean="0"/>
              <a:t>October 7, 2026</a:t>
            </a:fld>
            <a:endParaRPr lang="en-US"/>
          </a:p>
        </p:txBody>
      </p:sp>
      <p:sp>
        <p:nvSpPr>
          <p:cNvPr id="18" name="Slide Number Placeholder 17">
            <a:extLst>
              <a:ext uri="{FF2B5EF4-FFF2-40B4-BE49-F238E27FC236}">
                <a16:creationId xmlns:a16="http://schemas.microsoft.com/office/drawing/2014/main" id="{10BB54C7-E8D3-B532-0BB1-8F94C0116B81}"/>
              </a:ext>
            </a:extLst>
          </p:cNvPr>
          <p:cNvSpPr>
            <a:spLocks noGrp="1"/>
          </p:cNvSpPr>
          <p:nvPr>
            <p:ph type="sldNum" sz="quarter" idx="2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5525896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Layout 2 - Maroon - 2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2584175"/>
            <a:ext cx="9358037" cy="6864614"/>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1B14348-2B66-409B-1DDB-93ED677FDC0B}"/>
              </a:ext>
            </a:extLst>
          </p:cNvPr>
          <p:cNvSpPr>
            <a:spLocks noGrp="1"/>
          </p:cNvSpPr>
          <p:nvPr>
            <p:ph type="body" sz="quarter" idx="15" hasCustomPrompt="1"/>
          </p:nvPr>
        </p:nvSpPr>
        <p:spPr>
          <a:xfrm>
            <a:off x="13114800" y="2394000"/>
            <a:ext cx="3769200" cy="536400"/>
          </a:xfrm>
          <a:prstGeom prst="rect">
            <a:avLst/>
          </a:prstGeom>
        </p:spPr>
        <p:txBody>
          <a:bodyPr/>
          <a:lstStyle>
            <a:lvl1pPr marL="0" indent="0" algn="l">
              <a:lnSpc>
                <a:spcPct val="100000"/>
              </a:lnSpc>
              <a:buNone/>
              <a:defRPr sz="4000" b="0">
                <a:solidFill>
                  <a:schemeClr val="bg1"/>
                </a:solidFill>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dirty="0"/>
              <a:t>Callouts</a:t>
            </a:r>
          </a:p>
        </p:txBody>
      </p:sp>
      <p:sp>
        <p:nvSpPr>
          <p:cNvPr id="9" name="Text Placeholder 2">
            <a:extLst>
              <a:ext uri="{FF2B5EF4-FFF2-40B4-BE49-F238E27FC236}">
                <a16:creationId xmlns:a16="http://schemas.microsoft.com/office/drawing/2014/main" id="{0E3E1CB6-82BF-D96D-69BD-262E1455F825}"/>
              </a:ext>
            </a:extLst>
          </p:cNvPr>
          <p:cNvSpPr>
            <a:spLocks noGrp="1"/>
          </p:cNvSpPr>
          <p:nvPr>
            <p:ph type="body" sz="quarter" idx="23" hasCustomPrompt="1"/>
          </p:nvPr>
        </p:nvSpPr>
        <p:spPr>
          <a:xfrm>
            <a:off x="12607200" y="2664000"/>
            <a:ext cx="4788000" cy="3956400"/>
          </a:xfrm>
          <a:prstGeom prst="rect">
            <a:avLst/>
          </a:prstGeom>
        </p:spPr>
        <p:txBody>
          <a:bodyPr anchor="ctr" anchorCtr="0"/>
          <a:lstStyle>
            <a:lvl1pPr marL="0" indent="0" algn="ctr">
              <a:lnSpc>
                <a:spcPct val="100000"/>
              </a:lnSpc>
              <a:buNone/>
              <a:defRPr sz="250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dirty="0"/>
              <a:t>#</a:t>
            </a:r>
          </a:p>
        </p:txBody>
      </p:sp>
      <p:sp>
        <p:nvSpPr>
          <p:cNvPr id="12" name="Text Placeholder 2">
            <a:extLst>
              <a:ext uri="{FF2B5EF4-FFF2-40B4-BE49-F238E27FC236}">
                <a16:creationId xmlns:a16="http://schemas.microsoft.com/office/drawing/2014/main" id="{C30CB8F8-C7D1-20C9-2877-A7FB57A96871}"/>
              </a:ext>
            </a:extLst>
          </p:cNvPr>
          <p:cNvSpPr>
            <a:spLocks noGrp="1"/>
          </p:cNvSpPr>
          <p:nvPr>
            <p:ph type="body" sz="quarter" idx="24" hasCustomPrompt="1"/>
          </p:nvPr>
        </p:nvSpPr>
        <p:spPr>
          <a:xfrm>
            <a:off x="12256200" y="6236337"/>
            <a:ext cx="5486400" cy="3110548"/>
          </a:xfrm>
          <a:prstGeom prst="rect">
            <a:avLst/>
          </a:prstGeom>
        </p:spPr>
        <p:txBody>
          <a:bodyPr/>
          <a:lstStyle>
            <a:lvl1pPr marL="0" indent="0" algn="ctr">
              <a:lnSpc>
                <a:spcPct val="90000"/>
              </a:lnSpc>
              <a:buNone/>
              <a:defRPr sz="4800" b="1">
                <a:solidFill>
                  <a:schemeClr val="bg1"/>
                </a:solidFill>
                <a:latin typeface="+mj-lt"/>
                <a:cs typeface="Poppins" pitchFamily="2" charset="77"/>
              </a:defRPr>
            </a:lvl1pPr>
            <a:lvl2pPr>
              <a:defRPr sz="2800">
                <a:solidFill>
                  <a:schemeClr val="accent4"/>
                </a:solidFill>
              </a:defRPr>
            </a:lvl2pPr>
            <a:lvl3pPr>
              <a:defRPr sz="2600">
                <a:solidFill>
                  <a:schemeClr val="accent4"/>
                </a:solidFill>
              </a:defRPr>
            </a:lvl3pPr>
            <a:lvl4pPr>
              <a:defRPr sz="2400">
                <a:solidFill>
                  <a:schemeClr val="accent4"/>
                </a:solidFill>
              </a:defRPr>
            </a:lvl4pPr>
            <a:lvl5pPr>
              <a:defRPr sz="2200">
                <a:solidFill>
                  <a:schemeClr val="accent4"/>
                </a:solidFill>
              </a:defRPr>
            </a:lvl5pPr>
          </a:lstStyle>
          <a:p>
            <a:pPr lvl="0"/>
            <a:r>
              <a:rPr lang="en-US" dirty="0"/>
              <a:t>Callouts can look like this</a:t>
            </a:r>
          </a:p>
        </p:txBody>
      </p:sp>
      <p:sp>
        <p:nvSpPr>
          <p:cNvPr id="10" name="Footer Placeholder 9">
            <a:extLst>
              <a:ext uri="{FF2B5EF4-FFF2-40B4-BE49-F238E27FC236}">
                <a16:creationId xmlns:a16="http://schemas.microsoft.com/office/drawing/2014/main" id="{9D081330-5A28-E4D0-9326-FCD3C8A3092B}"/>
              </a:ext>
            </a:extLst>
          </p:cNvPr>
          <p:cNvSpPr>
            <a:spLocks noGrp="1"/>
          </p:cNvSpPr>
          <p:nvPr>
            <p:ph type="ftr" sz="quarter" idx="17"/>
          </p:nvPr>
        </p:nvSpPr>
        <p:spPr/>
        <p:txBody>
          <a:bodyPr/>
          <a:lstStyle/>
          <a:p>
            <a:endParaRPr lang="en-US"/>
          </a:p>
        </p:txBody>
      </p:sp>
      <p:sp>
        <p:nvSpPr>
          <p:cNvPr id="6" name="Date Placeholder 5">
            <a:extLst>
              <a:ext uri="{FF2B5EF4-FFF2-40B4-BE49-F238E27FC236}">
                <a16:creationId xmlns:a16="http://schemas.microsoft.com/office/drawing/2014/main" id="{99142229-C23E-F804-341D-00160009F1E6}"/>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1" name="Slide Number Placeholder 10">
            <a:extLst>
              <a:ext uri="{FF2B5EF4-FFF2-40B4-BE49-F238E27FC236}">
                <a16:creationId xmlns:a16="http://schemas.microsoft.com/office/drawing/2014/main" id="{03A262C7-63EC-2138-A464-D796BD33251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6899923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yout 15 - Brighter Wor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206D1A-FA44-AA97-8AFB-1DE7F68CF0DD}"/>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dirty="0"/>
              <a:t>Creating a Brighter World</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66" name="Date Placeholder 3">
            <a:extLst>
              <a:ext uri="{FF2B5EF4-FFF2-40B4-BE49-F238E27FC236}">
                <a16:creationId xmlns:a16="http://schemas.microsoft.com/office/drawing/2014/main" id="{25B13FEC-56D6-BDDA-B11D-2B62FBC10D55}"/>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9618910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yout 7 - 2 Line Title w/ Copy and Full Blee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up to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AA99F92D-9095-DA83-60F2-A43FB5C72809}"/>
              </a:ext>
            </a:extLst>
          </p:cNvPr>
          <p:cNvSpPr>
            <a:spLocks noGrp="1"/>
          </p:cNvSpPr>
          <p:nvPr>
            <p:ph type="body" sz="quarter" idx="12"/>
          </p:nvPr>
        </p:nvSpPr>
        <p:spPr>
          <a:xfrm>
            <a:off x="438150" y="3535200"/>
            <a:ext cx="7203600" cy="59148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8570563" y="0"/>
            <a:ext cx="11747850" cy="9448800"/>
          </a:xfrm>
          <a:prstGeom prst="rect">
            <a:avLst/>
          </a:prstGeo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C41E1458-C432-DACF-1B77-6F0178924C69}"/>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DE838F34-5806-14A7-4D13-6E52C519974C}"/>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3" name="Slide Number Placeholder 12">
            <a:extLst>
              <a:ext uri="{FF2B5EF4-FFF2-40B4-BE49-F238E27FC236}">
                <a16:creationId xmlns:a16="http://schemas.microsoft.com/office/drawing/2014/main" id="{1634D9D2-1CEF-12A6-591D-6FCA71B73912}"/>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2740855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yout 8 - 2 Line Title w/ Copy and Full Bleed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2218400" y="457200"/>
            <a:ext cx="7203600" cy="1472400"/>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dirty="0"/>
              <a:t>Slide title goes here on up to 2 lines</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2218400" y="2185200"/>
            <a:ext cx="7203600" cy="9432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sp>
        <p:nvSpPr>
          <p:cNvPr id="5" name="Text Placeholder 2">
            <a:extLst>
              <a:ext uri="{FF2B5EF4-FFF2-40B4-BE49-F238E27FC236}">
                <a16:creationId xmlns:a16="http://schemas.microsoft.com/office/drawing/2014/main" id="{AA99F92D-9095-DA83-60F2-A43FB5C72809}"/>
              </a:ext>
              <a:ext uri="{C183D7F6-B498-43B3-948B-1728B52AA6E4}">
                <adec:decorative xmlns:adec="http://schemas.microsoft.com/office/drawing/2017/decorative" val="1"/>
              </a:ext>
            </a:extLst>
          </p:cNvPr>
          <p:cNvSpPr>
            <a:spLocks noGrp="1"/>
          </p:cNvSpPr>
          <p:nvPr>
            <p:ph type="body" sz="quarter" idx="12"/>
          </p:nvPr>
        </p:nvSpPr>
        <p:spPr>
          <a:xfrm>
            <a:off x="12218400" y="3535200"/>
            <a:ext cx="7203600" cy="5371200"/>
          </a:xfrm>
          <a:prstGeom prst="rect">
            <a:avLst/>
          </a:prstGeom>
        </p:spPr>
        <p:txBody>
          <a:bodyPr/>
          <a:lstStyle>
            <a:lvl1pPr>
              <a:lnSpc>
                <a:spcPct val="110000"/>
              </a:lnSpc>
              <a:spcBef>
                <a:spcPts val="0"/>
              </a:spcBef>
              <a:spcAft>
                <a:spcPts val="300"/>
              </a:spcAft>
              <a:defRPr sz="3000">
                <a:solidFill>
                  <a:schemeClr val="bg1"/>
                </a:solidFill>
              </a:defRPr>
            </a:lvl1pPr>
            <a:lvl2pPr>
              <a:lnSpc>
                <a:spcPct val="110000"/>
              </a:lnSpc>
              <a:spcBef>
                <a:spcPts val="0"/>
              </a:spcBef>
              <a:spcAft>
                <a:spcPts val="300"/>
              </a:spcAft>
              <a:defRPr sz="2800">
                <a:solidFill>
                  <a:schemeClr val="bg1"/>
                </a:solidFill>
              </a:defRPr>
            </a:lvl2pPr>
            <a:lvl3pPr>
              <a:lnSpc>
                <a:spcPct val="110000"/>
              </a:lnSpc>
              <a:spcBef>
                <a:spcPts val="0"/>
              </a:spcBef>
              <a:spcAft>
                <a:spcPts val="300"/>
              </a:spcAft>
              <a:defRPr sz="2600">
                <a:solidFill>
                  <a:schemeClr val="bg1"/>
                </a:solidFill>
              </a:defRPr>
            </a:lvl3pPr>
            <a:lvl4pPr>
              <a:lnSpc>
                <a:spcPct val="110000"/>
              </a:lnSpc>
              <a:spcBef>
                <a:spcPts val="0"/>
              </a:spcBef>
              <a:spcAft>
                <a:spcPts val="300"/>
              </a:spcAft>
              <a:defRPr sz="2400">
                <a:solidFill>
                  <a:schemeClr val="bg1"/>
                </a:solidFill>
              </a:defRPr>
            </a:lvl4pPr>
            <a:lvl5pPr>
              <a:lnSpc>
                <a:spcPct val="110000"/>
              </a:lnSpc>
              <a:spcBef>
                <a:spcPts val="0"/>
              </a:spcBef>
              <a:spcAft>
                <a:spcPts val="300"/>
              </a:spcAft>
              <a:defRPr sz="2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AC062632-2984-19D6-DA27-DCA143DE275D}"/>
              </a:ext>
              <a:ext uri="{C183D7F6-B498-43B3-948B-1728B52AA6E4}">
                <adec:decorative xmlns:adec="http://schemas.microsoft.com/office/drawing/2017/decorative" val="1"/>
              </a:ext>
            </a:extLst>
          </p:cNvPr>
          <p:cNvCxnSpPr>
            <a:cxnSpLocks/>
          </p:cNvCxnSpPr>
          <p:nvPr userDrawn="1"/>
        </p:nvCxnSpPr>
        <p:spPr>
          <a:xfrm>
            <a:off x="11747850" y="3257828"/>
            <a:ext cx="8570563"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04DA801D-D3DE-36AA-5F49-6AAF7A91E9EF}"/>
              </a:ext>
            </a:extLst>
          </p:cNvPr>
          <p:cNvSpPr>
            <a:spLocks noGrp="1"/>
          </p:cNvSpPr>
          <p:nvPr>
            <p:ph type="pic" sz="quarter" idx="15"/>
          </p:nvPr>
        </p:nvSpPr>
        <p:spPr>
          <a:xfrm>
            <a:off x="0" y="0"/>
            <a:ext cx="11779200" cy="9448800"/>
          </a:xfrm>
          <a:prstGeom prst="rect">
            <a:avLst/>
          </a:prstGeo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DF526E81-2B2E-2FBE-FBEE-7993015DEE3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36424CF3-DC6A-ACF4-BCC0-6999BB1E5625}"/>
              </a:ext>
            </a:extLst>
          </p:cNvPr>
          <p:cNvSpPr>
            <a:spLocks noGrp="1"/>
          </p:cNvSpPr>
          <p:nvPr>
            <p:ph type="dt" sz="half" idx="16"/>
          </p:nvPr>
        </p:nvSpPr>
        <p:spPr/>
        <p:txBody>
          <a:bodyPr/>
          <a:lstStyle/>
          <a:p>
            <a:fld id="{D2792E9C-7E5E-F14F-B049-5BFE22D713B7}" type="datetime4">
              <a:rPr lang="en-CA" smtClean="0"/>
              <a:t>October 7, 2026</a:t>
            </a:fld>
            <a:endParaRPr lang="en-US"/>
          </a:p>
        </p:txBody>
      </p:sp>
      <p:sp>
        <p:nvSpPr>
          <p:cNvPr id="13" name="Slide Number Placeholder 12">
            <a:extLst>
              <a:ext uri="{FF2B5EF4-FFF2-40B4-BE49-F238E27FC236}">
                <a16:creationId xmlns:a16="http://schemas.microsoft.com/office/drawing/2014/main" id="{F3BC796C-F05B-6EF0-6DA8-13A9D6314B0E}"/>
              </a:ext>
            </a:extLst>
          </p:cNvPr>
          <p:cNvSpPr>
            <a:spLocks noGrp="1"/>
          </p:cNvSpPr>
          <p:nvPr>
            <p:ph type="sldNum" sz="quarter" idx="18"/>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7601034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yout 10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0" y="0"/>
            <a:ext cx="20318413" cy="9448799"/>
          </a:xfrm>
          <a:prstGeom prst="rect">
            <a:avLst/>
          </a:prstGeom>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t">
            <a:normAutofit/>
          </a:bodyPr>
          <a:lstStyle>
            <a:lvl1pPr algn="l">
              <a:lnSpc>
                <a:spcPct val="110000"/>
              </a:lnSpc>
              <a:spcAft>
                <a:spcPts val="1000"/>
              </a:spcAft>
              <a:defRPr sz="4800" b="1">
                <a:solidFill>
                  <a:schemeClr val="bg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16118299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yout 10b - Divider Slide w/  Bleed">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B312DC6C-470B-EF98-6369-AEF7DDD3AB98}"/>
              </a:ext>
            </a:extLst>
          </p:cNvPr>
          <p:cNvSpPr>
            <a:spLocks noGrp="1"/>
          </p:cNvSpPr>
          <p:nvPr>
            <p:ph type="pic" sz="quarter" idx="15"/>
          </p:nvPr>
        </p:nvSpPr>
        <p:spPr>
          <a:xfrm>
            <a:off x="6731000" y="0"/>
            <a:ext cx="13587413" cy="9448799"/>
          </a:xfrm>
          <a:prstGeom prst="rect">
            <a:avLst/>
          </a:prstGeom>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1015200" y="3567599"/>
            <a:ext cx="5202000" cy="2019600"/>
          </a:xfrm>
          <a:prstGeom prst="rect">
            <a:avLst/>
          </a:prstGeom>
        </p:spPr>
        <p:txBody>
          <a:bodyPr anchor="t">
            <a:normAutofit/>
          </a:bodyPr>
          <a:lstStyle>
            <a:lvl1pPr algn="l">
              <a:lnSpc>
                <a:spcPct val="110000"/>
              </a:lnSpc>
              <a:spcAft>
                <a:spcPts val="1000"/>
              </a:spcAft>
              <a:defRPr sz="4800" b="1">
                <a:solidFill>
                  <a:schemeClr val="bg1"/>
                </a:solidFill>
                <a:latin typeface="+mj-lt"/>
                <a:cs typeface="Poppins" pitchFamily="2" charset="77"/>
              </a:defRPr>
            </a:lvl1pPr>
          </a:lstStyle>
          <a:p>
            <a:r>
              <a:rPr lang="en-GB"/>
              <a:t>Slide title goes here on 2 lines</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1015200" y="5799600"/>
            <a:ext cx="5202000"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40484845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yout 10c - Toolkit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48929" y="3567599"/>
            <a:ext cx="10543122" cy="2019600"/>
          </a:xfrm>
          <a:prstGeom prst="rect">
            <a:avLst/>
          </a:prstGeom>
        </p:spPr>
        <p:txBody>
          <a:bodyPr anchor="b">
            <a:normAutofit/>
          </a:bodyPr>
          <a:lstStyle>
            <a:lvl1pPr algn="l">
              <a:lnSpc>
                <a:spcPct val="110000"/>
              </a:lnSpc>
              <a:spcAft>
                <a:spcPts val="1000"/>
              </a:spcAft>
              <a:defRPr sz="4800" b="1">
                <a:solidFill>
                  <a:schemeClr val="bg1"/>
                </a:solidFill>
                <a:latin typeface="+mj-lt"/>
                <a:cs typeface="Poppins" pitchFamily="2" charset="77"/>
              </a:defRPr>
            </a:lvl1pPr>
          </a:lstStyle>
          <a:p>
            <a:r>
              <a:rPr lang="en-GB" dirty="0"/>
              <a:t>Slide title goes here on 2 lines</a:t>
            </a:r>
            <a:endParaRPr lang="en-US"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48929" y="5799600"/>
            <a:ext cx="10543122" cy="1472400"/>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up to 2 lines</a:t>
            </a:r>
          </a:p>
        </p:txBody>
      </p:sp>
      <p:sp>
        <p:nvSpPr>
          <p:cNvPr id="5" name="Footer Placeholder 4">
            <a:extLst>
              <a:ext uri="{FF2B5EF4-FFF2-40B4-BE49-F238E27FC236}">
                <a16:creationId xmlns:a16="http://schemas.microsoft.com/office/drawing/2014/main" id="{1A0476B1-BC79-6A48-84CA-0759CACFADBA}"/>
              </a:ext>
            </a:extLst>
          </p:cNvPr>
          <p:cNvSpPr>
            <a:spLocks noGrp="1"/>
          </p:cNvSpPr>
          <p:nvPr>
            <p:ph type="ftr" sz="quarter" idx="11"/>
          </p:nvPr>
        </p:nvSpPr>
        <p:spPr/>
        <p:txBody>
          <a:bodyPr/>
          <a:lstStyle/>
          <a:p>
            <a:endParaRPr lang="en-US"/>
          </a:p>
        </p:txBody>
      </p:sp>
      <p:sp>
        <p:nvSpPr>
          <p:cNvPr id="9" name="Date Placeholder 3">
            <a:extLst>
              <a:ext uri="{FF2B5EF4-FFF2-40B4-BE49-F238E27FC236}">
                <a16:creationId xmlns:a16="http://schemas.microsoft.com/office/drawing/2014/main" id="{F01B45CF-F80F-AF1A-BB60-5E7615EB2DDE}"/>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6" name="Slide Number Placeholder 5">
            <a:extLst>
              <a:ext uri="{FF2B5EF4-FFF2-40B4-BE49-F238E27FC236}">
                <a16:creationId xmlns:a16="http://schemas.microsoft.com/office/drawing/2014/main" id="{06FBF0A4-9A22-175D-1BEC-7D14A9C0F414}"/>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41713227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yout 6 - Header w/ Open Midd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59C55-2FD0-1B45-D242-0C8C493EDB17}"/>
              </a:ext>
            </a:extLst>
          </p:cNvPr>
          <p:cNvSpPr>
            <a:spLocks noGrp="1"/>
          </p:cNvSpPr>
          <p:nvPr>
            <p:ph type="ctrTitle" hasCustomPrompt="1"/>
          </p:nvPr>
        </p:nvSpPr>
        <p:spPr>
          <a:xfrm>
            <a:off x="439200" y="457200"/>
            <a:ext cx="19441062" cy="738817"/>
          </a:xfrm>
          <a:prstGeom prst="rect">
            <a:avLst/>
          </a:prstGeom>
        </p:spPr>
        <p:txBody>
          <a:bodyPr anchor="t">
            <a:noAutofit/>
          </a:bodyPr>
          <a:lstStyle>
            <a:lvl1pPr algn="l">
              <a:lnSpc>
                <a:spcPct val="110000"/>
              </a:lnSpc>
              <a:spcAft>
                <a:spcPts val="1000"/>
              </a:spcAft>
              <a:defRPr sz="4400" b="1">
                <a:solidFill>
                  <a:schemeClr val="bg1"/>
                </a:solidFill>
                <a:latin typeface="+mj-lt"/>
                <a:cs typeface="Poppins" pitchFamily="2" charset="77"/>
              </a:defRPr>
            </a:lvl1pPr>
          </a:lstStyle>
          <a:p>
            <a:r>
              <a:rPr lang="en-GB"/>
              <a:t>Slide title goes here on 1 line</a:t>
            </a:r>
            <a:endParaRPr lang="en-US"/>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hasCustomPrompt="1"/>
          </p:nvPr>
        </p:nvSpPr>
        <p:spPr>
          <a:xfrm>
            <a:off x="438150" y="1267200"/>
            <a:ext cx="19442112" cy="573884"/>
          </a:xfrm>
          <a:prstGeom prst="rect">
            <a:avLst/>
          </a:prstGeom>
        </p:spPr>
        <p:txBody>
          <a:bodyPr anchor="t"/>
          <a:lstStyle>
            <a:lvl1pPr marL="0" indent="0" algn="l">
              <a:buNone/>
              <a:defRPr sz="360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r>
              <a:rPr lang="en-GB"/>
              <a:t>Subtitle goes here on 1 line</a:t>
            </a:r>
          </a:p>
        </p:txBody>
      </p:sp>
      <p:cxnSp>
        <p:nvCxnSpPr>
          <p:cNvPr id="8" name="Straight Connector 7">
            <a:extLst>
              <a:ext uri="{FF2B5EF4-FFF2-40B4-BE49-F238E27FC236}">
                <a16:creationId xmlns:a16="http://schemas.microsoft.com/office/drawing/2014/main" id="{0C529A88-D552-5768-A82B-3E566E9D07FE}"/>
              </a:ext>
              <a:ext uri="{C183D7F6-B498-43B3-948B-1728B52AA6E4}">
                <adec:decorative xmlns:adec="http://schemas.microsoft.com/office/drawing/2017/decorative" val="1"/>
              </a:ext>
            </a:extLst>
          </p:cNvPr>
          <p:cNvCxnSpPr>
            <a:cxnSpLocks/>
          </p:cNvCxnSpPr>
          <p:nvPr userDrawn="1"/>
        </p:nvCxnSpPr>
        <p:spPr>
          <a:xfrm>
            <a:off x="0" y="1881808"/>
            <a:ext cx="20318413"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2DC5996-BDFE-55CD-CC8A-FA042955CE16}"/>
              </a:ext>
            </a:extLst>
          </p:cNvPr>
          <p:cNvSpPr>
            <a:spLocks noGrp="1"/>
          </p:cNvSpPr>
          <p:nvPr>
            <p:ph type="ftr" sz="quarter" idx="11"/>
          </p:nvPr>
        </p:nvSpPr>
        <p:spPr/>
        <p:txBody>
          <a:bodyPr/>
          <a:lstStyle/>
          <a:p>
            <a:endParaRPr lang="en-US"/>
          </a:p>
        </p:txBody>
      </p:sp>
      <p:sp>
        <p:nvSpPr>
          <p:cNvPr id="10" name="Date Placeholder 9">
            <a:extLst>
              <a:ext uri="{FF2B5EF4-FFF2-40B4-BE49-F238E27FC236}">
                <a16:creationId xmlns:a16="http://schemas.microsoft.com/office/drawing/2014/main" id="{12D068AA-C0B4-024E-F068-CFC63BC56E39}"/>
              </a:ext>
            </a:extLst>
          </p:cNvPr>
          <p:cNvSpPr>
            <a:spLocks noGrp="1"/>
          </p:cNvSpPr>
          <p:nvPr>
            <p:ph type="dt" sz="half" idx="10"/>
          </p:nvPr>
        </p:nvSpPr>
        <p:spPr/>
        <p:txBody>
          <a:bodyPr/>
          <a:lstStyle/>
          <a:p>
            <a:fld id="{D2792E9C-7E5E-F14F-B049-5BFE22D713B7}" type="datetime4">
              <a:rPr lang="en-CA" smtClean="0"/>
              <a:t>October 7, 2026</a:t>
            </a:fld>
            <a:endParaRPr lang="en-US"/>
          </a:p>
        </p:txBody>
      </p:sp>
      <p:sp>
        <p:nvSpPr>
          <p:cNvPr id="12" name="Slide Number Placeholder 11">
            <a:extLst>
              <a:ext uri="{FF2B5EF4-FFF2-40B4-BE49-F238E27FC236}">
                <a16:creationId xmlns:a16="http://schemas.microsoft.com/office/drawing/2014/main" id="{57C64306-DF1D-0001-7737-CA0C49A4C768}"/>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3923224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16 - Blank Footer">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582192C-3A69-FE59-73A6-A262DF7259A5}"/>
              </a:ext>
            </a:extLst>
          </p:cNvPr>
          <p:cNvSpPr>
            <a:spLocks noGrp="1"/>
          </p:cNvSpPr>
          <p:nvPr>
            <p:ph type="dt" sz="half" idx="10"/>
          </p:nvPr>
        </p:nvSpPr>
        <p:spPr/>
        <p:txBody>
          <a:bodyPr/>
          <a:lstStyle/>
          <a:p>
            <a:fld id="{D2792E9C-7E5E-F14F-B049-5BFE22D713B7}" type="datetime4">
              <a:rPr lang="en-CA" smtClean="0"/>
              <a:t>October 7, 2026</a:t>
            </a:fld>
            <a:endParaRPr lang="en-US"/>
          </a:p>
        </p:txBody>
      </p:sp>
      <p:sp>
        <p:nvSpPr>
          <p:cNvPr id="8" name="Footer Placeholder 7">
            <a:extLst>
              <a:ext uri="{FF2B5EF4-FFF2-40B4-BE49-F238E27FC236}">
                <a16:creationId xmlns:a16="http://schemas.microsoft.com/office/drawing/2014/main" id="{55191159-C341-9E42-1ED7-056848027C65}"/>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92A4791-8BB3-D788-EFE9-CDE2FEB047BE}"/>
              </a:ext>
            </a:extLst>
          </p:cNvPr>
          <p:cNvSpPr>
            <a:spLocks noGrp="1"/>
          </p:cNvSpPr>
          <p:nvPr>
            <p:ph type="sldNum" sz="quarter" idx="12"/>
          </p:nvPr>
        </p:nvSpPr>
        <p:spPr/>
        <p:txBody>
          <a:bodyPr/>
          <a:lstStyle/>
          <a:p>
            <a:fld id="{991AB9B0-3E43-D847-B073-60FE8FAFFDB7}" type="slidenum">
              <a:rPr lang="en-US" smtClean="0"/>
              <a:pPr/>
              <a:t>‹#›</a:t>
            </a:fld>
            <a:endParaRPr lang="en-US"/>
          </a:p>
        </p:txBody>
      </p:sp>
    </p:spTree>
    <p:extLst>
      <p:ext uri="{BB962C8B-B14F-4D97-AF65-F5344CB8AC3E}">
        <p14:creationId xmlns:p14="http://schemas.microsoft.com/office/powerpoint/2010/main" val="3079263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yout 17 - Land Acknowledgem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 name="Title 6">
            <a:extLst>
              <a:ext uri="{FF2B5EF4-FFF2-40B4-BE49-F238E27FC236}">
                <a16:creationId xmlns:a16="http://schemas.microsoft.com/office/drawing/2014/main" id="{1CD51DFF-2A6D-7EC7-1E76-C81EC80CE3E8}"/>
              </a:ext>
            </a:extLst>
          </p:cNvPr>
          <p:cNvSpPr>
            <a:spLocks noGrp="1"/>
          </p:cNvSpPr>
          <p:nvPr>
            <p:ph type="title"/>
          </p:nvPr>
        </p:nvSpPr>
        <p:spPr>
          <a:xfrm>
            <a:off x="3311999" y="4520998"/>
            <a:ext cx="14302799" cy="648602"/>
          </a:xfrm>
          <a:prstGeom prst="rect">
            <a:avLst/>
          </a:prstGeom>
        </p:spPr>
        <p:txBody>
          <a:bodyPr/>
          <a:lstStyle>
            <a:lvl1pPr>
              <a:defRPr sz="4000" b="1">
                <a:solidFill>
                  <a:schemeClr val="bg1"/>
                </a:solidFill>
              </a:defRPr>
            </a:lvl1pPr>
          </a:lstStyle>
          <a:p>
            <a:r>
              <a:rPr lang="en-US" dirty="0"/>
              <a:t>Click to edit Master title style</a:t>
            </a:r>
            <a:endParaRPr lang="en-CA" dirty="0"/>
          </a:p>
        </p:txBody>
      </p:sp>
      <p:sp>
        <p:nvSpPr>
          <p:cNvPr id="3" name="Subtitle 2">
            <a:extLst>
              <a:ext uri="{FF2B5EF4-FFF2-40B4-BE49-F238E27FC236}">
                <a16:creationId xmlns:a16="http://schemas.microsoft.com/office/drawing/2014/main" id="{7BAAFF58-1895-74A3-698E-D878C3072291}"/>
              </a:ext>
            </a:extLst>
          </p:cNvPr>
          <p:cNvSpPr>
            <a:spLocks noGrp="1"/>
          </p:cNvSpPr>
          <p:nvPr>
            <p:ph type="subTitle" idx="1"/>
          </p:nvPr>
        </p:nvSpPr>
        <p:spPr>
          <a:xfrm>
            <a:off x="3312000" y="5421600"/>
            <a:ext cx="14302799" cy="2805297"/>
          </a:xfrm>
          <a:prstGeom prst="rect">
            <a:avLst/>
          </a:prstGeom>
        </p:spPr>
        <p:txBody>
          <a:bodyPr anchor="t"/>
          <a:lstStyle>
            <a:lvl1pPr marL="0" indent="0" algn="l">
              <a:buNone/>
              <a:defRPr sz="3600" baseline="0">
                <a:solidFill>
                  <a:schemeClr val="bg1"/>
                </a:solidFill>
              </a:defRPr>
            </a:lvl1pPr>
            <a:lvl2pPr marL="761924" indent="0" algn="ctr">
              <a:buNone/>
              <a:defRPr sz="3333"/>
            </a:lvl2pPr>
            <a:lvl3pPr marL="1523848" indent="0" algn="ctr">
              <a:buNone/>
              <a:defRPr sz="3000"/>
            </a:lvl3pPr>
            <a:lvl4pPr marL="2285771" indent="0" algn="ctr">
              <a:buNone/>
              <a:defRPr sz="2666"/>
            </a:lvl4pPr>
            <a:lvl5pPr marL="3047695" indent="0" algn="ctr">
              <a:buNone/>
              <a:defRPr sz="2666"/>
            </a:lvl5pPr>
            <a:lvl6pPr marL="3809619" indent="0" algn="ctr">
              <a:buNone/>
              <a:defRPr sz="2666"/>
            </a:lvl6pPr>
            <a:lvl7pPr marL="4571543" indent="0" algn="ctr">
              <a:buNone/>
              <a:defRPr sz="2666"/>
            </a:lvl7pPr>
            <a:lvl8pPr marL="5333467" indent="0" algn="ctr">
              <a:buNone/>
              <a:defRPr sz="2666"/>
            </a:lvl8pPr>
            <a:lvl9pPr marL="6095390" indent="0" algn="ctr">
              <a:buNone/>
              <a:defRPr sz="2666"/>
            </a:lvl9pPr>
          </a:lstStyle>
          <a:p>
            <a:endParaRPr lang="en-US" sz="3600" baseline="30000">
              <a:solidFill>
                <a:schemeClr val="bg1"/>
              </a:solidFill>
            </a:endParaRPr>
          </a:p>
        </p:txBody>
      </p:sp>
      <p:grpSp>
        <p:nvGrpSpPr>
          <p:cNvPr id="8" name="Group 7" descr="An icon of a hand holding a sapling.">
            <a:extLst>
              <a:ext uri="{FF2B5EF4-FFF2-40B4-BE49-F238E27FC236}">
                <a16:creationId xmlns:a16="http://schemas.microsoft.com/office/drawing/2014/main" id="{0DECB02C-2326-F95A-1ECA-3D29624B802C}"/>
              </a:ext>
            </a:extLst>
          </p:cNvPr>
          <p:cNvGrpSpPr/>
          <p:nvPr userDrawn="1"/>
        </p:nvGrpSpPr>
        <p:grpSpPr>
          <a:xfrm>
            <a:off x="3429538" y="3189238"/>
            <a:ext cx="1087755" cy="1087754"/>
            <a:chOff x="12372571" y="7209566"/>
            <a:chExt cx="1087755" cy="1087754"/>
          </a:xfrm>
        </p:grpSpPr>
        <p:sp>
          <p:nvSpPr>
            <p:cNvPr id="9" name="Freeform 8">
              <a:extLst>
                <a:ext uri="{FF2B5EF4-FFF2-40B4-BE49-F238E27FC236}">
                  <a16:creationId xmlns:a16="http://schemas.microsoft.com/office/drawing/2014/main" id="{94FBF782-1048-A071-8D84-1668E5FC19BD}"/>
                </a:ext>
              </a:extLst>
            </p:cNvPr>
            <p:cNvSpPr/>
            <p:nvPr/>
          </p:nvSpPr>
          <p:spPr>
            <a:xfrm>
              <a:off x="12769764" y="7286718"/>
              <a:ext cx="553402" cy="402907"/>
            </a:xfrm>
            <a:custGeom>
              <a:avLst/>
              <a:gdLst>
                <a:gd name="connsiteX0" fmla="*/ 467678 w 553402"/>
                <a:gd name="connsiteY0" fmla="*/ 0 h 402907"/>
                <a:gd name="connsiteX1" fmla="*/ 276225 w 553402"/>
                <a:gd name="connsiteY1" fmla="*/ 120015 h 402907"/>
                <a:gd name="connsiteX2" fmla="*/ 84772 w 553402"/>
                <a:gd name="connsiteY2" fmla="*/ 0 h 402907"/>
                <a:gd name="connsiteX3" fmla="*/ 0 w 553402"/>
                <a:gd name="connsiteY3" fmla="*/ 0 h 402907"/>
                <a:gd name="connsiteX4" fmla="*/ 0 w 553402"/>
                <a:gd name="connsiteY4" fmla="*/ 20955 h 402907"/>
                <a:gd name="connsiteX5" fmla="*/ 212407 w 553402"/>
                <a:gd name="connsiteY5" fmla="*/ 233363 h 402907"/>
                <a:gd name="connsiteX6" fmla="*/ 255270 w 553402"/>
                <a:gd name="connsiteY6" fmla="*/ 233363 h 402907"/>
                <a:gd name="connsiteX7" fmla="*/ 255270 w 553402"/>
                <a:gd name="connsiteY7" fmla="*/ 402908 h 402907"/>
                <a:gd name="connsiteX8" fmla="*/ 298132 w 553402"/>
                <a:gd name="connsiteY8" fmla="*/ 402908 h 402907"/>
                <a:gd name="connsiteX9" fmla="*/ 298132 w 553402"/>
                <a:gd name="connsiteY9" fmla="*/ 233363 h 402907"/>
                <a:gd name="connsiteX10" fmla="*/ 340995 w 553402"/>
                <a:gd name="connsiteY10" fmla="*/ 233363 h 402907"/>
                <a:gd name="connsiteX11" fmla="*/ 553403 w 553402"/>
                <a:gd name="connsiteY11" fmla="*/ 20955 h 402907"/>
                <a:gd name="connsiteX12" fmla="*/ 553403 w 553402"/>
                <a:gd name="connsiteY12" fmla="*/ 0 h 402907"/>
                <a:gd name="connsiteX13" fmla="*/ 468630 w 553402"/>
                <a:gd name="connsiteY13" fmla="*/ 0 h 402907"/>
                <a:gd name="connsiteX14" fmla="*/ 212407 w 553402"/>
                <a:gd name="connsiteY14" fmla="*/ 190500 h 402907"/>
                <a:gd name="connsiteX15" fmla="*/ 43815 w 553402"/>
                <a:gd name="connsiteY15" fmla="*/ 41910 h 402907"/>
                <a:gd name="connsiteX16" fmla="*/ 84772 w 553402"/>
                <a:gd name="connsiteY16" fmla="*/ 41910 h 402907"/>
                <a:gd name="connsiteX17" fmla="*/ 253365 w 553402"/>
                <a:gd name="connsiteY17" fmla="*/ 190500 h 402907"/>
                <a:gd name="connsiteX18" fmla="*/ 212407 w 553402"/>
                <a:gd name="connsiteY18" fmla="*/ 190500 h 402907"/>
                <a:gd name="connsiteX19" fmla="*/ 340042 w 553402"/>
                <a:gd name="connsiteY19" fmla="*/ 190500 h 402907"/>
                <a:gd name="connsiteX20" fmla="*/ 299085 w 553402"/>
                <a:gd name="connsiteY20" fmla="*/ 190500 h 402907"/>
                <a:gd name="connsiteX21" fmla="*/ 467678 w 553402"/>
                <a:gd name="connsiteY21" fmla="*/ 41910 h 402907"/>
                <a:gd name="connsiteX22" fmla="*/ 508635 w 553402"/>
                <a:gd name="connsiteY22" fmla="*/ 41910 h 402907"/>
                <a:gd name="connsiteX23" fmla="*/ 340042 w 553402"/>
                <a:gd name="connsiteY23" fmla="*/ 190500 h 402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53402" h="402907">
                  <a:moveTo>
                    <a:pt x="467678" y="0"/>
                  </a:moveTo>
                  <a:cubicBezTo>
                    <a:pt x="383857" y="0"/>
                    <a:pt x="310515" y="48578"/>
                    <a:pt x="276225" y="120015"/>
                  </a:cubicBezTo>
                  <a:cubicBezTo>
                    <a:pt x="241935" y="49530"/>
                    <a:pt x="168592" y="0"/>
                    <a:pt x="84772" y="0"/>
                  </a:cubicBezTo>
                  <a:lnTo>
                    <a:pt x="0" y="0"/>
                  </a:lnTo>
                  <a:lnTo>
                    <a:pt x="0" y="20955"/>
                  </a:lnTo>
                  <a:cubicBezTo>
                    <a:pt x="0" y="138113"/>
                    <a:pt x="95250" y="233363"/>
                    <a:pt x="212407" y="233363"/>
                  </a:cubicBezTo>
                  <a:lnTo>
                    <a:pt x="255270" y="233363"/>
                  </a:lnTo>
                  <a:lnTo>
                    <a:pt x="255270" y="402908"/>
                  </a:lnTo>
                  <a:lnTo>
                    <a:pt x="298132" y="402908"/>
                  </a:lnTo>
                  <a:lnTo>
                    <a:pt x="298132" y="233363"/>
                  </a:lnTo>
                  <a:lnTo>
                    <a:pt x="340995" y="233363"/>
                  </a:lnTo>
                  <a:cubicBezTo>
                    <a:pt x="458153" y="233363"/>
                    <a:pt x="553403" y="138113"/>
                    <a:pt x="553403" y="20955"/>
                  </a:cubicBezTo>
                  <a:lnTo>
                    <a:pt x="553403" y="0"/>
                  </a:lnTo>
                  <a:lnTo>
                    <a:pt x="468630" y="0"/>
                  </a:lnTo>
                  <a:close/>
                  <a:moveTo>
                    <a:pt x="212407" y="190500"/>
                  </a:moveTo>
                  <a:cubicBezTo>
                    <a:pt x="125730" y="190500"/>
                    <a:pt x="54292" y="125730"/>
                    <a:pt x="43815" y="41910"/>
                  </a:cubicBezTo>
                  <a:lnTo>
                    <a:pt x="84772" y="41910"/>
                  </a:lnTo>
                  <a:cubicBezTo>
                    <a:pt x="171450" y="41910"/>
                    <a:pt x="242888" y="106680"/>
                    <a:pt x="253365" y="190500"/>
                  </a:cubicBezTo>
                  <a:lnTo>
                    <a:pt x="212407" y="190500"/>
                  </a:lnTo>
                  <a:close/>
                  <a:moveTo>
                    <a:pt x="340042" y="190500"/>
                  </a:moveTo>
                  <a:lnTo>
                    <a:pt x="299085" y="190500"/>
                  </a:lnTo>
                  <a:cubicBezTo>
                    <a:pt x="309563" y="106680"/>
                    <a:pt x="381000" y="41910"/>
                    <a:pt x="467678" y="41910"/>
                  </a:cubicBezTo>
                  <a:lnTo>
                    <a:pt x="508635" y="41910"/>
                  </a:lnTo>
                  <a:cubicBezTo>
                    <a:pt x="498157" y="125730"/>
                    <a:pt x="426720" y="190500"/>
                    <a:pt x="340042" y="190500"/>
                  </a:cubicBezTo>
                  <a:close/>
                </a:path>
              </a:pathLst>
            </a:custGeom>
            <a:solidFill>
              <a:schemeClr val="accent2"/>
            </a:solidFill>
            <a:ln w="0" cap="flat">
              <a:noFill/>
              <a:prstDash val="solid"/>
              <a:miter/>
            </a:ln>
          </p:spPr>
          <p:txBody>
            <a:bodyPr rtlCol="0" anchor="ctr"/>
            <a:lstStyle/>
            <a:p>
              <a:endParaRPr lang="en-US"/>
            </a:p>
          </p:txBody>
        </p:sp>
        <p:grpSp>
          <p:nvGrpSpPr>
            <p:cNvPr id="10" name="Graphic 8">
              <a:extLst>
                <a:ext uri="{FF2B5EF4-FFF2-40B4-BE49-F238E27FC236}">
                  <a16:creationId xmlns:a16="http://schemas.microsoft.com/office/drawing/2014/main" id="{3ACF959F-56A5-E952-F484-09D13707B923}"/>
                </a:ext>
              </a:extLst>
            </p:cNvPr>
            <p:cNvGrpSpPr/>
            <p:nvPr/>
          </p:nvGrpSpPr>
          <p:grpSpPr>
            <a:xfrm>
              <a:off x="12372571" y="7209566"/>
              <a:ext cx="1087755" cy="1087754"/>
              <a:chOff x="12372571" y="7209566"/>
              <a:chExt cx="1087755" cy="1087754"/>
            </a:xfrm>
          </p:grpSpPr>
          <p:sp>
            <p:nvSpPr>
              <p:cNvPr id="11" name="Freeform 10">
                <a:extLst>
                  <a:ext uri="{FF2B5EF4-FFF2-40B4-BE49-F238E27FC236}">
                    <a16:creationId xmlns:a16="http://schemas.microsoft.com/office/drawing/2014/main" id="{1AA8C2A7-AF14-0681-9645-70B1E1D21E4A}"/>
                  </a:ext>
                </a:extLst>
              </p:cNvPr>
              <p:cNvSpPr/>
              <p:nvPr/>
            </p:nvSpPr>
            <p:spPr>
              <a:xfrm>
                <a:off x="12372571" y="7209566"/>
                <a:ext cx="1087755" cy="1087754"/>
              </a:xfrm>
              <a:custGeom>
                <a:avLst/>
                <a:gdLst>
                  <a:gd name="connsiteX0" fmla="*/ 1087755 w 1087755"/>
                  <a:gd name="connsiteY0" fmla="*/ 0 h 1087754"/>
                  <a:gd name="connsiteX1" fmla="*/ 1087755 w 1087755"/>
                  <a:gd name="connsiteY1" fmla="*/ 1087755 h 1087754"/>
                  <a:gd name="connsiteX2" fmla="*/ 0 w 1087755"/>
                  <a:gd name="connsiteY2" fmla="*/ 1087755 h 1087754"/>
                </a:gdLst>
                <a:ahLst/>
                <a:cxnLst>
                  <a:cxn ang="0">
                    <a:pos x="connsiteX0" y="connsiteY0"/>
                  </a:cxn>
                  <a:cxn ang="0">
                    <a:pos x="connsiteX1" y="connsiteY1"/>
                  </a:cxn>
                  <a:cxn ang="0">
                    <a:pos x="connsiteX2" y="connsiteY2"/>
                  </a:cxn>
                </a:cxnLst>
                <a:rect l="l" t="t" r="r" b="b"/>
                <a:pathLst>
                  <a:path w="1087755" h="1087754">
                    <a:moveTo>
                      <a:pt x="1087755" y="0"/>
                    </a:moveTo>
                    <a:lnTo>
                      <a:pt x="1087755" y="1087755"/>
                    </a:lnTo>
                    <a:lnTo>
                      <a:pt x="0" y="1087755"/>
                    </a:lnTo>
                  </a:path>
                </a:pathLst>
              </a:custGeom>
              <a:noFill/>
              <a:ln w="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8BDA1C6A-BF36-D885-B1B1-203DE44727B8}"/>
                  </a:ext>
                </a:extLst>
              </p:cNvPr>
              <p:cNvSpPr/>
              <p:nvPr/>
            </p:nvSpPr>
            <p:spPr>
              <a:xfrm>
                <a:off x="12383048" y="7669623"/>
                <a:ext cx="1062990" cy="552450"/>
              </a:xfrm>
              <a:custGeom>
                <a:avLst/>
                <a:gdLst>
                  <a:gd name="connsiteX0" fmla="*/ 1048703 w 1062990"/>
                  <a:gd name="connsiteY0" fmla="*/ 261938 h 552450"/>
                  <a:gd name="connsiteX1" fmla="*/ 944880 w 1062990"/>
                  <a:gd name="connsiteY1" fmla="*/ 206693 h 552450"/>
                  <a:gd name="connsiteX2" fmla="*/ 929640 w 1062990"/>
                  <a:gd name="connsiteY2" fmla="*/ 206693 h 552450"/>
                  <a:gd name="connsiteX3" fmla="*/ 661988 w 1062990"/>
                  <a:gd name="connsiteY3" fmla="*/ 0 h 552450"/>
                  <a:gd name="connsiteX4" fmla="*/ 418148 w 1062990"/>
                  <a:gd name="connsiteY4" fmla="*/ 146685 h 552450"/>
                  <a:gd name="connsiteX5" fmla="*/ 343853 w 1062990"/>
                  <a:gd name="connsiteY5" fmla="*/ 127635 h 552450"/>
                  <a:gd name="connsiteX6" fmla="*/ 203835 w 1062990"/>
                  <a:gd name="connsiteY6" fmla="*/ 191452 h 552450"/>
                  <a:gd name="connsiteX7" fmla="*/ 0 w 1062990"/>
                  <a:gd name="connsiteY7" fmla="*/ 191452 h 552450"/>
                  <a:gd name="connsiteX8" fmla="*/ 0 w 1062990"/>
                  <a:gd name="connsiteY8" fmla="*/ 488633 h 552450"/>
                  <a:gd name="connsiteX9" fmla="*/ 209550 w 1062990"/>
                  <a:gd name="connsiteY9" fmla="*/ 488633 h 552450"/>
                  <a:gd name="connsiteX10" fmla="*/ 404813 w 1062990"/>
                  <a:gd name="connsiteY10" fmla="*/ 552450 h 552450"/>
                  <a:gd name="connsiteX11" fmla="*/ 732473 w 1062990"/>
                  <a:gd name="connsiteY11" fmla="*/ 552450 h 552450"/>
                  <a:gd name="connsiteX12" fmla="*/ 738188 w 1062990"/>
                  <a:gd name="connsiteY12" fmla="*/ 547688 h 552450"/>
                  <a:gd name="connsiteX13" fmla="*/ 974408 w 1062990"/>
                  <a:gd name="connsiteY13" fmla="*/ 351473 h 552450"/>
                  <a:gd name="connsiteX14" fmla="*/ 1022985 w 1062990"/>
                  <a:gd name="connsiteY14" fmla="*/ 311468 h 552450"/>
                  <a:gd name="connsiteX15" fmla="*/ 1045845 w 1062990"/>
                  <a:gd name="connsiteY15" fmla="*/ 293370 h 552450"/>
                  <a:gd name="connsiteX16" fmla="*/ 1062990 w 1062990"/>
                  <a:gd name="connsiteY16" fmla="*/ 280035 h 552450"/>
                  <a:gd name="connsiteX17" fmla="*/ 1048703 w 1062990"/>
                  <a:gd name="connsiteY17" fmla="*/ 263843 h 552450"/>
                  <a:gd name="connsiteX18" fmla="*/ 662940 w 1062990"/>
                  <a:gd name="connsiteY18" fmla="*/ 41910 h 552450"/>
                  <a:gd name="connsiteX19" fmla="*/ 887730 w 1062990"/>
                  <a:gd name="connsiteY19" fmla="*/ 212408 h 552450"/>
                  <a:gd name="connsiteX20" fmla="*/ 832485 w 1062990"/>
                  <a:gd name="connsiteY20" fmla="*/ 240983 h 552450"/>
                  <a:gd name="connsiteX21" fmla="*/ 798195 w 1062990"/>
                  <a:gd name="connsiteY21" fmla="*/ 271463 h 552450"/>
                  <a:gd name="connsiteX22" fmla="*/ 746760 w 1062990"/>
                  <a:gd name="connsiteY22" fmla="*/ 318135 h 552450"/>
                  <a:gd name="connsiteX23" fmla="*/ 746760 w 1062990"/>
                  <a:gd name="connsiteY23" fmla="*/ 318135 h 552450"/>
                  <a:gd name="connsiteX24" fmla="*/ 600075 w 1062990"/>
                  <a:gd name="connsiteY24" fmla="*/ 190500 h 552450"/>
                  <a:gd name="connsiteX25" fmla="*/ 481965 w 1062990"/>
                  <a:gd name="connsiteY25" fmla="*/ 190500 h 552450"/>
                  <a:gd name="connsiteX26" fmla="*/ 456248 w 1062990"/>
                  <a:gd name="connsiteY26" fmla="*/ 168593 h 552450"/>
                  <a:gd name="connsiteX27" fmla="*/ 663893 w 1062990"/>
                  <a:gd name="connsiteY27" fmla="*/ 41910 h 552450"/>
                  <a:gd name="connsiteX28" fmla="*/ 191453 w 1062990"/>
                  <a:gd name="connsiteY28" fmla="*/ 445770 h 552450"/>
                  <a:gd name="connsiteX29" fmla="*/ 42863 w 1062990"/>
                  <a:gd name="connsiteY29" fmla="*/ 445770 h 552450"/>
                  <a:gd name="connsiteX30" fmla="*/ 42863 w 1062990"/>
                  <a:gd name="connsiteY30" fmla="*/ 233363 h 552450"/>
                  <a:gd name="connsiteX31" fmla="*/ 191453 w 1062990"/>
                  <a:gd name="connsiteY31" fmla="*/ 233363 h 552450"/>
                  <a:gd name="connsiteX32" fmla="*/ 191453 w 1062990"/>
                  <a:gd name="connsiteY32" fmla="*/ 445770 h 552450"/>
                  <a:gd name="connsiteX33" fmla="*/ 996315 w 1062990"/>
                  <a:gd name="connsiteY33" fmla="*/ 277178 h 552450"/>
                  <a:gd name="connsiteX34" fmla="*/ 946785 w 1062990"/>
                  <a:gd name="connsiteY34" fmla="*/ 318135 h 552450"/>
                  <a:gd name="connsiteX35" fmla="*/ 716280 w 1062990"/>
                  <a:gd name="connsiteY35" fmla="*/ 509588 h 552450"/>
                  <a:gd name="connsiteX36" fmla="*/ 411480 w 1062990"/>
                  <a:gd name="connsiteY36" fmla="*/ 509588 h 552450"/>
                  <a:gd name="connsiteX37" fmla="*/ 234315 w 1062990"/>
                  <a:gd name="connsiteY37" fmla="*/ 451485 h 552450"/>
                  <a:gd name="connsiteX38" fmla="*/ 234315 w 1062990"/>
                  <a:gd name="connsiteY38" fmla="*/ 220980 h 552450"/>
                  <a:gd name="connsiteX39" fmla="*/ 344805 w 1062990"/>
                  <a:gd name="connsiteY39" fmla="*/ 169545 h 552450"/>
                  <a:gd name="connsiteX40" fmla="*/ 456248 w 1062990"/>
                  <a:gd name="connsiteY40" fmla="*/ 225743 h 552450"/>
                  <a:gd name="connsiteX41" fmla="*/ 462915 w 1062990"/>
                  <a:gd name="connsiteY41" fmla="*/ 232410 h 552450"/>
                  <a:gd name="connsiteX42" fmla="*/ 600075 w 1062990"/>
                  <a:gd name="connsiteY42" fmla="*/ 232410 h 552450"/>
                  <a:gd name="connsiteX43" fmla="*/ 703898 w 1062990"/>
                  <a:gd name="connsiteY43" fmla="*/ 317183 h 552450"/>
                  <a:gd name="connsiteX44" fmla="*/ 503873 w 1062990"/>
                  <a:gd name="connsiteY44" fmla="*/ 317183 h 552450"/>
                  <a:gd name="connsiteX45" fmla="*/ 503873 w 1062990"/>
                  <a:gd name="connsiteY45" fmla="*/ 360045 h 552450"/>
                  <a:gd name="connsiteX46" fmla="*/ 762953 w 1062990"/>
                  <a:gd name="connsiteY46" fmla="*/ 360045 h 552450"/>
                  <a:gd name="connsiteX47" fmla="*/ 768668 w 1062990"/>
                  <a:gd name="connsiteY47" fmla="*/ 355283 h 552450"/>
                  <a:gd name="connsiteX48" fmla="*/ 827723 w 1062990"/>
                  <a:gd name="connsiteY48" fmla="*/ 302895 h 552450"/>
                  <a:gd name="connsiteX49" fmla="*/ 860108 w 1062990"/>
                  <a:gd name="connsiteY49" fmla="*/ 274320 h 552450"/>
                  <a:gd name="connsiteX50" fmla="*/ 941070 w 1062990"/>
                  <a:gd name="connsiteY50" fmla="*/ 249555 h 552450"/>
                  <a:gd name="connsiteX51" fmla="*/ 1001078 w 1062990"/>
                  <a:gd name="connsiteY51" fmla="*/ 274320 h 552450"/>
                  <a:gd name="connsiteX52" fmla="*/ 996315 w 1062990"/>
                  <a:gd name="connsiteY52" fmla="*/ 27813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62990" h="552450">
                    <a:moveTo>
                      <a:pt x="1048703" y="261938"/>
                    </a:moveTo>
                    <a:cubicBezTo>
                      <a:pt x="1022033" y="230505"/>
                      <a:pt x="985838" y="211455"/>
                      <a:pt x="944880" y="206693"/>
                    </a:cubicBezTo>
                    <a:cubicBezTo>
                      <a:pt x="940118" y="206693"/>
                      <a:pt x="935355" y="206693"/>
                      <a:pt x="929640" y="206693"/>
                    </a:cubicBezTo>
                    <a:cubicBezTo>
                      <a:pt x="898208" y="85725"/>
                      <a:pt x="788670" y="0"/>
                      <a:pt x="661988" y="0"/>
                    </a:cubicBezTo>
                    <a:cubicBezTo>
                      <a:pt x="535305" y="0"/>
                      <a:pt x="465773" y="57150"/>
                      <a:pt x="418148" y="146685"/>
                    </a:cubicBezTo>
                    <a:cubicBezTo>
                      <a:pt x="396240" y="136208"/>
                      <a:pt x="371475" y="127635"/>
                      <a:pt x="343853" y="127635"/>
                    </a:cubicBezTo>
                    <a:cubicBezTo>
                      <a:pt x="279083" y="127635"/>
                      <a:pt x="222885" y="174308"/>
                      <a:pt x="203835" y="191452"/>
                    </a:cubicBezTo>
                    <a:lnTo>
                      <a:pt x="0" y="191452"/>
                    </a:lnTo>
                    <a:lnTo>
                      <a:pt x="0" y="488633"/>
                    </a:lnTo>
                    <a:lnTo>
                      <a:pt x="209550" y="488633"/>
                    </a:lnTo>
                    <a:lnTo>
                      <a:pt x="404813" y="552450"/>
                    </a:lnTo>
                    <a:lnTo>
                      <a:pt x="732473" y="552450"/>
                    </a:lnTo>
                    <a:lnTo>
                      <a:pt x="738188" y="547688"/>
                    </a:lnTo>
                    <a:cubicBezTo>
                      <a:pt x="874395" y="434340"/>
                      <a:pt x="939165" y="381000"/>
                      <a:pt x="974408" y="351473"/>
                    </a:cubicBezTo>
                    <a:cubicBezTo>
                      <a:pt x="999173" y="331153"/>
                      <a:pt x="1015365" y="317818"/>
                      <a:pt x="1022985" y="311468"/>
                    </a:cubicBezTo>
                    <a:cubicBezTo>
                      <a:pt x="1027748" y="307658"/>
                      <a:pt x="1034415" y="301943"/>
                      <a:pt x="1045845" y="293370"/>
                    </a:cubicBezTo>
                    <a:lnTo>
                      <a:pt x="1062990" y="280035"/>
                    </a:lnTo>
                    <a:lnTo>
                      <a:pt x="1048703" y="263843"/>
                    </a:lnTo>
                    <a:close/>
                    <a:moveTo>
                      <a:pt x="662940" y="41910"/>
                    </a:moveTo>
                    <a:cubicBezTo>
                      <a:pt x="768668" y="41910"/>
                      <a:pt x="860108" y="112395"/>
                      <a:pt x="887730" y="212408"/>
                    </a:cubicBezTo>
                    <a:cubicBezTo>
                      <a:pt x="867728" y="218123"/>
                      <a:pt x="849630" y="227648"/>
                      <a:pt x="832485" y="240983"/>
                    </a:cubicBezTo>
                    <a:cubicBezTo>
                      <a:pt x="822008" y="249555"/>
                      <a:pt x="810578" y="260033"/>
                      <a:pt x="798195" y="271463"/>
                    </a:cubicBezTo>
                    <a:cubicBezTo>
                      <a:pt x="783908" y="284798"/>
                      <a:pt x="767715" y="300038"/>
                      <a:pt x="746760" y="318135"/>
                    </a:cubicBezTo>
                    <a:lnTo>
                      <a:pt x="746760" y="318135"/>
                    </a:lnTo>
                    <a:cubicBezTo>
                      <a:pt x="736283" y="245745"/>
                      <a:pt x="674370" y="190500"/>
                      <a:pt x="600075" y="190500"/>
                    </a:cubicBezTo>
                    <a:lnTo>
                      <a:pt x="481965" y="190500"/>
                    </a:lnTo>
                    <a:cubicBezTo>
                      <a:pt x="476250" y="184785"/>
                      <a:pt x="467678" y="177165"/>
                      <a:pt x="456248" y="168593"/>
                    </a:cubicBezTo>
                    <a:cubicBezTo>
                      <a:pt x="496253" y="91440"/>
                      <a:pt x="576263" y="41910"/>
                      <a:pt x="663893" y="41910"/>
                    </a:cubicBezTo>
                    <a:close/>
                    <a:moveTo>
                      <a:pt x="191453" y="445770"/>
                    </a:moveTo>
                    <a:lnTo>
                      <a:pt x="42863" y="445770"/>
                    </a:lnTo>
                    <a:lnTo>
                      <a:pt x="42863" y="233363"/>
                    </a:lnTo>
                    <a:lnTo>
                      <a:pt x="191453" y="233363"/>
                    </a:lnTo>
                    <a:lnTo>
                      <a:pt x="191453" y="445770"/>
                    </a:lnTo>
                    <a:close/>
                    <a:moveTo>
                      <a:pt x="996315" y="277178"/>
                    </a:moveTo>
                    <a:cubicBezTo>
                      <a:pt x="988057" y="283528"/>
                      <a:pt x="971550" y="297180"/>
                      <a:pt x="946785" y="318135"/>
                    </a:cubicBezTo>
                    <a:cubicBezTo>
                      <a:pt x="912495" y="346710"/>
                      <a:pt x="848678" y="400050"/>
                      <a:pt x="716280" y="509588"/>
                    </a:cubicBezTo>
                    <a:lnTo>
                      <a:pt x="411480" y="509588"/>
                    </a:lnTo>
                    <a:lnTo>
                      <a:pt x="234315" y="451485"/>
                    </a:lnTo>
                    <a:lnTo>
                      <a:pt x="234315" y="220980"/>
                    </a:lnTo>
                    <a:cubicBezTo>
                      <a:pt x="250508" y="206693"/>
                      <a:pt x="296228" y="169545"/>
                      <a:pt x="344805" y="169545"/>
                    </a:cubicBezTo>
                    <a:cubicBezTo>
                      <a:pt x="393383" y="169545"/>
                      <a:pt x="456248" y="225743"/>
                      <a:pt x="456248" y="225743"/>
                    </a:cubicBezTo>
                    <a:lnTo>
                      <a:pt x="462915" y="232410"/>
                    </a:lnTo>
                    <a:lnTo>
                      <a:pt x="600075" y="232410"/>
                    </a:lnTo>
                    <a:cubicBezTo>
                      <a:pt x="651510" y="232410"/>
                      <a:pt x="694373" y="268605"/>
                      <a:pt x="703898" y="317183"/>
                    </a:cubicBezTo>
                    <a:lnTo>
                      <a:pt x="503873" y="317183"/>
                    </a:lnTo>
                    <a:lnTo>
                      <a:pt x="503873" y="360045"/>
                    </a:lnTo>
                    <a:lnTo>
                      <a:pt x="762953" y="360045"/>
                    </a:lnTo>
                    <a:lnTo>
                      <a:pt x="768668" y="355283"/>
                    </a:lnTo>
                    <a:cubicBezTo>
                      <a:pt x="793433" y="334328"/>
                      <a:pt x="812483" y="317183"/>
                      <a:pt x="827723" y="302895"/>
                    </a:cubicBezTo>
                    <a:cubicBezTo>
                      <a:pt x="840105" y="291465"/>
                      <a:pt x="849630" y="281940"/>
                      <a:pt x="860108" y="274320"/>
                    </a:cubicBezTo>
                    <a:cubicBezTo>
                      <a:pt x="882968" y="255270"/>
                      <a:pt x="911543" y="246698"/>
                      <a:pt x="941070" y="249555"/>
                    </a:cubicBezTo>
                    <a:cubicBezTo>
                      <a:pt x="962978" y="251460"/>
                      <a:pt x="983933" y="260033"/>
                      <a:pt x="1001078" y="274320"/>
                    </a:cubicBezTo>
                    <a:cubicBezTo>
                      <a:pt x="999173" y="275273"/>
                      <a:pt x="998220" y="277178"/>
                      <a:pt x="996315" y="278130"/>
                    </a:cubicBezTo>
                    <a:close/>
                  </a:path>
                </a:pathLst>
              </a:custGeom>
              <a:solidFill>
                <a:schemeClr val="bg1"/>
              </a:solid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6306092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1">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9792945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BE623F-DB6C-3D05-E5AC-0FB1CD275E39}"/>
              </a:ext>
              <a:ext uri="{C183D7F6-B498-43B3-948B-1728B52AA6E4}">
                <adec:decorative xmlns:adec="http://schemas.microsoft.com/office/drawing/2017/decorative" val="1"/>
              </a:ext>
            </a:extLst>
          </p:cNvPr>
          <p:cNvSpPr/>
          <p:nvPr userDrawn="1"/>
        </p:nvSpPr>
        <p:spPr>
          <a:xfrm>
            <a:off x="0" y="0"/>
            <a:ext cx="20318413" cy="1143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Tree>
    <p:extLst>
      <p:ext uri="{BB962C8B-B14F-4D97-AF65-F5344CB8AC3E}">
        <p14:creationId xmlns:p14="http://schemas.microsoft.com/office/powerpoint/2010/main" val="347714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image" Target="../media/image6.svg"/><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image" Target="../media/image5.png"/><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theme" Target="../theme/theme2.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image" Target="../media/image16.svg"/><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image" Target="../media/image15.png"/><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756113"/>
      </p:ext>
    </p:extLst>
  </p:cSld>
  <p:clrMap bg1="lt1" tx1="dk1" bg2="lt2" tx2="dk2" accent1="accent1" accent2="accent2" accent3="accent3" accent4="accent4" accent5="accent5" accent6="accent6" hlink="hlink" folHlink="folHlink"/>
  <p:sldLayoutIdLst>
    <p:sldLayoutId id="2147483703" r:id="rId1"/>
    <p:sldLayoutId id="2147483736" r:id="rId2"/>
    <p:sldLayoutId id="2147483673" r:id="rId3"/>
    <p:sldLayoutId id="2147483698" r:id="rId4"/>
    <p:sldLayoutId id="2147483674" r:id="rId5"/>
    <p:sldLayoutId id="2147483699" r:id="rId6"/>
    <p:sldLayoutId id="2147483675" r:id="rId7"/>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6" userDrawn="1">
          <p15:clr>
            <a:srgbClr val="F26B43"/>
          </p15:clr>
        </p15:guide>
        <p15:guide id="2" pos="12523" userDrawn="1">
          <p15:clr>
            <a:srgbClr val="F26B43"/>
          </p15:clr>
        </p15:guide>
        <p15:guide id="3" orient="horz" pos="6911" userDrawn="1">
          <p15:clr>
            <a:srgbClr val="F26B43"/>
          </p15:clr>
        </p15:guide>
        <p15:guide id="4" orient="horz" pos="26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7" name="Picture 23" descr="McMaster Brighter World Logo">
            <a:extLst>
              <a:ext uri="{FF2B5EF4-FFF2-40B4-BE49-F238E27FC236}">
                <a16:creationId xmlns:a16="http://schemas.microsoft.com/office/drawing/2014/main" id="{BD60C075-AE86-8E05-54F6-84253EC0EDCA}"/>
              </a:ext>
            </a:extLst>
          </p:cNvPr>
          <p:cNvPicPr>
            <a:picLocks noChangeAspect="1"/>
          </p:cNvPicPr>
          <p:nvPr userDrawn="1"/>
        </p:nvPicPr>
        <p:blipFill>
          <a:blip r:embed="rId25">
            <a:extLst>
              <a:ext uri="{96DAC541-7B7A-43D3-8B79-37D633B846F1}">
                <asvg:svgBlip xmlns:asvg="http://schemas.microsoft.com/office/drawing/2016/SVG/main" r:embed="rId26"/>
              </a:ext>
            </a:extLst>
          </a:blip>
          <a:srcRect/>
          <a:stretch/>
        </p:blipFill>
        <p:spPr>
          <a:xfrm>
            <a:off x="439230" y="10046677"/>
            <a:ext cx="2919093" cy="924536"/>
          </a:xfrm>
          <a:prstGeom prst="rect">
            <a:avLst/>
          </a:prstGeom>
        </p:spPr>
      </p:pic>
      <p:cxnSp>
        <p:nvCxnSpPr>
          <p:cNvPr id="18" name="Straight Connector 17">
            <a:extLst>
              <a:ext uri="{FF2B5EF4-FFF2-40B4-BE49-F238E27FC236}">
                <a16:creationId xmlns:a16="http://schemas.microsoft.com/office/drawing/2014/main" id="{82124C9A-1A6B-0A47-A80A-9BE7F1D1BB27}"/>
              </a:ext>
              <a:ext uri="{C183D7F6-B498-43B3-948B-1728B52AA6E4}">
                <adec:decorative xmlns:adec="http://schemas.microsoft.com/office/drawing/2017/decorative" val="1"/>
              </a:ext>
            </a:extLst>
          </p:cNvPr>
          <p:cNvCxnSpPr>
            <a:cxnSpLocks/>
          </p:cNvCxnSpPr>
          <p:nvPr userDrawn="1"/>
        </p:nvCxnSpPr>
        <p:spPr>
          <a:xfrm>
            <a:off x="3645877" y="10339754"/>
            <a:ext cx="16672536"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7F28D3-D67E-618C-8F3A-A8EC1886AB77}"/>
              </a:ext>
              <a:ext uri="{C183D7F6-B498-43B3-948B-1728B52AA6E4}">
                <adec:decorative xmlns:adec="http://schemas.microsoft.com/office/drawing/2017/decorative" val="1"/>
              </a:ext>
            </a:extLst>
          </p:cNvPr>
          <p:cNvCxnSpPr>
            <a:cxnSpLocks/>
          </p:cNvCxnSpPr>
          <p:nvPr userDrawn="1"/>
        </p:nvCxnSpPr>
        <p:spPr>
          <a:xfrm>
            <a:off x="19141708" y="10621111"/>
            <a:ext cx="0" cy="35010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B70D333-8933-5D45-A645-E2101C8D0414}"/>
              </a:ext>
            </a:extLst>
          </p:cNvPr>
          <p:cNvSpPr>
            <a:spLocks noGrp="1"/>
          </p:cNvSpPr>
          <p:nvPr>
            <p:ph type="ftr" sz="quarter" idx="3"/>
          </p:nvPr>
        </p:nvSpPr>
        <p:spPr>
          <a:xfrm>
            <a:off x="6731000" y="10620000"/>
            <a:ext cx="6856413" cy="377813"/>
          </a:xfrm>
          <a:prstGeom prst="rect">
            <a:avLst/>
          </a:prstGeom>
        </p:spPr>
        <p:txBody>
          <a:bodyPr vert="horz" lIns="91440" tIns="45720" rIns="91440" bIns="45720" rtlCol="0" anchor="ctr"/>
          <a:lstStyle>
            <a:lvl1pPr algn="ctr">
              <a:defRPr sz="1200">
                <a:solidFill>
                  <a:schemeClr val="accent3"/>
                </a:solidFill>
              </a:defRPr>
            </a:lvl1pPr>
          </a:lstStyle>
          <a:p>
            <a:endParaRPr lang="en-US"/>
          </a:p>
        </p:txBody>
      </p:sp>
      <p:sp>
        <p:nvSpPr>
          <p:cNvPr id="15" name="TextBox 14">
            <a:extLst>
              <a:ext uri="{FF2B5EF4-FFF2-40B4-BE49-F238E27FC236}">
                <a16:creationId xmlns:a16="http://schemas.microsoft.com/office/drawing/2014/main" id="{580B6E45-6B27-3FE5-2C5E-F383AA13173A}"/>
              </a:ext>
            </a:extLst>
          </p:cNvPr>
          <p:cNvSpPr txBox="1"/>
          <p:nvPr userDrawn="1"/>
        </p:nvSpPr>
        <p:spPr>
          <a:xfrm>
            <a:off x="14712457" y="10621110"/>
            <a:ext cx="1699850" cy="350102"/>
          </a:xfrm>
          <a:prstGeom prst="rect">
            <a:avLst/>
          </a:prstGeom>
          <a:noFill/>
        </p:spPr>
        <p:txBody>
          <a:bodyPr wrap="square" rtlCol="0" anchor="ctr" anchorCtr="0">
            <a:noAutofit/>
          </a:bodyPr>
          <a:lstStyle/>
          <a:p>
            <a:r>
              <a:rPr lang="en-US">
                <a:solidFill>
                  <a:schemeClr val="accent3"/>
                </a:solidFill>
              </a:rPr>
              <a:t>mcmaster.ca</a:t>
            </a:r>
          </a:p>
        </p:txBody>
      </p:sp>
      <p:sp>
        <p:nvSpPr>
          <p:cNvPr id="20" name="Date Placeholder 3">
            <a:extLst>
              <a:ext uri="{FF2B5EF4-FFF2-40B4-BE49-F238E27FC236}">
                <a16:creationId xmlns:a16="http://schemas.microsoft.com/office/drawing/2014/main" id="{0FFE53B8-8EDD-64F7-3BAB-DF15C46C59AA}"/>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accent3"/>
                </a:solidFill>
              </a:defRPr>
            </a:lvl1pPr>
          </a:lstStyle>
          <a:p>
            <a:fld id="{D2792E9C-7E5E-F14F-B049-5BFE22D713B7}" type="datetime4">
              <a:rPr lang="en-CA" smtClean="0"/>
              <a:t>October 7, 2026</a:t>
            </a:fld>
            <a:endParaRPr lang="en-US"/>
          </a:p>
        </p:txBody>
      </p:sp>
      <p:sp>
        <p:nvSpPr>
          <p:cNvPr id="12" name="Slide Number Placeholder 11">
            <a:extLst>
              <a:ext uri="{FF2B5EF4-FFF2-40B4-BE49-F238E27FC236}">
                <a16:creationId xmlns:a16="http://schemas.microsoft.com/office/drawing/2014/main" id="{1C1AF429-5834-A301-2B81-A35534AD385F}"/>
              </a:ext>
            </a:extLst>
          </p:cNvPr>
          <p:cNvSpPr>
            <a:spLocks noGrp="1"/>
          </p:cNvSpPr>
          <p:nvPr>
            <p:ph type="sldNum" sz="quarter" idx="4"/>
          </p:nvPr>
        </p:nvSpPr>
        <p:spPr>
          <a:xfrm>
            <a:off x="19274400" y="10620000"/>
            <a:ext cx="763538" cy="377816"/>
          </a:xfrm>
          <a:prstGeom prst="rect">
            <a:avLst/>
          </a:prstGeom>
        </p:spPr>
        <p:txBody>
          <a:bodyPr vert="horz" lIns="91440" tIns="45720" rIns="91440" bIns="45720" rtlCol="0" anchor="ctr"/>
          <a:lstStyle>
            <a:lvl1pPr algn="l">
              <a:defRPr sz="1800">
                <a:solidFill>
                  <a:schemeClr val="accent3"/>
                </a:solidFill>
              </a:defRPr>
            </a:lvl1pPr>
          </a:lstStyle>
          <a:p>
            <a:fld id="{991AB9B0-3E43-D847-B073-60FE8FAFFDB7}" type="slidenum">
              <a:rPr lang="en-US" smtClean="0"/>
              <a:pPr/>
              <a:t>‹#›</a:t>
            </a:fld>
            <a:endParaRPr lang="en-US"/>
          </a:p>
        </p:txBody>
      </p:sp>
    </p:spTree>
    <p:extLst>
      <p:ext uri="{BB962C8B-B14F-4D97-AF65-F5344CB8AC3E}">
        <p14:creationId xmlns:p14="http://schemas.microsoft.com/office/powerpoint/2010/main" val="192002625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700" r:id="rId5"/>
    <p:sldLayoutId id="2147483681" r:id="rId6"/>
    <p:sldLayoutId id="2147483682" r:id="rId7"/>
    <p:sldLayoutId id="2147483683" r:id="rId8"/>
    <p:sldLayoutId id="2147483684" r:id="rId9"/>
    <p:sldLayoutId id="2147483685" r:id="rId10"/>
    <p:sldLayoutId id="2147483686" r:id="rId11"/>
    <p:sldLayoutId id="2147483693" r:id="rId12"/>
    <p:sldLayoutId id="2147483694" r:id="rId13"/>
    <p:sldLayoutId id="2147483695" r:id="rId14"/>
    <p:sldLayoutId id="2147483696" r:id="rId15"/>
    <p:sldLayoutId id="2147483688" r:id="rId16"/>
    <p:sldLayoutId id="2147483691" r:id="rId17"/>
    <p:sldLayoutId id="2147483692" r:id="rId18"/>
    <p:sldLayoutId id="2147483689" r:id="rId19"/>
    <p:sldLayoutId id="2147483690" r:id="rId20"/>
    <p:sldLayoutId id="2147483704" r:id="rId21"/>
    <p:sldLayoutId id="2147483705" r:id="rId22"/>
    <p:sldLayoutId id="2147483741" r:id="rId23"/>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523" userDrawn="1">
          <p15:clr>
            <a:srgbClr val="F26B43"/>
          </p15:clr>
        </p15:guide>
        <p15:guide id="2" pos="276" userDrawn="1">
          <p15:clr>
            <a:srgbClr val="F26B43"/>
          </p15:clr>
        </p15:guide>
        <p15:guide id="3" orient="horz" pos="266" userDrawn="1">
          <p15:clr>
            <a:srgbClr val="F26B43"/>
          </p15:clr>
        </p15:guide>
        <p15:guide id="4" orient="horz" pos="691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2124C9A-1A6B-0A47-A80A-9BE7F1D1BB27}"/>
              </a:ext>
              <a:ext uri="{C183D7F6-B498-43B3-948B-1728B52AA6E4}">
                <adec:decorative xmlns:adec="http://schemas.microsoft.com/office/drawing/2017/decorative" val="1"/>
              </a:ext>
            </a:extLst>
          </p:cNvPr>
          <p:cNvCxnSpPr>
            <a:cxnSpLocks/>
          </p:cNvCxnSpPr>
          <p:nvPr userDrawn="1"/>
        </p:nvCxnSpPr>
        <p:spPr>
          <a:xfrm>
            <a:off x="3645877" y="10339754"/>
            <a:ext cx="16672536"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7F28D3-D67E-618C-8F3A-A8EC1886AB77}"/>
              </a:ext>
              <a:ext uri="{C183D7F6-B498-43B3-948B-1728B52AA6E4}">
                <adec:decorative xmlns:adec="http://schemas.microsoft.com/office/drawing/2017/decorative" val="1"/>
              </a:ext>
            </a:extLst>
          </p:cNvPr>
          <p:cNvCxnSpPr>
            <a:cxnSpLocks/>
          </p:cNvCxnSpPr>
          <p:nvPr userDrawn="1"/>
        </p:nvCxnSpPr>
        <p:spPr>
          <a:xfrm>
            <a:off x="19141708" y="10621111"/>
            <a:ext cx="0" cy="35010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Footer Placeholder 10">
            <a:extLst>
              <a:ext uri="{FF2B5EF4-FFF2-40B4-BE49-F238E27FC236}">
                <a16:creationId xmlns:a16="http://schemas.microsoft.com/office/drawing/2014/main" id="{4B70D333-8933-5D45-A645-E2101C8D0414}"/>
              </a:ext>
            </a:extLst>
          </p:cNvPr>
          <p:cNvSpPr>
            <a:spLocks noGrp="1"/>
          </p:cNvSpPr>
          <p:nvPr>
            <p:ph type="ftr" sz="quarter" idx="3"/>
          </p:nvPr>
        </p:nvSpPr>
        <p:spPr>
          <a:xfrm>
            <a:off x="6731000" y="10620000"/>
            <a:ext cx="6856413" cy="377813"/>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
        <p:nvSpPr>
          <p:cNvPr id="15" name="TextBox 14">
            <a:extLst>
              <a:ext uri="{FF2B5EF4-FFF2-40B4-BE49-F238E27FC236}">
                <a16:creationId xmlns:a16="http://schemas.microsoft.com/office/drawing/2014/main" id="{580B6E45-6B27-3FE5-2C5E-F383AA13173A}"/>
              </a:ext>
            </a:extLst>
          </p:cNvPr>
          <p:cNvSpPr txBox="1"/>
          <p:nvPr userDrawn="1"/>
        </p:nvSpPr>
        <p:spPr>
          <a:xfrm>
            <a:off x="14712457" y="10621110"/>
            <a:ext cx="1699850" cy="350102"/>
          </a:xfrm>
          <a:prstGeom prst="rect">
            <a:avLst/>
          </a:prstGeom>
          <a:noFill/>
        </p:spPr>
        <p:txBody>
          <a:bodyPr wrap="square" rtlCol="0" anchor="ctr" anchorCtr="0">
            <a:noAutofit/>
          </a:bodyPr>
          <a:lstStyle/>
          <a:p>
            <a:r>
              <a:rPr lang="en-US">
                <a:solidFill>
                  <a:schemeClr val="bg1"/>
                </a:solidFill>
              </a:rPr>
              <a:t>mcmaster.ca</a:t>
            </a:r>
          </a:p>
        </p:txBody>
      </p:sp>
      <p:sp>
        <p:nvSpPr>
          <p:cNvPr id="20" name="Date Placeholder 3">
            <a:extLst>
              <a:ext uri="{FF2B5EF4-FFF2-40B4-BE49-F238E27FC236}">
                <a16:creationId xmlns:a16="http://schemas.microsoft.com/office/drawing/2014/main" id="{0FFE53B8-8EDD-64F7-3BAB-DF15C46C59AA}"/>
              </a:ext>
            </a:extLst>
          </p:cNvPr>
          <p:cNvSpPr>
            <a:spLocks noGrp="1"/>
          </p:cNvSpPr>
          <p:nvPr>
            <p:ph type="dt" sz="half" idx="2"/>
          </p:nvPr>
        </p:nvSpPr>
        <p:spPr>
          <a:xfrm>
            <a:off x="16412307" y="10621112"/>
            <a:ext cx="2572579" cy="350101"/>
          </a:xfrm>
          <a:prstGeom prst="rect">
            <a:avLst/>
          </a:prstGeom>
        </p:spPr>
        <p:txBody>
          <a:bodyPr vert="horz" lIns="91440" tIns="45720" rIns="91440" bIns="45720" rtlCol="0" anchor="ctr"/>
          <a:lstStyle>
            <a:lvl1pPr algn="r">
              <a:defRPr sz="1800">
                <a:solidFill>
                  <a:schemeClr val="bg1"/>
                </a:solidFill>
              </a:defRPr>
            </a:lvl1pPr>
          </a:lstStyle>
          <a:p>
            <a:fld id="{D2792E9C-7E5E-F14F-B049-5BFE22D713B7}" type="datetime4">
              <a:rPr lang="en-CA" smtClean="0"/>
              <a:pPr/>
              <a:t>October 7, 2026</a:t>
            </a:fld>
            <a:endParaRPr lang="en-US"/>
          </a:p>
        </p:txBody>
      </p:sp>
      <p:sp>
        <p:nvSpPr>
          <p:cNvPr id="12" name="Slide Number Placeholder 11">
            <a:extLst>
              <a:ext uri="{FF2B5EF4-FFF2-40B4-BE49-F238E27FC236}">
                <a16:creationId xmlns:a16="http://schemas.microsoft.com/office/drawing/2014/main" id="{1C1AF429-5834-A301-2B81-A35534AD385F}"/>
              </a:ext>
            </a:extLst>
          </p:cNvPr>
          <p:cNvSpPr>
            <a:spLocks noGrp="1"/>
          </p:cNvSpPr>
          <p:nvPr>
            <p:ph type="sldNum" sz="quarter" idx="4"/>
          </p:nvPr>
        </p:nvSpPr>
        <p:spPr>
          <a:xfrm>
            <a:off x="19274400" y="10620000"/>
            <a:ext cx="763538" cy="377816"/>
          </a:xfrm>
          <a:prstGeom prst="rect">
            <a:avLst/>
          </a:prstGeom>
        </p:spPr>
        <p:txBody>
          <a:bodyPr vert="horz" lIns="91440" tIns="45720" rIns="91440" bIns="45720" rtlCol="0" anchor="ctr"/>
          <a:lstStyle>
            <a:lvl1pPr algn="l">
              <a:defRPr sz="1800">
                <a:solidFill>
                  <a:schemeClr val="bg1"/>
                </a:solidFill>
              </a:defRPr>
            </a:lvl1pPr>
          </a:lstStyle>
          <a:p>
            <a:fld id="{991AB9B0-3E43-D847-B073-60FE8FAFFDB7}" type="slidenum">
              <a:rPr lang="en-US" smtClean="0"/>
              <a:pPr/>
              <a:t>‹#›</a:t>
            </a:fld>
            <a:endParaRPr lang="en-US"/>
          </a:p>
        </p:txBody>
      </p:sp>
      <p:pic>
        <p:nvPicPr>
          <p:cNvPr id="2" name="Picture 23" descr="McMaster Brighter World Logo">
            <a:extLst>
              <a:ext uri="{FF2B5EF4-FFF2-40B4-BE49-F238E27FC236}">
                <a16:creationId xmlns:a16="http://schemas.microsoft.com/office/drawing/2014/main" id="{94428B16-60A1-22C3-116E-B4640B101775}"/>
              </a:ext>
            </a:extLst>
          </p:cNvPr>
          <p:cNvPicPr>
            <a:picLocks noChangeAspect="1"/>
          </p:cNvPicPr>
          <p:nvPr userDrawn="1"/>
        </p:nvPicPr>
        <p:blipFill>
          <a:blip r:embed="rId23">
            <a:extLst>
              <a:ext uri="{96DAC541-7B7A-43D3-8B79-37D633B846F1}">
                <asvg:svgBlip xmlns:asvg="http://schemas.microsoft.com/office/drawing/2016/SVG/main" r:embed="rId24"/>
              </a:ext>
            </a:extLst>
          </a:blip>
          <a:srcRect/>
          <a:stretch/>
        </p:blipFill>
        <p:spPr>
          <a:xfrm>
            <a:off x="439230" y="10046677"/>
            <a:ext cx="2919093" cy="924535"/>
          </a:xfrm>
          <a:prstGeom prst="rect">
            <a:avLst/>
          </a:prstGeom>
        </p:spPr>
      </p:pic>
    </p:spTree>
    <p:extLst>
      <p:ext uri="{BB962C8B-B14F-4D97-AF65-F5344CB8AC3E}">
        <p14:creationId xmlns:p14="http://schemas.microsoft.com/office/powerpoint/2010/main" val="93728297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29" r:id="rId8"/>
    <p:sldLayoutId id="2147483730" r:id="rId9"/>
    <p:sldLayoutId id="2147483732" r:id="rId10"/>
    <p:sldLayoutId id="2147483724" r:id="rId11"/>
    <p:sldLayoutId id="2147483715" r:id="rId12"/>
    <p:sldLayoutId id="2147483716" r:id="rId13"/>
    <p:sldLayoutId id="2147483717" r:id="rId14"/>
    <p:sldLayoutId id="2147483739" r:id="rId15"/>
    <p:sldLayoutId id="2147483740" r:id="rId16"/>
    <p:sldLayoutId id="2147483714" r:id="rId17"/>
    <p:sldLayoutId id="2147483725" r:id="rId18"/>
    <p:sldLayoutId id="2147483726" r:id="rId19"/>
    <p:sldLayoutId id="2147483727" r:id="rId20"/>
    <p:sldLayoutId id="2147483728" r:id="rId21"/>
  </p:sldLayoutIdLst>
  <p:hf hdr="0"/>
  <p:txStyles>
    <p:titleStyle>
      <a:lvl1pPr algn="l" defTabSz="1523848" rtl="0" eaLnBrk="1" latinLnBrk="0" hangingPunct="1">
        <a:lnSpc>
          <a:spcPct val="90000"/>
        </a:lnSpc>
        <a:spcBef>
          <a:spcPct val="0"/>
        </a:spcBef>
        <a:buNone/>
        <a:defRPr sz="7333" kern="1200">
          <a:solidFill>
            <a:schemeClr val="tx1"/>
          </a:solidFill>
          <a:latin typeface="+mj-lt"/>
          <a:ea typeface="+mj-ea"/>
          <a:cs typeface="+mj-cs"/>
        </a:defRPr>
      </a:lvl1pPr>
    </p:titleStyle>
    <p:bodyStyle>
      <a:lvl1pPr marL="380962" indent="-380962" algn="l" defTabSz="1523848" rtl="0" eaLnBrk="1" latinLnBrk="0" hangingPunct="1">
        <a:lnSpc>
          <a:spcPct val="90000"/>
        </a:lnSpc>
        <a:spcBef>
          <a:spcPts val="1667"/>
        </a:spcBef>
        <a:buFont typeface="Arial" panose="020B0604020202020204" pitchFamily="34" charset="0"/>
        <a:buChar char="•"/>
        <a:defRPr sz="4666" kern="1200">
          <a:solidFill>
            <a:schemeClr val="tx1"/>
          </a:solidFill>
          <a:latin typeface="+mn-lt"/>
          <a:ea typeface="+mn-ea"/>
          <a:cs typeface="+mn-cs"/>
        </a:defRPr>
      </a:lvl1pPr>
      <a:lvl2pPr marL="1142886" indent="-380962" algn="l" defTabSz="1523848" rtl="0" eaLnBrk="1" latinLnBrk="0" hangingPunct="1">
        <a:lnSpc>
          <a:spcPct val="90000"/>
        </a:lnSpc>
        <a:spcBef>
          <a:spcPts val="833"/>
        </a:spcBef>
        <a:buFont typeface="Arial" panose="020B0604020202020204" pitchFamily="34" charset="0"/>
        <a:buChar char="•"/>
        <a:defRPr sz="4000" kern="1200">
          <a:solidFill>
            <a:schemeClr val="tx1"/>
          </a:solidFill>
          <a:latin typeface="+mn-lt"/>
          <a:ea typeface="+mn-ea"/>
          <a:cs typeface="+mn-cs"/>
        </a:defRPr>
      </a:lvl2pPr>
      <a:lvl3pPr marL="1904810" indent="-380962" algn="l" defTabSz="1523848" rtl="0" eaLnBrk="1" latinLnBrk="0" hangingPunct="1">
        <a:lnSpc>
          <a:spcPct val="90000"/>
        </a:lnSpc>
        <a:spcBef>
          <a:spcPts val="833"/>
        </a:spcBef>
        <a:buFont typeface="Arial" panose="020B0604020202020204" pitchFamily="34" charset="0"/>
        <a:buChar char="•"/>
        <a:defRPr sz="3333" kern="1200">
          <a:solidFill>
            <a:schemeClr val="tx1"/>
          </a:solidFill>
          <a:latin typeface="+mn-lt"/>
          <a:ea typeface="+mn-ea"/>
          <a:cs typeface="+mn-cs"/>
        </a:defRPr>
      </a:lvl3pPr>
      <a:lvl4pPr marL="2666733"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4pPr>
      <a:lvl5pPr marL="3428657"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5pPr>
      <a:lvl6pPr marL="4190581"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6pPr>
      <a:lvl7pPr marL="4952505"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7pPr>
      <a:lvl8pPr marL="5714429"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8pPr>
      <a:lvl9pPr marL="6476352" indent="-380962" algn="l" defTabSz="1523848" rtl="0" eaLnBrk="1" latinLnBrk="0" hangingPunct="1">
        <a:lnSpc>
          <a:spcPct val="90000"/>
        </a:lnSpc>
        <a:spcBef>
          <a:spcPts val="833"/>
        </a:spcBef>
        <a:buFont typeface="Arial" panose="020B0604020202020204" pitchFamily="34" charset="0"/>
        <a:buChar char="•"/>
        <a:defRPr sz="3000" kern="1200">
          <a:solidFill>
            <a:schemeClr val="tx1"/>
          </a:solidFill>
          <a:latin typeface="+mn-lt"/>
          <a:ea typeface="+mn-ea"/>
          <a:cs typeface="+mn-cs"/>
        </a:defRPr>
      </a:lvl9pPr>
    </p:bodyStyle>
    <p:otherStyle>
      <a:defPPr>
        <a:defRPr lang="en-US"/>
      </a:defPPr>
      <a:lvl1pPr marL="0" algn="l" defTabSz="1523848" rtl="0" eaLnBrk="1" latinLnBrk="0" hangingPunct="1">
        <a:defRPr sz="3000" kern="1200">
          <a:solidFill>
            <a:schemeClr val="tx1"/>
          </a:solidFill>
          <a:latin typeface="+mn-lt"/>
          <a:ea typeface="+mn-ea"/>
          <a:cs typeface="+mn-cs"/>
        </a:defRPr>
      </a:lvl1pPr>
      <a:lvl2pPr marL="761924" algn="l" defTabSz="1523848" rtl="0" eaLnBrk="1" latinLnBrk="0" hangingPunct="1">
        <a:defRPr sz="3000" kern="1200">
          <a:solidFill>
            <a:schemeClr val="tx1"/>
          </a:solidFill>
          <a:latin typeface="+mn-lt"/>
          <a:ea typeface="+mn-ea"/>
          <a:cs typeface="+mn-cs"/>
        </a:defRPr>
      </a:lvl2pPr>
      <a:lvl3pPr marL="1523848" algn="l" defTabSz="1523848" rtl="0" eaLnBrk="1" latinLnBrk="0" hangingPunct="1">
        <a:defRPr sz="3000" kern="1200">
          <a:solidFill>
            <a:schemeClr val="tx1"/>
          </a:solidFill>
          <a:latin typeface="+mn-lt"/>
          <a:ea typeface="+mn-ea"/>
          <a:cs typeface="+mn-cs"/>
        </a:defRPr>
      </a:lvl3pPr>
      <a:lvl4pPr marL="2285771" algn="l" defTabSz="1523848" rtl="0" eaLnBrk="1" latinLnBrk="0" hangingPunct="1">
        <a:defRPr sz="3000" kern="1200">
          <a:solidFill>
            <a:schemeClr val="tx1"/>
          </a:solidFill>
          <a:latin typeface="+mn-lt"/>
          <a:ea typeface="+mn-ea"/>
          <a:cs typeface="+mn-cs"/>
        </a:defRPr>
      </a:lvl4pPr>
      <a:lvl5pPr marL="3047695" algn="l" defTabSz="1523848" rtl="0" eaLnBrk="1" latinLnBrk="0" hangingPunct="1">
        <a:defRPr sz="3000" kern="1200">
          <a:solidFill>
            <a:schemeClr val="tx1"/>
          </a:solidFill>
          <a:latin typeface="+mn-lt"/>
          <a:ea typeface="+mn-ea"/>
          <a:cs typeface="+mn-cs"/>
        </a:defRPr>
      </a:lvl5pPr>
      <a:lvl6pPr marL="3809619" algn="l" defTabSz="1523848" rtl="0" eaLnBrk="1" latinLnBrk="0" hangingPunct="1">
        <a:defRPr sz="3000" kern="1200">
          <a:solidFill>
            <a:schemeClr val="tx1"/>
          </a:solidFill>
          <a:latin typeface="+mn-lt"/>
          <a:ea typeface="+mn-ea"/>
          <a:cs typeface="+mn-cs"/>
        </a:defRPr>
      </a:lvl6pPr>
      <a:lvl7pPr marL="4571543" algn="l" defTabSz="1523848" rtl="0" eaLnBrk="1" latinLnBrk="0" hangingPunct="1">
        <a:defRPr sz="3000" kern="1200">
          <a:solidFill>
            <a:schemeClr val="tx1"/>
          </a:solidFill>
          <a:latin typeface="+mn-lt"/>
          <a:ea typeface="+mn-ea"/>
          <a:cs typeface="+mn-cs"/>
        </a:defRPr>
      </a:lvl7pPr>
      <a:lvl8pPr marL="5333467" algn="l" defTabSz="1523848" rtl="0" eaLnBrk="1" latinLnBrk="0" hangingPunct="1">
        <a:defRPr sz="3000" kern="1200">
          <a:solidFill>
            <a:schemeClr val="tx1"/>
          </a:solidFill>
          <a:latin typeface="+mn-lt"/>
          <a:ea typeface="+mn-ea"/>
          <a:cs typeface="+mn-cs"/>
        </a:defRPr>
      </a:lvl8pPr>
      <a:lvl9pPr marL="6095390" algn="l" defTabSz="1523848" rtl="0" eaLnBrk="1" latinLnBrk="0" hangingPunct="1">
        <a:defRPr sz="30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11" userDrawn="1">
          <p15:clr>
            <a:srgbClr val="F26B43"/>
          </p15:clr>
        </p15:guide>
        <p15:guide id="2" pos="276" userDrawn="1">
          <p15:clr>
            <a:srgbClr val="F26B43"/>
          </p15:clr>
        </p15:guide>
        <p15:guide id="3" pos="12523" userDrawn="1">
          <p15:clr>
            <a:srgbClr val="F26B43"/>
          </p15:clr>
        </p15:guide>
        <p15:guide id="4" orient="horz" pos="26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1.gif"/></Relationships>
</file>

<file path=ppt/slides/_rels/slide19.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1.gif"/></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6.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27.png"/></Relationships>
</file>

<file path=ppt/slides/_rels/slide67.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9.xml"/><Relationship Id="rId1" Type="http://schemas.openxmlformats.org/officeDocument/2006/relationships/slideLayout" Target="../slideLayouts/slideLayout8.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BW-CircleShape">
            <a:extLst>
              <a:ext uri="{FF2B5EF4-FFF2-40B4-BE49-F238E27FC236}">
                <a16:creationId xmlns:a16="http://schemas.microsoft.com/office/drawing/2014/main" id="{E70B4EF9-9B95-047B-FF5C-B61225FA6333}"/>
              </a:ext>
              <a:ext uri="{C183D7F6-B498-43B3-948B-1728B52AA6E4}">
                <adec:decorative xmlns:adec="http://schemas.microsoft.com/office/drawing/2017/decorative" val="1"/>
              </a:ext>
            </a:extLst>
          </p:cNvPr>
          <p:cNvSpPr/>
          <p:nvPr/>
        </p:nvSpPr>
        <p:spPr>
          <a:xfrm>
            <a:off x="14499505" y="0"/>
            <a:ext cx="4387409" cy="9352636"/>
          </a:xfrm>
          <a:custGeom>
            <a:avLst/>
            <a:gdLst>
              <a:gd name="connsiteX0" fmla="*/ 157711 w 4387409"/>
              <a:gd name="connsiteY0" fmla="*/ 0 h 9352636"/>
              <a:gd name="connsiteX1" fmla="*/ 2359448 w 4387409"/>
              <a:gd name="connsiteY1" fmla="*/ 0 h 9352636"/>
              <a:gd name="connsiteX2" fmla="*/ 2533410 w 4387409"/>
              <a:gd name="connsiteY2" fmla="*/ 165857 h 9352636"/>
              <a:gd name="connsiteX3" fmla="*/ 4387409 w 4387409"/>
              <a:gd name="connsiteY3" fmla="*/ 4641872 h 9352636"/>
              <a:gd name="connsiteX4" fmla="*/ 2313573 w 4387409"/>
              <a:gd name="connsiteY4" fmla="*/ 9327481 h 9352636"/>
              <a:gd name="connsiteX5" fmla="*/ 2284534 w 4387409"/>
              <a:gd name="connsiteY5" fmla="*/ 9352636 h 9352636"/>
              <a:gd name="connsiteX6" fmla="*/ 0 w 4387409"/>
              <a:gd name="connsiteY6" fmla="*/ 9352636 h 9352636"/>
              <a:gd name="connsiteX7" fmla="*/ 40141 w 4387409"/>
              <a:gd name="connsiteY7" fmla="*/ 9336829 h 9352636"/>
              <a:gd name="connsiteX8" fmla="*/ 1660007 w 4387409"/>
              <a:gd name="connsiteY8" fmla="*/ 8244485 h 9352636"/>
              <a:gd name="connsiteX9" fmla="*/ 2752351 w 4387409"/>
              <a:gd name="connsiteY9" fmla="*/ 6624619 h 9352636"/>
              <a:gd name="connsiteX10" fmla="*/ 3152284 w 4387409"/>
              <a:gd name="connsiteY10" fmla="*/ 4641872 h 9352636"/>
              <a:gd name="connsiteX11" fmla="*/ 2752351 w 4387409"/>
              <a:gd name="connsiteY11" fmla="*/ 2659127 h 9352636"/>
              <a:gd name="connsiteX12" fmla="*/ 1660007 w 4387409"/>
              <a:gd name="connsiteY12" fmla="*/ 1039259 h 9352636"/>
              <a:gd name="connsiteX13" fmla="*/ 264687 w 4387409"/>
              <a:gd name="connsiteY13" fmla="*/ 48301 h 9352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87409" h="9352636">
                <a:moveTo>
                  <a:pt x="157711" y="0"/>
                </a:moveTo>
                <a:lnTo>
                  <a:pt x="2359448" y="0"/>
                </a:lnTo>
                <a:lnTo>
                  <a:pt x="2533410" y="165857"/>
                </a:lnTo>
                <a:cubicBezTo>
                  <a:pt x="3678911" y="1311358"/>
                  <a:pt x="4387409" y="2893862"/>
                  <a:pt x="4387409" y="4641872"/>
                </a:cubicBezTo>
                <a:cubicBezTo>
                  <a:pt x="4387409" y="6499133"/>
                  <a:pt x="3587581" y="8169553"/>
                  <a:pt x="2313573" y="9327481"/>
                </a:cubicBezTo>
                <a:lnTo>
                  <a:pt x="2284534" y="9352636"/>
                </a:lnTo>
                <a:lnTo>
                  <a:pt x="0" y="9352636"/>
                </a:lnTo>
                <a:lnTo>
                  <a:pt x="40141" y="9336829"/>
                </a:lnTo>
                <a:cubicBezTo>
                  <a:pt x="646711" y="9080294"/>
                  <a:pt x="1191647" y="8712844"/>
                  <a:pt x="1660007" y="8244485"/>
                </a:cubicBezTo>
                <a:cubicBezTo>
                  <a:pt x="2128243" y="7776125"/>
                  <a:pt x="2495816" y="7231189"/>
                  <a:pt x="2752351" y="6624619"/>
                </a:cubicBezTo>
                <a:cubicBezTo>
                  <a:pt x="3017779" y="5997299"/>
                  <a:pt x="3152284" y="5330207"/>
                  <a:pt x="3152284" y="4641872"/>
                </a:cubicBezTo>
                <a:cubicBezTo>
                  <a:pt x="3152284" y="3953537"/>
                  <a:pt x="3017655" y="3286447"/>
                  <a:pt x="2752351" y="2659127"/>
                </a:cubicBezTo>
                <a:cubicBezTo>
                  <a:pt x="2495816" y="2052557"/>
                  <a:pt x="2128366" y="1507619"/>
                  <a:pt x="1660007" y="1039259"/>
                </a:cubicBezTo>
                <a:cubicBezTo>
                  <a:pt x="1250192" y="629554"/>
                  <a:pt x="781749" y="296916"/>
                  <a:pt x="264687" y="48301"/>
                </a:cubicBezTo>
                <a:close/>
              </a:path>
            </a:pathLst>
          </a:custGeom>
          <a:solidFill>
            <a:schemeClr val="accent1">
              <a:alpha val="35000"/>
            </a:schemeClr>
          </a:solidFill>
          <a:ln w="0" cap="flat">
            <a:noFill/>
            <a:prstDash val="solid"/>
            <a:miter/>
          </a:ln>
        </p:spPr>
        <p:txBody>
          <a:bodyPr wrap="square" rtlCol="0" anchor="ctr">
            <a:noAutofit/>
          </a:bodyPr>
          <a:lstStyle/>
          <a:p>
            <a:endParaRPr lang="en-US" dirty="0"/>
          </a:p>
        </p:txBody>
      </p:sp>
      <p:sp>
        <p:nvSpPr>
          <p:cNvPr id="3" name="Title 2">
            <a:extLst>
              <a:ext uri="{FF2B5EF4-FFF2-40B4-BE49-F238E27FC236}">
                <a16:creationId xmlns:a16="http://schemas.microsoft.com/office/drawing/2014/main" id="{EE8BD6A6-1D42-E972-B941-F0B554434B94}"/>
              </a:ext>
            </a:extLst>
          </p:cNvPr>
          <p:cNvSpPr>
            <a:spLocks noGrp="1"/>
          </p:cNvSpPr>
          <p:nvPr>
            <p:ph type="ctrTitle"/>
          </p:nvPr>
        </p:nvSpPr>
        <p:spPr>
          <a:xfrm>
            <a:off x="1561990" y="3572406"/>
            <a:ext cx="14274909" cy="1653129"/>
          </a:xfrm>
        </p:spPr>
        <p:txBody>
          <a:bodyPr/>
          <a:lstStyle/>
          <a:p>
            <a:r>
              <a:rPr lang="en-US" dirty="0"/>
              <a:t>Evolutionary Biology</a:t>
            </a:r>
          </a:p>
        </p:txBody>
      </p:sp>
      <p:sp>
        <p:nvSpPr>
          <p:cNvPr id="4" name="Subtitle 3">
            <a:extLst>
              <a:ext uri="{FF2B5EF4-FFF2-40B4-BE49-F238E27FC236}">
                <a16:creationId xmlns:a16="http://schemas.microsoft.com/office/drawing/2014/main" id="{5BCCE973-A514-105D-9B0D-04C24EA5C787}"/>
              </a:ext>
            </a:extLst>
          </p:cNvPr>
          <p:cNvSpPr>
            <a:spLocks noGrp="1"/>
          </p:cNvSpPr>
          <p:nvPr>
            <p:ph type="subTitle" idx="1"/>
          </p:nvPr>
        </p:nvSpPr>
        <p:spPr>
          <a:xfrm>
            <a:off x="1561990" y="5562703"/>
            <a:ext cx="6597759" cy="1389929"/>
          </a:xfrm>
        </p:spPr>
        <p:txBody>
          <a:bodyPr/>
          <a:lstStyle/>
          <a:p>
            <a:r>
              <a:rPr lang="en-US" dirty="0"/>
              <a:t>BIOCHEM 3BP3</a:t>
            </a:r>
          </a:p>
          <a:p>
            <a:endParaRPr lang="en-US" dirty="0"/>
          </a:p>
        </p:txBody>
      </p:sp>
    </p:spTree>
    <p:extLst>
      <p:ext uri="{BB962C8B-B14F-4D97-AF65-F5344CB8AC3E}">
        <p14:creationId xmlns:p14="http://schemas.microsoft.com/office/powerpoint/2010/main" val="2332329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F8E9286E-2D19-AD7C-8249-CE51A1127B03}"/>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7D31DEF6-8CA4-663D-7B8E-729E13C9FB73}"/>
              </a:ext>
            </a:extLst>
          </p:cNvPr>
          <p:cNvSpPr>
            <a:spLocks noGrp="1"/>
          </p:cNvSpPr>
          <p:nvPr>
            <p:ph type="sldNum" sz="quarter" idx="22"/>
          </p:nvPr>
        </p:nvSpPr>
        <p:spPr/>
        <p:txBody>
          <a:bodyPr/>
          <a:lstStyle/>
          <a:p>
            <a:fld id="{991AB9B0-3E43-D847-B073-60FE8FAFFDB7}" type="slidenum">
              <a:rPr lang="en-US" smtClean="0"/>
              <a:pPr/>
              <a:t>2</a:t>
            </a:fld>
            <a:endParaRPr lang="en-US"/>
          </a:p>
        </p:txBody>
      </p:sp>
      <p:sp>
        <p:nvSpPr>
          <p:cNvPr id="6" name="Title 1">
            <a:extLst>
              <a:ext uri="{FF2B5EF4-FFF2-40B4-BE49-F238E27FC236}">
                <a16:creationId xmlns:a16="http://schemas.microsoft.com/office/drawing/2014/main" id="{66DA1597-A5FE-D465-DBBE-966AA75B3E51}"/>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9D61E6AA-250B-8C99-35BC-1B4982F88BA3}"/>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22E9D366-4171-ABED-62B4-AF250C25022E}"/>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Tree>
    <p:extLst>
      <p:ext uri="{BB962C8B-B14F-4D97-AF65-F5344CB8AC3E}">
        <p14:creationId xmlns:p14="http://schemas.microsoft.com/office/powerpoint/2010/main" val="2352732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5B8D8-F119-B08E-738D-122B4DB6C61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46E0B014-92F0-B79A-4535-7DB2C5A7740D}"/>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781283B6-105E-70C6-81C4-6187F7841538}"/>
              </a:ext>
            </a:extLst>
          </p:cNvPr>
          <p:cNvSpPr>
            <a:spLocks noGrp="1"/>
          </p:cNvSpPr>
          <p:nvPr>
            <p:ph type="sldNum" sz="quarter" idx="22"/>
          </p:nvPr>
        </p:nvSpPr>
        <p:spPr/>
        <p:txBody>
          <a:bodyPr/>
          <a:lstStyle/>
          <a:p>
            <a:fld id="{991AB9B0-3E43-D847-B073-60FE8FAFFDB7}" type="slidenum">
              <a:rPr lang="en-US" smtClean="0"/>
              <a:pPr/>
              <a:t>3</a:t>
            </a:fld>
            <a:endParaRPr lang="en-US"/>
          </a:p>
        </p:txBody>
      </p:sp>
      <p:sp>
        <p:nvSpPr>
          <p:cNvPr id="6" name="Title 1">
            <a:extLst>
              <a:ext uri="{FF2B5EF4-FFF2-40B4-BE49-F238E27FC236}">
                <a16:creationId xmlns:a16="http://schemas.microsoft.com/office/drawing/2014/main" id="{8CD2DB24-EBE5-11B1-7343-9870162706DB}"/>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1FB95C78-A8FE-7B79-5EEA-9E2CFE709C21}"/>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B7E36218-E43A-5792-E180-4AE830C35BA6}"/>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02CAF7E2-92E5-9569-D748-95648309A9CB}"/>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0B44599-ACAC-A9E6-463F-F6F1AD2143C1}"/>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8018F012-E082-5523-7597-9AD47CA7A7F5}"/>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a:t>Outgroup choice is important</a:t>
            </a:r>
          </a:p>
        </p:txBody>
      </p:sp>
    </p:spTree>
    <p:extLst>
      <p:ext uri="{BB962C8B-B14F-4D97-AF65-F5344CB8AC3E}">
        <p14:creationId xmlns:p14="http://schemas.microsoft.com/office/powerpoint/2010/main" val="1640525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D753-E7A7-A316-5C5E-14E951F3FCB8}"/>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698E6AB5-3DBB-D6A3-BE24-04537E144764}"/>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0F84FF6-7AEA-3840-E2D0-715FD0AF9EF8}"/>
              </a:ext>
            </a:extLst>
          </p:cNvPr>
          <p:cNvSpPr>
            <a:spLocks noGrp="1"/>
          </p:cNvSpPr>
          <p:nvPr>
            <p:ph type="sldNum" sz="quarter" idx="22"/>
          </p:nvPr>
        </p:nvSpPr>
        <p:spPr/>
        <p:txBody>
          <a:bodyPr/>
          <a:lstStyle/>
          <a:p>
            <a:fld id="{991AB9B0-3E43-D847-B073-60FE8FAFFDB7}" type="slidenum">
              <a:rPr lang="en-US" smtClean="0"/>
              <a:pPr/>
              <a:t>4</a:t>
            </a:fld>
            <a:endParaRPr lang="en-US"/>
          </a:p>
        </p:txBody>
      </p:sp>
      <p:sp>
        <p:nvSpPr>
          <p:cNvPr id="6" name="Title 1">
            <a:extLst>
              <a:ext uri="{FF2B5EF4-FFF2-40B4-BE49-F238E27FC236}">
                <a16:creationId xmlns:a16="http://schemas.microsoft.com/office/drawing/2014/main" id="{DA985AD6-5441-6BFD-775B-F7798C897370}"/>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A6125481-1397-67DC-616F-93D622C34CE9}"/>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9A908CF6-DD73-D3FA-8C56-4A8CC9D31D78}"/>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5427AC43-5C8F-0FB9-E974-2CED05168A3F}"/>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4A86AEB5-8462-7D56-32B0-1092E9522F64}"/>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AB4630CA-7487-CDDA-FCBA-94A4A4D74C1C}"/>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dirty="0"/>
              <a:t>Outgroup choice is important</a:t>
            </a:r>
          </a:p>
        </p:txBody>
      </p:sp>
      <p:sp>
        <p:nvSpPr>
          <p:cNvPr id="10" name="Text Box 14">
            <a:extLst>
              <a:ext uri="{FF2B5EF4-FFF2-40B4-BE49-F238E27FC236}">
                <a16:creationId xmlns:a16="http://schemas.microsoft.com/office/drawing/2014/main" id="{D67283D1-4469-5084-1828-57E9F0198120}"/>
              </a:ext>
            </a:extLst>
          </p:cNvPr>
          <p:cNvSpPr txBox="1">
            <a:spLocks noChangeArrowheads="1"/>
          </p:cNvSpPr>
          <p:nvPr/>
        </p:nvSpPr>
        <p:spPr bwMode="auto">
          <a:xfrm>
            <a:off x="961204" y="3771900"/>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gene duplication</a:t>
            </a:r>
          </a:p>
        </p:txBody>
      </p:sp>
      <p:sp>
        <p:nvSpPr>
          <p:cNvPr id="11" name="Oval 10">
            <a:extLst>
              <a:ext uri="{FF2B5EF4-FFF2-40B4-BE49-F238E27FC236}">
                <a16:creationId xmlns:a16="http://schemas.microsoft.com/office/drawing/2014/main" id="{DC7DD0AE-D2BF-C325-87C4-EC3AF1E9B4AA}"/>
              </a:ext>
            </a:extLst>
          </p:cNvPr>
          <p:cNvSpPr/>
          <p:nvPr/>
        </p:nvSpPr>
        <p:spPr>
          <a:xfrm>
            <a:off x="17370938" y="4200211"/>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D6541CB-3326-81AA-34F3-5C93E9CA64AA}"/>
              </a:ext>
            </a:extLst>
          </p:cNvPr>
          <p:cNvSpPr/>
          <p:nvPr/>
        </p:nvSpPr>
        <p:spPr>
          <a:xfrm>
            <a:off x="17698596" y="7305327"/>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0597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21FA-0966-BD71-8F7F-C6C1528B0BC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9F5546F8-5C3D-F030-B38F-81A4264178B7}"/>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8699DA4-CDDC-A61A-A8E8-C6AE3B4AA52D}"/>
              </a:ext>
            </a:extLst>
          </p:cNvPr>
          <p:cNvSpPr>
            <a:spLocks noGrp="1"/>
          </p:cNvSpPr>
          <p:nvPr>
            <p:ph type="sldNum" sz="quarter" idx="22"/>
          </p:nvPr>
        </p:nvSpPr>
        <p:spPr/>
        <p:txBody>
          <a:bodyPr/>
          <a:lstStyle/>
          <a:p>
            <a:fld id="{991AB9B0-3E43-D847-B073-60FE8FAFFDB7}" type="slidenum">
              <a:rPr lang="en-US" smtClean="0"/>
              <a:pPr/>
              <a:t>5</a:t>
            </a:fld>
            <a:endParaRPr lang="en-US"/>
          </a:p>
        </p:txBody>
      </p:sp>
      <p:sp>
        <p:nvSpPr>
          <p:cNvPr id="6" name="Title 1">
            <a:extLst>
              <a:ext uri="{FF2B5EF4-FFF2-40B4-BE49-F238E27FC236}">
                <a16:creationId xmlns:a16="http://schemas.microsoft.com/office/drawing/2014/main" id="{F35B66ED-6B8A-EE6D-CB24-1532E19CB8EE}"/>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81EBED55-63A6-E79D-B5DF-65177F49CCAA}"/>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51C201AD-41C7-2DD4-07B9-3CDA05BFFD10}"/>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ACE60C45-8154-3572-75BD-55E466156ADE}"/>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CF689AD-A958-6A93-43D1-A9CF8291A69F}"/>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E7F65DDA-B44D-4DF3-D111-6B21C1A14BD1}"/>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dirty="0"/>
              <a:t>Outgroup choice is important</a:t>
            </a:r>
          </a:p>
        </p:txBody>
      </p:sp>
      <p:sp>
        <p:nvSpPr>
          <p:cNvPr id="10" name="Text Box 14">
            <a:extLst>
              <a:ext uri="{FF2B5EF4-FFF2-40B4-BE49-F238E27FC236}">
                <a16:creationId xmlns:a16="http://schemas.microsoft.com/office/drawing/2014/main" id="{AEA28422-79FA-3A68-8FC4-BB8DB824424B}"/>
              </a:ext>
            </a:extLst>
          </p:cNvPr>
          <p:cNvSpPr txBox="1">
            <a:spLocks noChangeArrowheads="1"/>
          </p:cNvSpPr>
          <p:nvPr/>
        </p:nvSpPr>
        <p:spPr bwMode="auto">
          <a:xfrm>
            <a:off x="961204" y="3771900"/>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gene duplication</a:t>
            </a:r>
          </a:p>
        </p:txBody>
      </p:sp>
      <p:sp>
        <p:nvSpPr>
          <p:cNvPr id="11" name="Oval 10">
            <a:extLst>
              <a:ext uri="{FF2B5EF4-FFF2-40B4-BE49-F238E27FC236}">
                <a16:creationId xmlns:a16="http://schemas.microsoft.com/office/drawing/2014/main" id="{B4242771-DF16-F846-1242-DAC00DE3776B}"/>
              </a:ext>
            </a:extLst>
          </p:cNvPr>
          <p:cNvSpPr/>
          <p:nvPr/>
        </p:nvSpPr>
        <p:spPr>
          <a:xfrm>
            <a:off x="17370938" y="4200211"/>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C506B3A-4AD7-A8A2-7245-637079C2B228}"/>
              </a:ext>
            </a:extLst>
          </p:cNvPr>
          <p:cNvSpPr/>
          <p:nvPr/>
        </p:nvSpPr>
        <p:spPr>
          <a:xfrm>
            <a:off x="17698596" y="7305327"/>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4">
            <a:extLst>
              <a:ext uri="{FF2B5EF4-FFF2-40B4-BE49-F238E27FC236}">
                <a16:creationId xmlns:a16="http://schemas.microsoft.com/office/drawing/2014/main" id="{C5740598-702B-F927-A120-97F374CECDBE}"/>
              </a:ext>
            </a:extLst>
          </p:cNvPr>
          <p:cNvSpPr txBox="1">
            <a:spLocks noChangeArrowheads="1"/>
          </p:cNvSpPr>
          <p:nvPr/>
        </p:nvSpPr>
        <p:spPr bwMode="auto">
          <a:xfrm>
            <a:off x="961204" y="4936986"/>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speciation</a:t>
            </a:r>
          </a:p>
        </p:txBody>
      </p:sp>
      <p:sp>
        <p:nvSpPr>
          <p:cNvPr id="14" name="Oval 13">
            <a:extLst>
              <a:ext uri="{FF2B5EF4-FFF2-40B4-BE49-F238E27FC236}">
                <a16:creationId xmlns:a16="http://schemas.microsoft.com/office/drawing/2014/main" id="{2EDA1CC8-3DE5-7F58-0B4A-6EB9DA30053A}"/>
              </a:ext>
            </a:extLst>
          </p:cNvPr>
          <p:cNvSpPr/>
          <p:nvPr/>
        </p:nvSpPr>
        <p:spPr>
          <a:xfrm>
            <a:off x="16474513" y="2855767"/>
            <a:ext cx="2667000" cy="687533"/>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73D0AFF-C105-FD51-CAE5-6AA5BE771A4D}"/>
              </a:ext>
            </a:extLst>
          </p:cNvPr>
          <p:cNvSpPr/>
          <p:nvPr/>
        </p:nvSpPr>
        <p:spPr>
          <a:xfrm>
            <a:off x="13854904" y="432184"/>
            <a:ext cx="6463509" cy="2423583"/>
          </a:xfrm>
          <a:prstGeom prst="ellipse">
            <a:avLst/>
          </a:prstGeom>
          <a:solidFill>
            <a:srgbClr val="00B050">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BD7A0AE-6F2E-9283-A82B-F3944C7ACE0C}"/>
              </a:ext>
            </a:extLst>
          </p:cNvPr>
          <p:cNvSpPr/>
          <p:nvPr/>
        </p:nvSpPr>
        <p:spPr>
          <a:xfrm>
            <a:off x="15330008" y="3672952"/>
            <a:ext cx="4956010" cy="7324864"/>
          </a:xfrm>
          <a:prstGeom prst="ellipse">
            <a:avLst/>
          </a:prstGeom>
          <a:solidFill>
            <a:schemeClr val="accent4">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2732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CE3F3-EDF4-9110-405F-446A7001EE29}"/>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CAF82481-D0F8-1143-7B1B-6FFC2DA79E0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1BFFB553-32D1-FD90-EC3D-8F50A38ED02A}"/>
              </a:ext>
            </a:extLst>
          </p:cNvPr>
          <p:cNvSpPr>
            <a:spLocks noGrp="1"/>
          </p:cNvSpPr>
          <p:nvPr>
            <p:ph type="sldNum" sz="quarter" idx="22"/>
          </p:nvPr>
        </p:nvSpPr>
        <p:spPr/>
        <p:txBody>
          <a:bodyPr/>
          <a:lstStyle/>
          <a:p>
            <a:fld id="{991AB9B0-3E43-D847-B073-60FE8FAFFDB7}" type="slidenum">
              <a:rPr lang="en-US" smtClean="0"/>
              <a:pPr/>
              <a:t>6</a:t>
            </a:fld>
            <a:endParaRPr lang="en-US"/>
          </a:p>
        </p:txBody>
      </p:sp>
      <p:sp>
        <p:nvSpPr>
          <p:cNvPr id="6" name="Title 1">
            <a:extLst>
              <a:ext uri="{FF2B5EF4-FFF2-40B4-BE49-F238E27FC236}">
                <a16:creationId xmlns:a16="http://schemas.microsoft.com/office/drawing/2014/main" id="{DB78814D-EEEC-6431-9D9A-1ECC1E4EBF5E}"/>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6EEB5A2A-D75F-6851-A696-05BACEAF761F}"/>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612BB7EA-C611-9CCF-AB04-588C3E4B3B01}"/>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83A46234-6C23-A9C4-2AA9-9D563F67A81F}"/>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3A719FE-84BD-583E-AE7A-858B5ED66CEB}"/>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FC680C3F-A2AF-BEDA-46AB-83E675352BF8}"/>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dirty="0"/>
              <a:t>Outgroup choice is important</a:t>
            </a:r>
          </a:p>
        </p:txBody>
      </p:sp>
      <p:sp>
        <p:nvSpPr>
          <p:cNvPr id="10" name="Text Box 14">
            <a:extLst>
              <a:ext uri="{FF2B5EF4-FFF2-40B4-BE49-F238E27FC236}">
                <a16:creationId xmlns:a16="http://schemas.microsoft.com/office/drawing/2014/main" id="{6FFB2491-158D-A31B-2C8F-56D25EBDC156}"/>
              </a:ext>
            </a:extLst>
          </p:cNvPr>
          <p:cNvSpPr txBox="1">
            <a:spLocks noChangeArrowheads="1"/>
          </p:cNvSpPr>
          <p:nvPr/>
        </p:nvSpPr>
        <p:spPr bwMode="auto">
          <a:xfrm>
            <a:off x="961204" y="3771900"/>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gene duplication</a:t>
            </a:r>
          </a:p>
        </p:txBody>
      </p:sp>
      <p:sp>
        <p:nvSpPr>
          <p:cNvPr id="11" name="Oval 10">
            <a:extLst>
              <a:ext uri="{FF2B5EF4-FFF2-40B4-BE49-F238E27FC236}">
                <a16:creationId xmlns:a16="http://schemas.microsoft.com/office/drawing/2014/main" id="{14097711-16EF-7FC4-EE69-00580E73FD3E}"/>
              </a:ext>
            </a:extLst>
          </p:cNvPr>
          <p:cNvSpPr/>
          <p:nvPr/>
        </p:nvSpPr>
        <p:spPr>
          <a:xfrm>
            <a:off x="17370938" y="4200211"/>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71F79FA-52BC-6AB8-3545-1E26979A2D54}"/>
              </a:ext>
            </a:extLst>
          </p:cNvPr>
          <p:cNvSpPr/>
          <p:nvPr/>
        </p:nvSpPr>
        <p:spPr>
          <a:xfrm>
            <a:off x="17698596" y="7305327"/>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4">
            <a:extLst>
              <a:ext uri="{FF2B5EF4-FFF2-40B4-BE49-F238E27FC236}">
                <a16:creationId xmlns:a16="http://schemas.microsoft.com/office/drawing/2014/main" id="{D5AD964A-D10B-8DE8-F924-C6BA1D5772A4}"/>
              </a:ext>
            </a:extLst>
          </p:cNvPr>
          <p:cNvSpPr txBox="1">
            <a:spLocks noChangeArrowheads="1"/>
          </p:cNvSpPr>
          <p:nvPr/>
        </p:nvSpPr>
        <p:spPr bwMode="auto">
          <a:xfrm>
            <a:off x="961204" y="4936986"/>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speciation</a:t>
            </a:r>
          </a:p>
        </p:txBody>
      </p:sp>
      <p:sp>
        <p:nvSpPr>
          <p:cNvPr id="14" name="Oval 13">
            <a:extLst>
              <a:ext uri="{FF2B5EF4-FFF2-40B4-BE49-F238E27FC236}">
                <a16:creationId xmlns:a16="http://schemas.microsoft.com/office/drawing/2014/main" id="{49491B9F-7109-B15E-6426-C879F0A676D1}"/>
              </a:ext>
            </a:extLst>
          </p:cNvPr>
          <p:cNvSpPr/>
          <p:nvPr/>
        </p:nvSpPr>
        <p:spPr>
          <a:xfrm>
            <a:off x="16474513" y="2855767"/>
            <a:ext cx="2667000" cy="687533"/>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3EA5057-FEFD-668B-A8C0-3AA56E96426E}"/>
              </a:ext>
            </a:extLst>
          </p:cNvPr>
          <p:cNvSpPr/>
          <p:nvPr/>
        </p:nvSpPr>
        <p:spPr>
          <a:xfrm>
            <a:off x="13854904" y="432184"/>
            <a:ext cx="6463509" cy="2423583"/>
          </a:xfrm>
          <a:prstGeom prst="ellipse">
            <a:avLst/>
          </a:prstGeom>
          <a:solidFill>
            <a:srgbClr val="00B050">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C496EF5-787C-6389-63DD-32A914BA14CC}"/>
              </a:ext>
            </a:extLst>
          </p:cNvPr>
          <p:cNvSpPr/>
          <p:nvPr/>
        </p:nvSpPr>
        <p:spPr>
          <a:xfrm>
            <a:off x="15330008" y="7992860"/>
            <a:ext cx="4956010" cy="3004956"/>
          </a:xfrm>
          <a:prstGeom prst="ellipse">
            <a:avLst/>
          </a:prstGeom>
          <a:solidFill>
            <a:schemeClr val="accent4">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14">
            <a:extLst>
              <a:ext uri="{FF2B5EF4-FFF2-40B4-BE49-F238E27FC236}">
                <a16:creationId xmlns:a16="http://schemas.microsoft.com/office/drawing/2014/main" id="{35B81FBA-F3D9-2BBA-8B23-4FB00001D3FD}"/>
              </a:ext>
            </a:extLst>
          </p:cNvPr>
          <p:cNvSpPr txBox="1">
            <a:spLocks noChangeArrowheads="1"/>
          </p:cNvSpPr>
          <p:nvPr/>
        </p:nvSpPr>
        <p:spPr bwMode="auto">
          <a:xfrm>
            <a:off x="961204" y="6102072"/>
            <a:ext cx="8530200" cy="1323439"/>
          </a:xfrm>
          <a:prstGeom prst="rect">
            <a:avLst/>
          </a:prstGeom>
          <a:noFill/>
          <a:ln w="9525">
            <a:noFill/>
            <a:miter lim="800000"/>
            <a:headEnd/>
            <a:tailEnd/>
          </a:ln>
        </p:spPr>
        <p:txBody>
          <a:bodyPr wrap="square">
            <a:prstTxWarp prst="textNoShape">
              <a:avLst/>
            </a:prstTxWarp>
            <a:spAutoFit/>
          </a:bodyPr>
          <a:lstStyle/>
          <a:p>
            <a:r>
              <a:rPr lang="en-US" sz="4000" dirty="0"/>
              <a:t>Trees can be a combination of gene trees and species trees</a:t>
            </a:r>
          </a:p>
        </p:txBody>
      </p:sp>
    </p:spTree>
    <p:extLst>
      <p:ext uri="{BB962C8B-B14F-4D97-AF65-F5344CB8AC3E}">
        <p14:creationId xmlns:p14="http://schemas.microsoft.com/office/powerpoint/2010/main" val="196043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9ABE7-327E-AF28-2B42-32774F013619}"/>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584E75FA-3954-DE97-AC4E-D437175EB6C3}"/>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3B6CE76-C92B-D581-751D-F9F03A78CFEE}"/>
              </a:ext>
            </a:extLst>
          </p:cNvPr>
          <p:cNvSpPr>
            <a:spLocks noGrp="1"/>
          </p:cNvSpPr>
          <p:nvPr>
            <p:ph type="sldNum" sz="quarter" idx="22"/>
          </p:nvPr>
        </p:nvSpPr>
        <p:spPr/>
        <p:txBody>
          <a:bodyPr/>
          <a:lstStyle/>
          <a:p>
            <a:fld id="{991AB9B0-3E43-D847-B073-60FE8FAFFDB7}" type="slidenum">
              <a:rPr lang="en-US" smtClean="0"/>
              <a:pPr/>
              <a:t>7</a:t>
            </a:fld>
            <a:endParaRPr lang="en-US"/>
          </a:p>
        </p:txBody>
      </p:sp>
      <p:sp>
        <p:nvSpPr>
          <p:cNvPr id="6" name="Title 1">
            <a:extLst>
              <a:ext uri="{FF2B5EF4-FFF2-40B4-BE49-F238E27FC236}">
                <a16:creationId xmlns:a16="http://schemas.microsoft.com/office/drawing/2014/main" id="{67949B7F-08FD-F86A-BDDB-7BBEFAD56E6B}"/>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271281B3-4E28-A199-F4A9-D9CCDCD038CA}"/>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FE4AE249-3187-1E3F-5DA3-D99BC801038D}"/>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A4BE5E1D-C3BA-6FCD-2B21-082EF10632A2}"/>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7409F0F-5356-4D7F-68C9-D1529F62D6B4}"/>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00B42032-3BCC-75F6-6307-D028F47CD8E5}"/>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dirty="0"/>
              <a:t>Outgroup choice is important</a:t>
            </a:r>
          </a:p>
        </p:txBody>
      </p:sp>
      <p:sp>
        <p:nvSpPr>
          <p:cNvPr id="10" name="Text Box 14">
            <a:extLst>
              <a:ext uri="{FF2B5EF4-FFF2-40B4-BE49-F238E27FC236}">
                <a16:creationId xmlns:a16="http://schemas.microsoft.com/office/drawing/2014/main" id="{F946AF64-74C6-6337-36F0-9827EF764885}"/>
              </a:ext>
            </a:extLst>
          </p:cNvPr>
          <p:cNvSpPr txBox="1">
            <a:spLocks noChangeArrowheads="1"/>
          </p:cNvSpPr>
          <p:nvPr/>
        </p:nvSpPr>
        <p:spPr bwMode="auto">
          <a:xfrm>
            <a:off x="961204" y="3771900"/>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gene duplication</a:t>
            </a:r>
          </a:p>
        </p:txBody>
      </p:sp>
      <p:sp>
        <p:nvSpPr>
          <p:cNvPr id="11" name="Oval 10">
            <a:extLst>
              <a:ext uri="{FF2B5EF4-FFF2-40B4-BE49-F238E27FC236}">
                <a16:creationId xmlns:a16="http://schemas.microsoft.com/office/drawing/2014/main" id="{B13BCB76-8394-82A0-6F67-3E67C2029EEA}"/>
              </a:ext>
            </a:extLst>
          </p:cNvPr>
          <p:cNvSpPr/>
          <p:nvPr/>
        </p:nvSpPr>
        <p:spPr>
          <a:xfrm>
            <a:off x="17370938" y="4200211"/>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AF8796E-DDE0-B7BE-6570-6075BE297FFF}"/>
              </a:ext>
            </a:extLst>
          </p:cNvPr>
          <p:cNvSpPr/>
          <p:nvPr/>
        </p:nvSpPr>
        <p:spPr>
          <a:xfrm>
            <a:off x="17698596" y="7305327"/>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4">
            <a:extLst>
              <a:ext uri="{FF2B5EF4-FFF2-40B4-BE49-F238E27FC236}">
                <a16:creationId xmlns:a16="http://schemas.microsoft.com/office/drawing/2014/main" id="{5127D2B8-AD80-5DAA-2F86-94FD585F4A5F}"/>
              </a:ext>
            </a:extLst>
          </p:cNvPr>
          <p:cNvSpPr txBox="1">
            <a:spLocks noChangeArrowheads="1"/>
          </p:cNvSpPr>
          <p:nvPr/>
        </p:nvSpPr>
        <p:spPr bwMode="auto">
          <a:xfrm>
            <a:off x="961204" y="4936986"/>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speciation</a:t>
            </a:r>
          </a:p>
        </p:txBody>
      </p:sp>
      <p:sp>
        <p:nvSpPr>
          <p:cNvPr id="14" name="Oval 13">
            <a:extLst>
              <a:ext uri="{FF2B5EF4-FFF2-40B4-BE49-F238E27FC236}">
                <a16:creationId xmlns:a16="http://schemas.microsoft.com/office/drawing/2014/main" id="{6F0D54D3-5762-75C2-E4CA-F0066A8577EC}"/>
              </a:ext>
            </a:extLst>
          </p:cNvPr>
          <p:cNvSpPr/>
          <p:nvPr/>
        </p:nvSpPr>
        <p:spPr>
          <a:xfrm>
            <a:off x="16474513" y="2855767"/>
            <a:ext cx="2667000" cy="687533"/>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ECE70A9-6F79-1310-65E4-C12EFA3A531E}"/>
              </a:ext>
            </a:extLst>
          </p:cNvPr>
          <p:cNvSpPr/>
          <p:nvPr/>
        </p:nvSpPr>
        <p:spPr>
          <a:xfrm>
            <a:off x="13854904" y="432184"/>
            <a:ext cx="6463509" cy="2423583"/>
          </a:xfrm>
          <a:prstGeom prst="ellipse">
            <a:avLst/>
          </a:prstGeom>
          <a:solidFill>
            <a:srgbClr val="00B050">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DDB4604-D29C-C4CF-678E-D91BDFF6490D}"/>
              </a:ext>
            </a:extLst>
          </p:cNvPr>
          <p:cNvSpPr/>
          <p:nvPr/>
        </p:nvSpPr>
        <p:spPr>
          <a:xfrm>
            <a:off x="15330008" y="7992860"/>
            <a:ext cx="4956010" cy="3004956"/>
          </a:xfrm>
          <a:prstGeom prst="ellipse">
            <a:avLst/>
          </a:prstGeom>
          <a:solidFill>
            <a:schemeClr val="accent4">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14">
            <a:extLst>
              <a:ext uri="{FF2B5EF4-FFF2-40B4-BE49-F238E27FC236}">
                <a16:creationId xmlns:a16="http://schemas.microsoft.com/office/drawing/2014/main" id="{FD4EAAF7-A451-D3DA-5150-99A72DDD39E0}"/>
              </a:ext>
            </a:extLst>
          </p:cNvPr>
          <p:cNvSpPr txBox="1">
            <a:spLocks noChangeArrowheads="1"/>
          </p:cNvSpPr>
          <p:nvPr/>
        </p:nvSpPr>
        <p:spPr bwMode="auto">
          <a:xfrm>
            <a:off x="961204" y="6102072"/>
            <a:ext cx="12969902" cy="707886"/>
          </a:xfrm>
          <a:prstGeom prst="rect">
            <a:avLst/>
          </a:prstGeom>
          <a:noFill/>
          <a:ln w="9525">
            <a:noFill/>
            <a:miter lim="800000"/>
            <a:headEnd/>
            <a:tailEnd/>
          </a:ln>
        </p:spPr>
        <p:txBody>
          <a:bodyPr wrap="square">
            <a:prstTxWarp prst="textNoShape">
              <a:avLst/>
            </a:prstTxWarp>
            <a:spAutoFit/>
          </a:bodyPr>
          <a:lstStyle/>
          <a:p>
            <a:r>
              <a:rPr lang="en-US" sz="4000" dirty="0"/>
              <a:t>Trees can be a combination of gene and species trees</a:t>
            </a:r>
          </a:p>
        </p:txBody>
      </p:sp>
      <p:sp>
        <p:nvSpPr>
          <p:cNvPr id="18" name="Text Box 14">
            <a:extLst>
              <a:ext uri="{FF2B5EF4-FFF2-40B4-BE49-F238E27FC236}">
                <a16:creationId xmlns:a16="http://schemas.microsoft.com/office/drawing/2014/main" id="{AB4E1321-4FF7-8495-1003-32CB21E6E2B3}"/>
              </a:ext>
            </a:extLst>
          </p:cNvPr>
          <p:cNvSpPr txBox="1">
            <a:spLocks noChangeArrowheads="1"/>
          </p:cNvSpPr>
          <p:nvPr/>
        </p:nvSpPr>
        <p:spPr bwMode="auto">
          <a:xfrm>
            <a:off x="961204" y="7267158"/>
            <a:ext cx="12969902" cy="707886"/>
          </a:xfrm>
          <a:prstGeom prst="rect">
            <a:avLst/>
          </a:prstGeom>
          <a:noFill/>
          <a:ln w="9525">
            <a:noFill/>
            <a:miter lim="800000"/>
            <a:headEnd/>
            <a:tailEnd/>
          </a:ln>
        </p:spPr>
        <p:txBody>
          <a:bodyPr wrap="square">
            <a:prstTxWarp prst="textNoShape">
              <a:avLst/>
            </a:prstTxWarp>
            <a:spAutoFit/>
          </a:bodyPr>
          <a:lstStyle/>
          <a:p>
            <a:r>
              <a:rPr lang="en-US" sz="4000" dirty="0"/>
              <a:t>Trees should include confidence estimates</a:t>
            </a:r>
          </a:p>
        </p:txBody>
      </p:sp>
      <p:sp>
        <p:nvSpPr>
          <p:cNvPr id="19" name="Rectangle 18">
            <a:extLst>
              <a:ext uri="{FF2B5EF4-FFF2-40B4-BE49-F238E27FC236}">
                <a16:creationId xmlns:a16="http://schemas.microsoft.com/office/drawing/2014/main" id="{C200305C-4776-C055-7BB4-6BE4B9E095E7}"/>
              </a:ext>
            </a:extLst>
          </p:cNvPr>
          <p:cNvSpPr/>
          <p:nvPr/>
        </p:nvSpPr>
        <p:spPr>
          <a:xfrm>
            <a:off x="15925800" y="4066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BE1835A-5644-E1AF-A244-4FFF1A96E3A5}"/>
              </a:ext>
            </a:extLst>
          </p:cNvPr>
          <p:cNvSpPr/>
          <p:nvPr/>
        </p:nvSpPr>
        <p:spPr>
          <a:xfrm>
            <a:off x="16306800" y="5209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78FD369-EC1E-52CC-A0AC-C4C4EF3B280E}"/>
              </a:ext>
            </a:extLst>
          </p:cNvPr>
          <p:cNvSpPr/>
          <p:nvPr/>
        </p:nvSpPr>
        <p:spPr>
          <a:xfrm>
            <a:off x="16649700" y="57812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D74FC1B-FF27-8790-7E0F-88E402210A2B}"/>
              </a:ext>
            </a:extLst>
          </p:cNvPr>
          <p:cNvSpPr/>
          <p:nvPr/>
        </p:nvSpPr>
        <p:spPr>
          <a:xfrm>
            <a:off x="16954500" y="5971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E605029-69D8-62F6-EEE1-1AFC707E3DE0}"/>
              </a:ext>
            </a:extLst>
          </p:cNvPr>
          <p:cNvSpPr/>
          <p:nvPr/>
        </p:nvSpPr>
        <p:spPr>
          <a:xfrm>
            <a:off x="17373600" y="62003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5109E34-05B5-5F2F-F8AC-E901C666808B}"/>
              </a:ext>
            </a:extLst>
          </p:cNvPr>
          <p:cNvSpPr/>
          <p:nvPr/>
        </p:nvSpPr>
        <p:spPr>
          <a:xfrm>
            <a:off x="17602200" y="64289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879B524-EC79-C772-0C57-FB3115E6A084}"/>
              </a:ext>
            </a:extLst>
          </p:cNvPr>
          <p:cNvSpPr/>
          <p:nvPr/>
        </p:nvSpPr>
        <p:spPr>
          <a:xfrm>
            <a:off x="17678400" y="66575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DF496B-1B20-1FE0-0AF8-0CFA12C172FB}"/>
              </a:ext>
            </a:extLst>
          </p:cNvPr>
          <p:cNvSpPr/>
          <p:nvPr/>
        </p:nvSpPr>
        <p:spPr>
          <a:xfrm>
            <a:off x="17983200" y="68480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5617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3707-906A-49C8-D9B9-C753B089DDC5}"/>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74AEEBE1-63CF-CFED-71D7-6C5AA17051EB}"/>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E514EE89-8BF5-2EB9-60D1-D9E359368D04}"/>
              </a:ext>
            </a:extLst>
          </p:cNvPr>
          <p:cNvSpPr>
            <a:spLocks noGrp="1"/>
          </p:cNvSpPr>
          <p:nvPr>
            <p:ph type="sldNum" sz="quarter" idx="22"/>
          </p:nvPr>
        </p:nvSpPr>
        <p:spPr/>
        <p:txBody>
          <a:bodyPr/>
          <a:lstStyle/>
          <a:p>
            <a:fld id="{991AB9B0-3E43-D847-B073-60FE8FAFFDB7}" type="slidenum">
              <a:rPr lang="en-US" smtClean="0"/>
              <a:pPr/>
              <a:t>8</a:t>
            </a:fld>
            <a:endParaRPr lang="en-US"/>
          </a:p>
        </p:txBody>
      </p:sp>
      <p:sp>
        <p:nvSpPr>
          <p:cNvPr id="6" name="Title 1">
            <a:extLst>
              <a:ext uri="{FF2B5EF4-FFF2-40B4-BE49-F238E27FC236}">
                <a16:creationId xmlns:a16="http://schemas.microsoft.com/office/drawing/2014/main" id="{BDA683DD-3605-B762-609E-CA08DF18A0C2}"/>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pic>
        <p:nvPicPr>
          <p:cNvPr id="3" name="Picture 25" descr="cyp3">
            <a:extLst>
              <a:ext uri="{FF2B5EF4-FFF2-40B4-BE49-F238E27FC236}">
                <a16:creationId xmlns:a16="http://schemas.microsoft.com/office/drawing/2014/main" id="{0BF07E0D-722B-242F-062D-2FBA608FA8DC}"/>
              </a:ext>
            </a:extLst>
          </p:cNvPr>
          <p:cNvPicPr>
            <a:picLocks noChangeAspect="1" noChangeArrowheads="1"/>
          </p:cNvPicPr>
          <p:nvPr/>
        </p:nvPicPr>
        <p:blipFill>
          <a:blip r:embed="rId3"/>
          <a:srcRect/>
          <a:stretch>
            <a:fillRect/>
          </a:stretch>
        </p:blipFill>
        <p:spPr bwMode="auto">
          <a:xfrm>
            <a:off x="11788213" y="36367"/>
            <a:ext cx="8530200" cy="11393633"/>
          </a:xfrm>
          <a:prstGeom prst="rect">
            <a:avLst/>
          </a:prstGeom>
          <a:noFill/>
          <a:ln w="9525">
            <a:noFill/>
            <a:miter lim="800000"/>
            <a:headEnd/>
            <a:tailEnd/>
          </a:ln>
        </p:spPr>
      </p:pic>
      <p:sp>
        <p:nvSpPr>
          <p:cNvPr id="4" name="TextBox 3">
            <a:extLst>
              <a:ext uri="{FF2B5EF4-FFF2-40B4-BE49-F238E27FC236}">
                <a16:creationId xmlns:a16="http://schemas.microsoft.com/office/drawing/2014/main" id="{72476667-F405-812B-B6F1-F0AD6477AB8F}"/>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2" name="Oval 1">
            <a:extLst>
              <a:ext uri="{FF2B5EF4-FFF2-40B4-BE49-F238E27FC236}">
                <a16:creationId xmlns:a16="http://schemas.microsoft.com/office/drawing/2014/main" id="{9BCC7B93-805A-A2AA-84A8-E6A28FD7C890}"/>
              </a:ext>
            </a:extLst>
          </p:cNvPr>
          <p:cNvSpPr/>
          <p:nvPr/>
        </p:nvSpPr>
        <p:spPr>
          <a:xfrm>
            <a:off x="12687300" y="36367"/>
            <a:ext cx="2667000" cy="687533"/>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F0D45D4-0645-4E54-6D4C-A4CCACA930EE}"/>
              </a:ext>
            </a:extLst>
          </p:cNvPr>
          <p:cNvSpPr/>
          <p:nvPr/>
        </p:nvSpPr>
        <p:spPr>
          <a:xfrm>
            <a:off x="13931106" y="3314700"/>
            <a:ext cx="508794" cy="457200"/>
          </a:xfrm>
          <a:prstGeom prst="ellipse">
            <a:avLst/>
          </a:prstGeom>
          <a:solidFill>
            <a:srgbClr val="7900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1763131F-D489-CBA5-9CA9-15B790DC1EDF}"/>
              </a:ext>
            </a:extLst>
          </p:cNvPr>
          <p:cNvSpPr txBox="1">
            <a:spLocks noChangeArrowheads="1"/>
          </p:cNvSpPr>
          <p:nvPr/>
        </p:nvSpPr>
        <p:spPr bwMode="auto">
          <a:xfrm>
            <a:off x="961205" y="2606814"/>
            <a:ext cx="7568995" cy="707886"/>
          </a:xfrm>
          <a:prstGeom prst="rect">
            <a:avLst/>
          </a:prstGeom>
          <a:noFill/>
          <a:ln w="9525">
            <a:noFill/>
            <a:miter lim="800000"/>
            <a:headEnd/>
            <a:tailEnd/>
          </a:ln>
        </p:spPr>
        <p:txBody>
          <a:bodyPr wrap="square">
            <a:prstTxWarp prst="textNoShape">
              <a:avLst/>
            </a:prstTxWarp>
            <a:spAutoFit/>
          </a:bodyPr>
          <a:lstStyle/>
          <a:p>
            <a:r>
              <a:rPr lang="en-US" sz="4000" dirty="0"/>
              <a:t>Outgroup choice is important</a:t>
            </a:r>
          </a:p>
        </p:txBody>
      </p:sp>
      <p:sp>
        <p:nvSpPr>
          <p:cNvPr id="10" name="Text Box 14">
            <a:extLst>
              <a:ext uri="{FF2B5EF4-FFF2-40B4-BE49-F238E27FC236}">
                <a16:creationId xmlns:a16="http://schemas.microsoft.com/office/drawing/2014/main" id="{394222BC-0CEA-F0FE-9EED-87DD89452E9A}"/>
              </a:ext>
            </a:extLst>
          </p:cNvPr>
          <p:cNvSpPr txBox="1">
            <a:spLocks noChangeArrowheads="1"/>
          </p:cNvSpPr>
          <p:nvPr/>
        </p:nvSpPr>
        <p:spPr bwMode="auto">
          <a:xfrm>
            <a:off x="961204" y="3771900"/>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gene duplication</a:t>
            </a:r>
          </a:p>
        </p:txBody>
      </p:sp>
      <p:sp>
        <p:nvSpPr>
          <p:cNvPr id="11" name="Oval 10">
            <a:extLst>
              <a:ext uri="{FF2B5EF4-FFF2-40B4-BE49-F238E27FC236}">
                <a16:creationId xmlns:a16="http://schemas.microsoft.com/office/drawing/2014/main" id="{B971E89D-30D2-4901-1D06-C452E4E4200D}"/>
              </a:ext>
            </a:extLst>
          </p:cNvPr>
          <p:cNvSpPr/>
          <p:nvPr/>
        </p:nvSpPr>
        <p:spPr>
          <a:xfrm>
            <a:off x="17370938" y="4200211"/>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A33A5D0-E201-6381-4A6E-145981B69AFC}"/>
              </a:ext>
            </a:extLst>
          </p:cNvPr>
          <p:cNvSpPr/>
          <p:nvPr/>
        </p:nvSpPr>
        <p:spPr>
          <a:xfrm>
            <a:off x="17698596" y="7305327"/>
            <a:ext cx="2667000" cy="6875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4">
            <a:extLst>
              <a:ext uri="{FF2B5EF4-FFF2-40B4-BE49-F238E27FC236}">
                <a16:creationId xmlns:a16="http://schemas.microsoft.com/office/drawing/2014/main" id="{BF38B600-0E27-B0C2-07DA-652D640B0277}"/>
              </a:ext>
            </a:extLst>
          </p:cNvPr>
          <p:cNvSpPr txBox="1">
            <a:spLocks noChangeArrowheads="1"/>
          </p:cNvSpPr>
          <p:nvPr/>
        </p:nvSpPr>
        <p:spPr bwMode="auto">
          <a:xfrm>
            <a:off x="961204" y="4936986"/>
            <a:ext cx="8530200" cy="707886"/>
          </a:xfrm>
          <a:prstGeom prst="rect">
            <a:avLst/>
          </a:prstGeom>
          <a:noFill/>
          <a:ln w="9525">
            <a:noFill/>
            <a:miter lim="800000"/>
            <a:headEnd/>
            <a:tailEnd/>
          </a:ln>
        </p:spPr>
        <p:txBody>
          <a:bodyPr wrap="square">
            <a:prstTxWarp prst="textNoShape">
              <a:avLst/>
            </a:prstTxWarp>
            <a:spAutoFit/>
          </a:bodyPr>
          <a:lstStyle/>
          <a:p>
            <a:r>
              <a:rPr lang="en-US" sz="4000" dirty="0"/>
              <a:t>Trees can reflect speciation</a:t>
            </a:r>
          </a:p>
        </p:txBody>
      </p:sp>
      <p:sp>
        <p:nvSpPr>
          <p:cNvPr id="14" name="Oval 13">
            <a:extLst>
              <a:ext uri="{FF2B5EF4-FFF2-40B4-BE49-F238E27FC236}">
                <a16:creationId xmlns:a16="http://schemas.microsoft.com/office/drawing/2014/main" id="{5687814F-8024-009B-3CD1-EC8F6D44769E}"/>
              </a:ext>
            </a:extLst>
          </p:cNvPr>
          <p:cNvSpPr/>
          <p:nvPr/>
        </p:nvSpPr>
        <p:spPr>
          <a:xfrm>
            <a:off x="16474513" y="2855767"/>
            <a:ext cx="2667000" cy="687533"/>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DFA38EE-F2FC-74F3-C0F3-CF2018BD6F35}"/>
              </a:ext>
            </a:extLst>
          </p:cNvPr>
          <p:cNvSpPr/>
          <p:nvPr/>
        </p:nvSpPr>
        <p:spPr>
          <a:xfrm>
            <a:off x="13854904" y="432184"/>
            <a:ext cx="6463509" cy="2423583"/>
          </a:xfrm>
          <a:prstGeom prst="ellipse">
            <a:avLst/>
          </a:prstGeom>
          <a:solidFill>
            <a:srgbClr val="00B050">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34AEBB-09F1-BC24-C2FA-EBC753AE4F56}"/>
              </a:ext>
            </a:extLst>
          </p:cNvPr>
          <p:cNvSpPr/>
          <p:nvPr/>
        </p:nvSpPr>
        <p:spPr>
          <a:xfrm>
            <a:off x="15330008" y="7992860"/>
            <a:ext cx="4956010" cy="3004956"/>
          </a:xfrm>
          <a:prstGeom prst="ellipse">
            <a:avLst/>
          </a:prstGeom>
          <a:solidFill>
            <a:schemeClr val="accent4">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14">
            <a:extLst>
              <a:ext uri="{FF2B5EF4-FFF2-40B4-BE49-F238E27FC236}">
                <a16:creationId xmlns:a16="http://schemas.microsoft.com/office/drawing/2014/main" id="{0AB11F3C-F4FF-6451-0338-2D74676759C3}"/>
              </a:ext>
            </a:extLst>
          </p:cNvPr>
          <p:cNvSpPr txBox="1">
            <a:spLocks noChangeArrowheads="1"/>
          </p:cNvSpPr>
          <p:nvPr/>
        </p:nvSpPr>
        <p:spPr bwMode="auto">
          <a:xfrm>
            <a:off x="961204" y="6102072"/>
            <a:ext cx="12969902" cy="707886"/>
          </a:xfrm>
          <a:prstGeom prst="rect">
            <a:avLst/>
          </a:prstGeom>
          <a:noFill/>
          <a:ln w="9525">
            <a:noFill/>
            <a:miter lim="800000"/>
            <a:headEnd/>
            <a:tailEnd/>
          </a:ln>
        </p:spPr>
        <p:txBody>
          <a:bodyPr wrap="square">
            <a:prstTxWarp prst="textNoShape">
              <a:avLst/>
            </a:prstTxWarp>
            <a:spAutoFit/>
          </a:bodyPr>
          <a:lstStyle/>
          <a:p>
            <a:r>
              <a:rPr lang="en-US" sz="4000" dirty="0"/>
              <a:t>Trees can be a combination of gene and species trees</a:t>
            </a:r>
          </a:p>
        </p:txBody>
      </p:sp>
      <p:sp>
        <p:nvSpPr>
          <p:cNvPr id="18" name="Text Box 14">
            <a:extLst>
              <a:ext uri="{FF2B5EF4-FFF2-40B4-BE49-F238E27FC236}">
                <a16:creationId xmlns:a16="http://schemas.microsoft.com/office/drawing/2014/main" id="{3F118E0A-1160-A1CE-2749-C4633168DFB9}"/>
              </a:ext>
            </a:extLst>
          </p:cNvPr>
          <p:cNvSpPr txBox="1">
            <a:spLocks noChangeArrowheads="1"/>
          </p:cNvSpPr>
          <p:nvPr/>
        </p:nvSpPr>
        <p:spPr bwMode="auto">
          <a:xfrm>
            <a:off x="961204" y="7267158"/>
            <a:ext cx="12969902" cy="707886"/>
          </a:xfrm>
          <a:prstGeom prst="rect">
            <a:avLst/>
          </a:prstGeom>
          <a:noFill/>
          <a:ln w="9525">
            <a:noFill/>
            <a:miter lim="800000"/>
            <a:headEnd/>
            <a:tailEnd/>
          </a:ln>
        </p:spPr>
        <p:txBody>
          <a:bodyPr wrap="square">
            <a:prstTxWarp prst="textNoShape">
              <a:avLst/>
            </a:prstTxWarp>
            <a:spAutoFit/>
          </a:bodyPr>
          <a:lstStyle/>
          <a:p>
            <a:r>
              <a:rPr lang="en-US" sz="4000" dirty="0"/>
              <a:t>Trees should include confidence estimates</a:t>
            </a:r>
          </a:p>
        </p:txBody>
      </p:sp>
      <p:sp>
        <p:nvSpPr>
          <p:cNvPr id="19" name="Rectangle 18">
            <a:extLst>
              <a:ext uri="{FF2B5EF4-FFF2-40B4-BE49-F238E27FC236}">
                <a16:creationId xmlns:a16="http://schemas.microsoft.com/office/drawing/2014/main" id="{1A05FD24-CA8C-59B9-2D41-B2966407411B}"/>
              </a:ext>
            </a:extLst>
          </p:cNvPr>
          <p:cNvSpPr/>
          <p:nvPr/>
        </p:nvSpPr>
        <p:spPr>
          <a:xfrm>
            <a:off x="15925800" y="4066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991F348-0A2F-A948-DB63-933B4D8C679A}"/>
              </a:ext>
            </a:extLst>
          </p:cNvPr>
          <p:cNvSpPr/>
          <p:nvPr/>
        </p:nvSpPr>
        <p:spPr>
          <a:xfrm>
            <a:off x="16306800" y="5209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A91FE23-AB4D-0F0D-428B-2B1AD06BC851}"/>
              </a:ext>
            </a:extLst>
          </p:cNvPr>
          <p:cNvSpPr/>
          <p:nvPr/>
        </p:nvSpPr>
        <p:spPr>
          <a:xfrm>
            <a:off x="16649700" y="57812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0E71AA2-96E4-C64F-95E6-366E02C41683}"/>
              </a:ext>
            </a:extLst>
          </p:cNvPr>
          <p:cNvSpPr/>
          <p:nvPr/>
        </p:nvSpPr>
        <p:spPr>
          <a:xfrm>
            <a:off x="16954500" y="5971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A76806E-8037-A018-915B-BBC49A367DB0}"/>
              </a:ext>
            </a:extLst>
          </p:cNvPr>
          <p:cNvSpPr/>
          <p:nvPr/>
        </p:nvSpPr>
        <p:spPr>
          <a:xfrm>
            <a:off x="17373600" y="62003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6149959-579B-ECD4-98C8-215E355982C5}"/>
              </a:ext>
            </a:extLst>
          </p:cNvPr>
          <p:cNvSpPr/>
          <p:nvPr/>
        </p:nvSpPr>
        <p:spPr>
          <a:xfrm>
            <a:off x="17602200" y="64289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A54C714-C13F-AC85-0E53-311EE52B5B19}"/>
              </a:ext>
            </a:extLst>
          </p:cNvPr>
          <p:cNvSpPr/>
          <p:nvPr/>
        </p:nvSpPr>
        <p:spPr>
          <a:xfrm>
            <a:off x="17678400" y="66575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5D735B6-0EAA-8F2C-96BA-35A5F3D321D5}"/>
              </a:ext>
            </a:extLst>
          </p:cNvPr>
          <p:cNvSpPr/>
          <p:nvPr/>
        </p:nvSpPr>
        <p:spPr>
          <a:xfrm>
            <a:off x="17983200" y="68480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Box 14">
            <a:extLst>
              <a:ext uri="{FF2B5EF4-FFF2-40B4-BE49-F238E27FC236}">
                <a16:creationId xmlns:a16="http://schemas.microsoft.com/office/drawing/2014/main" id="{C3A2914E-40B3-B04A-ABBF-FC5A21D0394D}"/>
              </a:ext>
            </a:extLst>
          </p:cNvPr>
          <p:cNvSpPr txBox="1">
            <a:spLocks noChangeArrowheads="1"/>
          </p:cNvSpPr>
          <p:nvPr/>
        </p:nvSpPr>
        <p:spPr bwMode="auto">
          <a:xfrm>
            <a:off x="961204" y="8432244"/>
            <a:ext cx="12969902" cy="707886"/>
          </a:xfrm>
          <a:prstGeom prst="rect">
            <a:avLst/>
          </a:prstGeom>
          <a:noFill/>
          <a:ln w="9525">
            <a:noFill/>
            <a:miter lim="800000"/>
            <a:headEnd/>
            <a:tailEnd/>
          </a:ln>
        </p:spPr>
        <p:txBody>
          <a:bodyPr wrap="square">
            <a:prstTxWarp prst="textNoShape">
              <a:avLst/>
            </a:prstTxWarp>
            <a:spAutoFit/>
          </a:bodyPr>
          <a:lstStyle/>
          <a:p>
            <a:r>
              <a:rPr lang="en-US" sz="4000" dirty="0"/>
              <a:t>Trees should include estimates of evolutionary distance</a:t>
            </a:r>
          </a:p>
        </p:txBody>
      </p:sp>
      <p:sp>
        <p:nvSpPr>
          <p:cNvPr id="29" name="Oval 28">
            <a:extLst>
              <a:ext uri="{FF2B5EF4-FFF2-40B4-BE49-F238E27FC236}">
                <a16:creationId xmlns:a16="http://schemas.microsoft.com/office/drawing/2014/main" id="{AB4471D6-46DB-2159-0E1A-114866FD2C9D}"/>
              </a:ext>
            </a:extLst>
          </p:cNvPr>
          <p:cNvSpPr/>
          <p:nvPr/>
        </p:nvSpPr>
        <p:spPr>
          <a:xfrm>
            <a:off x="11276616" y="10742468"/>
            <a:ext cx="1829784" cy="651166"/>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845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B0B5-277E-D479-1214-56E30D48AEA8}"/>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9CAF249E-6353-9B9C-3D7D-4B2781FA125B}"/>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A52541BF-57F4-9409-E3ED-623A23582AED}"/>
              </a:ext>
            </a:extLst>
          </p:cNvPr>
          <p:cNvSpPr>
            <a:spLocks noGrp="1"/>
          </p:cNvSpPr>
          <p:nvPr>
            <p:ph type="sldNum" sz="quarter" idx="22"/>
          </p:nvPr>
        </p:nvSpPr>
        <p:spPr/>
        <p:txBody>
          <a:bodyPr/>
          <a:lstStyle/>
          <a:p>
            <a:fld id="{991AB9B0-3E43-D847-B073-60FE8FAFFDB7}" type="slidenum">
              <a:rPr lang="en-US" smtClean="0"/>
              <a:pPr/>
              <a:t>9</a:t>
            </a:fld>
            <a:endParaRPr lang="en-US"/>
          </a:p>
        </p:txBody>
      </p:sp>
      <p:sp>
        <p:nvSpPr>
          <p:cNvPr id="6" name="Title 1">
            <a:extLst>
              <a:ext uri="{FF2B5EF4-FFF2-40B4-BE49-F238E27FC236}">
                <a16:creationId xmlns:a16="http://schemas.microsoft.com/office/drawing/2014/main" id="{CF4D6CB3-5488-C8AF-7F3F-34790A02225E}"/>
              </a:ext>
            </a:extLst>
          </p:cNvPr>
          <p:cNvSpPr>
            <a:spLocks noGrp="1"/>
          </p:cNvSpPr>
          <p:nvPr>
            <p:ph type="ctrTitle"/>
          </p:nvPr>
        </p:nvSpPr>
        <p:spPr>
          <a:xfrm>
            <a:off x="438675" y="36367"/>
            <a:ext cx="11349538" cy="1032203"/>
          </a:xfrm>
        </p:spPr>
        <p:txBody>
          <a:bodyPr>
            <a:noAutofit/>
          </a:bodyPr>
          <a:lstStyle/>
          <a:p>
            <a:r>
              <a:rPr lang="en-US" sz="6000" dirty="0"/>
              <a:t>An Example: CYP3A Phylogeny</a:t>
            </a:r>
            <a:endParaRPr lang="en-US" sz="6000" dirty="0">
              <a:latin typeface="Raleway" pitchFamily="2" charset="77"/>
            </a:endParaRPr>
          </a:p>
        </p:txBody>
      </p:sp>
      <p:sp>
        <p:nvSpPr>
          <p:cNvPr id="4" name="TextBox 3">
            <a:extLst>
              <a:ext uri="{FF2B5EF4-FFF2-40B4-BE49-F238E27FC236}">
                <a16:creationId xmlns:a16="http://schemas.microsoft.com/office/drawing/2014/main" id="{88CF2D1C-07D5-CCF9-3E89-E3F171B4348B}"/>
              </a:ext>
            </a:extLst>
          </p:cNvPr>
          <p:cNvSpPr txBox="1"/>
          <p:nvPr/>
        </p:nvSpPr>
        <p:spPr>
          <a:xfrm>
            <a:off x="4170305" y="10620000"/>
            <a:ext cx="3385670" cy="276999"/>
          </a:xfrm>
          <a:prstGeom prst="rect">
            <a:avLst/>
          </a:prstGeom>
          <a:noFill/>
        </p:spPr>
        <p:txBody>
          <a:bodyPr wrap="none" rtlCol="0">
            <a:spAutoFit/>
          </a:bodyPr>
          <a:lstStyle/>
          <a:p>
            <a:r>
              <a:rPr lang="en-US" sz="1200" dirty="0"/>
              <a:t>McArthur et al. 2003. J. Mol. </a:t>
            </a:r>
            <a:r>
              <a:rPr lang="en-US" sz="1200" dirty="0" err="1"/>
              <a:t>Evol</a:t>
            </a:r>
            <a:r>
              <a:rPr lang="en-US" sz="1200" dirty="0"/>
              <a:t>. 57: 200-211.</a:t>
            </a:r>
          </a:p>
        </p:txBody>
      </p:sp>
      <p:sp>
        <p:nvSpPr>
          <p:cNvPr id="9" name="Text Box 14">
            <a:extLst>
              <a:ext uri="{FF2B5EF4-FFF2-40B4-BE49-F238E27FC236}">
                <a16:creationId xmlns:a16="http://schemas.microsoft.com/office/drawing/2014/main" id="{AD3579F5-0E7F-6112-961C-DA48BAEDAEA5}"/>
              </a:ext>
            </a:extLst>
          </p:cNvPr>
          <p:cNvSpPr txBox="1">
            <a:spLocks noChangeArrowheads="1"/>
          </p:cNvSpPr>
          <p:nvPr/>
        </p:nvSpPr>
        <p:spPr bwMode="auto">
          <a:xfrm>
            <a:off x="945100" y="4501079"/>
            <a:ext cx="7568995" cy="2554545"/>
          </a:xfrm>
          <a:prstGeom prst="rect">
            <a:avLst/>
          </a:prstGeom>
          <a:noFill/>
          <a:ln w="9525">
            <a:noFill/>
            <a:miter lim="800000"/>
            <a:headEnd/>
            <a:tailEnd/>
          </a:ln>
        </p:spPr>
        <p:txBody>
          <a:bodyPr wrap="square">
            <a:prstTxWarp prst="textNoShape">
              <a:avLst/>
            </a:prstTxWarp>
            <a:spAutoFit/>
          </a:bodyPr>
          <a:lstStyle/>
          <a:p>
            <a:r>
              <a:rPr lang="en-US" sz="4000" dirty="0"/>
              <a:t>Branch lengths are a function of time and rate of evolution – evolutionary clocks are local (aka “soft)</a:t>
            </a:r>
          </a:p>
        </p:txBody>
      </p:sp>
      <p:pic>
        <p:nvPicPr>
          <p:cNvPr id="28" name="Picture 26" descr="radial">
            <a:extLst>
              <a:ext uri="{FF2B5EF4-FFF2-40B4-BE49-F238E27FC236}">
                <a16:creationId xmlns:a16="http://schemas.microsoft.com/office/drawing/2014/main" id="{9F4E80C8-B93F-81D7-195C-7F041D2F70E3}"/>
              </a:ext>
            </a:extLst>
          </p:cNvPr>
          <p:cNvPicPr>
            <a:picLocks noChangeAspect="1" noChangeArrowheads="1"/>
          </p:cNvPicPr>
          <p:nvPr/>
        </p:nvPicPr>
        <p:blipFill>
          <a:blip r:embed="rId3"/>
          <a:srcRect/>
          <a:stretch>
            <a:fillRect/>
          </a:stretch>
        </p:blipFill>
        <p:spPr bwMode="auto">
          <a:xfrm>
            <a:off x="9879013" y="402989"/>
            <a:ext cx="10439400" cy="9775879"/>
          </a:xfrm>
          <a:prstGeom prst="rect">
            <a:avLst/>
          </a:prstGeom>
          <a:noFill/>
          <a:ln w="9525">
            <a:noFill/>
            <a:miter lim="800000"/>
            <a:headEnd/>
            <a:tailEnd/>
          </a:ln>
        </p:spPr>
      </p:pic>
      <p:sp>
        <p:nvSpPr>
          <p:cNvPr id="15" name="Oval 14">
            <a:extLst>
              <a:ext uri="{FF2B5EF4-FFF2-40B4-BE49-F238E27FC236}">
                <a16:creationId xmlns:a16="http://schemas.microsoft.com/office/drawing/2014/main" id="{194B2008-DB25-CCAC-818B-CBB57A74048A}"/>
              </a:ext>
            </a:extLst>
          </p:cNvPr>
          <p:cNvSpPr/>
          <p:nvPr/>
        </p:nvSpPr>
        <p:spPr>
          <a:xfrm rot="2064013">
            <a:off x="13966791" y="6949294"/>
            <a:ext cx="5024745" cy="3197549"/>
          </a:xfrm>
          <a:prstGeom prst="ellipse">
            <a:avLst/>
          </a:prstGeom>
          <a:solidFill>
            <a:srgbClr val="00B050">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E310AB9-86BF-A072-5EC8-B48F692643F8}"/>
              </a:ext>
            </a:extLst>
          </p:cNvPr>
          <p:cNvSpPr/>
          <p:nvPr/>
        </p:nvSpPr>
        <p:spPr>
          <a:xfrm rot="18882869">
            <a:off x="12350970" y="285419"/>
            <a:ext cx="4956010" cy="3651173"/>
          </a:xfrm>
          <a:prstGeom prst="ellipse">
            <a:avLst/>
          </a:prstGeom>
          <a:solidFill>
            <a:schemeClr val="accent4">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EBB7D4A-BABB-595E-6743-5019C0671F02}"/>
              </a:ext>
            </a:extLst>
          </p:cNvPr>
          <p:cNvSpPr/>
          <p:nvPr/>
        </p:nvSpPr>
        <p:spPr>
          <a:xfrm rot="2230304">
            <a:off x="12000470" y="1094109"/>
            <a:ext cx="2167507" cy="981967"/>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0AA6AC5-053E-0D6F-643D-DDF308273526}"/>
              </a:ext>
            </a:extLst>
          </p:cNvPr>
          <p:cNvSpPr/>
          <p:nvPr/>
        </p:nvSpPr>
        <p:spPr>
          <a:xfrm rot="19220814">
            <a:off x="10327886" y="6064266"/>
            <a:ext cx="1789631" cy="709433"/>
          </a:xfrm>
          <a:prstGeom prst="ellipse">
            <a:avLst/>
          </a:prstGeom>
          <a:solidFill>
            <a:schemeClr val="accent5">
              <a:lumMod val="75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89EF7A0A-962A-DCF4-6232-887DBFC08827}"/>
              </a:ext>
            </a:extLst>
          </p:cNvPr>
          <p:cNvSpPr/>
          <p:nvPr/>
        </p:nvSpPr>
        <p:spPr>
          <a:xfrm rot="16934684">
            <a:off x="12759450" y="7988011"/>
            <a:ext cx="2159155" cy="606676"/>
          </a:xfrm>
          <a:prstGeom prst="ellipse">
            <a:avLst/>
          </a:prstGeom>
          <a:solidFill>
            <a:srgbClr val="79003C">
              <a:alpha val="33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AAE8D83-7233-542E-C72E-8AB16EEEBC7B}"/>
              </a:ext>
            </a:extLst>
          </p:cNvPr>
          <p:cNvSpPr/>
          <p:nvPr/>
        </p:nvSpPr>
        <p:spPr>
          <a:xfrm rot="676798">
            <a:off x="18054330" y="6736962"/>
            <a:ext cx="2667000" cy="687533"/>
          </a:xfrm>
          <a:prstGeom prst="ellipse">
            <a:avLst/>
          </a:prstGeom>
          <a:solidFill>
            <a:schemeClr val="accent2">
              <a:lumMod val="50000"/>
              <a:alpha val="3372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0871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C521-B138-6BB1-EC90-02E1766319A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1BC1D13A-DB53-DF6A-3C7A-12F50E9431D3}"/>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325B00B9-E33C-2E59-F6DC-54E2F6C1995A}"/>
              </a:ext>
            </a:extLst>
          </p:cNvPr>
          <p:cNvSpPr>
            <a:spLocks noGrp="1"/>
          </p:cNvSpPr>
          <p:nvPr>
            <p:ph type="sldNum" sz="quarter" idx="22"/>
          </p:nvPr>
        </p:nvSpPr>
        <p:spPr/>
        <p:txBody>
          <a:bodyPr/>
          <a:lstStyle/>
          <a:p>
            <a:fld id="{991AB9B0-3E43-D847-B073-60FE8FAFFDB7}" type="slidenum">
              <a:rPr lang="en-US" smtClean="0"/>
              <a:pPr/>
              <a:t>10</a:t>
            </a:fld>
            <a:endParaRPr lang="en-US"/>
          </a:p>
        </p:txBody>
      </p:sp>
      <p:sp>
        <p:nvSpPr>
          <p:cNvPr id="6" name="Title 1">
            <a:extLst>
              <a:ext uri="{FF2B5EF4-FFF2-40B4-BE49-F238E27FC236}">
                <a16:creationId xmlns:a16="http://schemas.microsoft.com/office/drawing/2014/main" id="{AA79D3BE-2614-8F49-6573-4E52828D6CDF}"/>
              </a:ext>
            </a:extLst>
          </p:cNvPr>
          <p:cNvSpPr>
            <a:spLocks noGrp="1"/>
          </p:cNvSpPr>
          <p:nvPr>
            <p:ph type="ctrTitle"/>
          </p:nvPr>
        </p:nvSpPr>
        <p:spPr>
          <a:xfrm>
            <a:off x="420771" y="382587"/>
            <a:ext cx="17277825" cy="1032203"/>
          </a:xfrm>
        </p:spPr>
        <p:txBody>
          <a:bodyPr>
            <a:noAutofit/>
          </a:bodyPr>
          <a:lstStyle/>
          <a:p>
            <a:r>
              <a:rPr lang="en-US" sz="6000" dirty="0"/>
              <a:t>Substitution &amp; Rates of Evolution</a:t>
            </a:r>
            <a:endParaRPr lang="en-US" sz="6000" dirty="0">
              <a:latin typeface="Raleway" pitchFamily="2" charset="77"/>
            </a:endParaRPr>
          </a:p>
        </p:txBody>
      </p:sp>
      <p:sp>
        <p:nvSpPr>
          <p:cNvPr id="3" name="Text Box 14">
            <a:extLst>
              <a:ext uri="{FF2B5EF4-FFF2-40B4-BE49-F238E27FC236}">
                <a16:creationId xmlns:a16="http://schemas.microsoft.com/office/drawing/2014/main" id="{A3AC8876-688D-8268-E893-3BEC2D8E2CD4}"/>
              </a:ext>
            </a:extLst>
          </p:cNvPr>
          <p:cNvSpPr txBox="1">
            <a:spLocks noChangeArrowheads="1"/>
          </p:cNvSpPr>
          <p:nvPr/>
        </p:nvSpPr>
        <p:spPr bwMode="auto">
          <a:xfrm>
            <a:off x="7545656" y="2215078"/>
            <a:ext cx="5227100" cy="707886"/>
          </a:xfrm>
          <a:prstGeom prst="rect">
            <a:avLst/>
          </a:prstGeom>
          <a:noFill/>
          <a:ln w="9525">
            <a:noFill/>
            <a:miter lim="800000"/>
            <a:headEnd/>
            <a:tailEnd/>
          </a:ln>
        </p:spPr>
        <p:txBody>
          <a:bodyPr wrap="square">
            <a:prstTxWarp prst="textNoShape">
              <a:avLst/>
            </a:prstTxWarp>
            <a:spAutoFit/>
          </a:bodyPr>
          <a:lstStyle/>
          <a:p>
            <a:r>
              <a:rPr lang="en-US" sz="4000" dirty="0"/>
              <a:t>Ancestral Sequence</a:t>
            </a:r>
          </a:p>
        </p:txBody>
      </p:sp>
    </p:spTree>
    <p:extLst>
      <p:ext uri="{BB962C8B-B14F-4D97-AF65-F5344CB8AC3E}">
        <p14:creationId xmlns:p14="http://schemas.microsoft.com/office/powerpoint/2010/main" val="229551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678E9-65BF-E8D9-9644-F1087810179A}"/>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59F7B685-8CBA-121D-C91D-CA8122F6AF12}"/>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256248D1-2405-02D0-07EE-24EAEB4CAD5D}"/>
              </a:ext>
            </a:extLst>
          </p:cNvPr>
          <p:cNvSpPr>
            <a:spLocks noGrp="1"/>
          </p:cNvSpPr>
          <p:nvPr>
            <p:ph type="sldNum" sz="quarter" idx="22"/>
          </p:nvPr>
        </p:nvSpPr>
        <p:spPr/>
        <p:txBody>
          <a:bodyPr/>
          <a:lstStyle/>
          <a:p>
            <a:fld id="{991AB9B0-3E43-D847-B073-60FE8FAFFDB7}" type="slidenum">
              <a:rPr lang="en-US" smtClean="0"/>
              <a:pPr/>
              <a:t>11</a:t>
            </a:fld>
            <a:endParaRPr lang="en-US"/>
          </a:p>
        </p:txBody>
      </p:sp>
      <p:sp>
        <p:nvSpPr>
          <p:cNvPr id="6" name="Title 1">
            <a:extLst>
              <a:ext uri="{FF2B5EF4-FFF2-40B4-BE49-F238E27FC236}">
                <a16:creationId xmlns:a16="http://schemas.microsoft.com/office/drawing/2014/main" id="{DA2958E9-A909-7351-9D92-422CFEA9864E}"/>
              </a:ext>
            </a:extLst>
          </p:cNvPr>
          <p:cNvSpPr>
            <a:spLocks noGrp="1"/>
          </p:cNvSpPr>
          <p:nvPr>
            <p:ph type="ctrTitle"/>
          </p:nvPr>
        </p:nvSpPr>
        <p:spPr>
          <a:xfrm>
            <a:off x="420771" y="382587"/>
            <a:ext cx="17277825" cy="1032203"/>
          </a:xfrm>
        </p:spPr>
        <p:txBody>
          <a:bodyPr>
            <a:noAutofit/>
          </a:bodyPr>
          <a:lstStyle/>
          <a:p>
            <a:r>
              <a:rPr lang="en-US" sz="6000" dirty="0"/>
              <a:t>Substitution &amp; Rates of Evolution</a:t>
            </a:r>
            <a:endParaRPr lang="en-US" sz="6000" dirty="0">
              <a:latin typeface="Raleway" pitchFamily="2" charset="77"/>
            </a:endParaRPr>
          </a:p>
        </p:txBody>
      </p:sp>
      <p:sp>
        <p:nvSpPr>
          <p:cNvPr id="3" name="Text Box 14">
            <a:extLst>
              <a:ext uri="{FF2B5EF4-FFF2-40B4-BE49-F238E27FC236}">
                <a16:creationId xmlns:a16="http://schemas.microsoft.com/office/drawing/2014/main" id="{7741B46B-E8E7-62C3-79E6-48F8E579F624}"/>
              </a:ext>
            </a:extLst>
          </p:cNvPr>
          <p:cNvSpPr txBox="1">
            <a:spLocks noChangeArrowheads="1"/>
          </p:cNvSpPr>
          <p:nvPr/>
        </p:nvSpPr>
        <p:spPr bwMode="auto">
          <a:xfrm>
            <a:off x="7545656" y="2215078"/>
            <a:ext cx="5227100" cy="707886"/>
          </a:xfrm>
          <a:prstGeom prst="rect">
            <a:avLst/>
          </a:prstGeom>
          <a:noFill/>
          <a:ln w="9525">
            <a:noFill/>
            <a:miter lim="800000"/>
            <a:headEnd/>
            <a:tailEnd/>
          </a:ln>
        </p:spPr>
        <p:txBody>
          <a:bodyPr wrap="square">
            <a:prstTxWarp prst="textNoShape">
              <a:avLst/>
            </a:prstTxWarp>
            <a:spAutoFit/>
          </a:bodyPr>
          <a:lstStyle/>
          <a:p>
            <a:r>
              <a:rPr lang="en-US" sz="4000" dirty="0"/>
              <a:t>Ancestral Sequence</a:t>
            </a:r>
          </a:p>
        </p:txBody>
      </p:sp>
      <p:sp>
        <p:nvSpPr>
          <p:cNvPr id="5" name="Text Box 14">
            <a:extLst>
              <a:ext uri="{FF2B5EF4-FFF2-40B4-BE49-F238E27FC236}">
                <a16:creationId xmlns:a16="http://schemas.microsoft.com/office/drawing/2014/main" id="{A5FBFF97-FB59-5CAE-24D6-CCFAB682BA0D}"/>
              </a:ext>
            </a:extLst>
          </p:cNvPr>
          <p:cNvSpPr txBox="1">
            <a:spLocks noChangeArrowheads="1"/>
          </p:cNvSpPr>
          <p:nvPr/>
        </p:nvSpPr>
        <p:spPr bwMode="auto">
          <a:xfrm>
            <a:off x="4170305" y="6825177"/>
            <a:ext cx="3385670" cy="707886"/>
          </a:xfrm>
          <a:prstGeom prst="rect">
            <a:avLst/>
          </a:prstGeom>
          <a:noFill/>
          <a:ln w="9525">
            <a:noFill/>
            <a:miter lim="800000"/>
            <a:headEnd/>
            <a:tailEnd/>
          </a:ln>
        </p:spPr>
        <p:txBody>
          <a:bodyPr wrap="square">
            <a:prstTxWarp prst="textNoShape">
              <a:avLst/>
            </a:prstTxWarp>
            <a:spAutoFit/>
          </a:bodyPr>
          <a:lstStyle/>
          <a:p>
            <a:r>
              <a:rPr lang="en-US" sz="4000" dirty="0"/>
              <a:t>Sequence 1</a:t>
            </a:r>
          </a:p>
        </p:txBody>
      </p:sp>
      <p:sp>
        <p:nvSpPr>
          <p:cNvPr id="10" name="Text Box 14">
            <a:extLst>
              <a:ext uri="{FF2B5EF4-FFF2-40B4-BE49-F238E27FC236}">
                <a16:creationId xmlns:a16="http://schemas.microsoft.com/office/drawing/2014/main" id="{DFA9EFD8-3595-8DF9-980D-88E096A127A5}"/>
              </a:ext>
            </a:extLst>
          </p:cNvPr>
          <p:cNvSpPr txBox="1">
            <a:spLocks noChangeArrowheads="1"/>
          </p:cNvSpPr>
          <p:nvPr/>
        </p:nvSpPr>
        <p:spPr bwMode="auto">
          <a:xfrm>
            <a:off x="13139177" y="6825177"/>
            <a:ext cx="3385670" cy="707886"/>
          </a:xfrm>
          <a:prstGeom prst="rect">
            <a:avLst/>
          </a:prstGeom>
          <a:noFill/>
          <a:ln w="9525">
            <a:noFill/>
            <a:miter lim="800000"/>
            <a:headEnd/>
            <a:tailEnd/>
          </a:ln>
        </p:spPr>
        <p:txBody>
          <a:bodyPr wrap="square">
            <a:prstTxWarp prst="textNoShape">
              <a:avLst/>
            </a:prstTxWarp>
            <a:spAutoFit/>
          </a:bodyPr>
          <a:lstStyle/>
          <a:p>
            <a:r>
              <a:rPr lang="en-US" sz="4000" dirty="0"/>
              <a:t>Sequence 2</a:t>
            </a:r>
          </a:p>
        </p:txBody>
      </p:sp>
      <p:cxnSp>
        <p:nvCxnSpPr>
          <p:cNvPr id="17" name="Straight Arrow Connector 16">
            <a:extLst>
              <a:ext uri="{FF2B5EF4-FFF2-40B4-BE49-F238E27FC236}">
                <a16:creationId xmlns:a16="http://schemas.microsoft.com/office/drawing/2014/main" id="{AC37D25B-CAC6-7561-49DB-964D5F3A2D17}"/>
              </a:ext>
            </a:extLst>
          </p:cNvPr>
          <p:cNvCxnSpPr>
            <a:stCxn id="3" idx="2"/>
          </p:cNvCxnSpPr>
          <p:nvPr/>
        </p:nvCxnSpPr>
        <p:spPr>
          <a:xfrm flipH="1">
            <a:off x="5486400" y="2922964"/>
            <a:ext cx="4672806"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D0CC196F-C34D-01ED-6DA8-78ECE227B612}"/>
              </a:ext>
            </a:extLst>
          </p:cNvPr>
          <p:cNvCxnSpPr>
            <a:cxnSpLocks/>
          </p:cNvCxnSpPr>
          <p:nvPr/>
        </p:nvCxnSpPr>
        <p:spPr>
          <a:xfrm>
            <a:off x="10159206" y="2869269"/>
            <a:ext cx="4672806"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2" name="Text Box 14">
            <a:extLst>
              <a:ext uri="{FF2B5EF4-FFF2-40B4-BE49-F238E27FC236}">
                <a16:creationId xmlns:a16="http://schemas.microsoft.com/office/drawing/2014/main" id="{5512BCDE-C588-0A50-57E9-5C65A45F9460}"/>
              </a:ext>
            </a:extLst>
          </p:cNvPr>
          <p:cNvSpPr txBox="1">
            <a:spLocks noChangeArrowheads="1"/>
          </p:cNvSpPr>
          <p:nvPr/>
        </p:nvSpPr>
        <p:spPr bwMode="auto">
          <a:xfrm>
            <a:off x="6722806" y="4147784"/>
            <a:ext cx="1099997" cy="707886"/>
          </a:xfrm>
          <a:prstGeom prst="rect">
            <a:avLst/>
          </a:prstGeom>
          <a:noFill/>
          <a:ln w="9525">
            <a:noFill/>
            <a:miter lim="800000"/>
            <a:headEnd/>
            <a:tailEnd/>
          </a:ln>
        </p:spPr>
        <p:txBody>
          <a:bodyPr wrap="square">
            <a:prstTxWarp prst="textNoShape">
              <a:avLst/>
            </a:prstTxWarp>
            <a:spAutoFit/>
          </a:bodyPr>
          <a:lstStyle/>
          <a:p>
            <a:r>
              <a:rPr lang="en-US" sz="4000" dirty="0"/>
              <a:t>t</a:t>
            </a:r>
          </a:p>
        </p:txBody>
      </p:sp>
      <p:sp>
        <p:nvSpPr>
          <p:cNvPr id="23" name="Text Box 14">
            <a:extLst>
              <a:ext uri="{FF2B5EF4-FFF2-40B4-BE49-F238E27FC236}">
                <a16:creationId xmlns:a16="http://schemas.microsoft.com/office/drawing/2014/main" id="{B5A3DAA4-53BB-4ABB-87E3-8FC78147721B}"/>
              </a:ext>
            </a:extLst>
          </p:cNvPr>
          <p:cNvSpPr txBox="1">
            <a:spLocks noChangeArrowheads="1"/>
          </p:cNvSpPr>
          <p:nvPr/>
        </p:nvSpPr>
        <p:spPr bwMode="auto">
          <a:xfrm>
            <a:off x="12999080" y="4112489"/>
            <a:ext cx="4169335" cy="707886"/>
          </a:xfrm>
          <a:prstGeom prst="rect">
            <a:avLst/>
          </a:prstGeom>
          <a:noFill/>
          <a:ln w="9525">
            <a:noFill/>
            <a:miter lim="800000"/>
            <a:headEnd/>
            <a:tailEnd/>
          </a:ln>
        </p:spPr>
        <p:txBody>
          <a:bodyPr wrap="square">
            <a:prstTxWarp prst="textNoShape">
              <a:avLst/>
            </a:prstTxWarp>
            <a:spAutoFit/>
          </a:bodyPr>
          <a:lstStyle/>
          <a:p>
            <a:r>
              <a:rPr lang="en-US" sz="4000" dirty="0"/>
              <a:t>t = time</a:t>
            </a:r>
          </a:p>
        </p:txBody>
      </p:sp>
      <p:sp>
        <p:nvSpPr>
          <p:cNvPr id="24" name="Text Box 14">
            <a:extLst>
              <a:ext uri="{FF2B5EF4-FFF2-40B4-BE49-F238E27FC236}">
                <a16:creationId xmlns:a16="http://schemas.microsoft.com/office/drawing/2014/main" id="{3F966C56-3CE3-A308-4992-3F96D52BB18C}"/>
              </a:ext>
            </a:extLst>
          </p:cNvPr>
          <p:cNvSpPr txBox="1">
            <a:spLocks noChangeArrowheads="1"/>
          </p:cNvSpPr>
          <p:nvPr/>
        </p:nvSpPr>
        <p:spPr bwMode="auto">
          <a:xfrm>
            <a:off x="8099950" y="5007114"/>
            <a:ext cx="4672806" cy="707886"/>
          </a:xfrm>
          <a:prstGeom prst="rect">
            <a:avLst/>
          </a:prstGeom>
          <a:noFill/>
          <a:ln w="9525">
            <a:noFill/>
            <a:miter lim="800000"/>
            <a:headEnd/>
            <a:tailEnd/>
          </a:ln>
        </p:spPr>
        <p:txBody>
          <a:bodyPr wrap="square">
            <a:prstTxWarp prst="textNoShape">
              <a:avLst/>
            </a:prstTxWarp>
            <a:spAutoFit/>
          </a:bodyPr>
          <a:lstStyle/>
          <a:p>
            <a:r>
              <a:rPr lang="en-US" sz="4000" b="1" dirty="0">
                <a:solidFill>
                  <a:srgbClr val="C00000"/>
                </a:solidFill>
              </a:rPr>
              <a:t>Gene Duplication</a:t>
            </a:r>
          </a:p>
        </p:txBody>
      </p:sp>
    </p:spTree>
    <p:extLst>
      <p:ext uri="{BB962C8B-B14F-4D97-AF65-F5344CB8AC3E}">
        <p14:creationId xmlns:p14="http://schemas.microsoft.com/office/powerpoint/2010/main" val="159442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3889E-4420-5BBC-73A0-B35DA24993A3}"/>
            </a:ext>
          </a:extLst>
        </p:cNvPr>
        <p:cNvGrpSpPr/>
        <p:nvPr/>
      </p:nvGrpSpPr>
      <p:grpSpPr>
        <a:xfrm>
          <a:off x="0" y="0"/>
          <a:ext cx="0" cy="0"/>
          <a:chOff x="0" y="0"/>
          <a:chExt cx="0" cy="0"/>
        </a:xfrm>
      </p:grpSpPr>
      <p:sp>
        <p:nvSpPr>
          <p:cNvPr id="16" name="Oval 15">
            <a:extLst>
              <a:ext uri="{FF2B5EF4-FFF2-40B4-BE49-F238E27FC236}">
                <a16:creationId xmlns:a16="http://schemas.microsoft.com/office/drawing/2014/main" id="{D78CD359-40A1-F2E0-CED1-8D6CDB032C4C}"/>
              </a:ext>
            </a:extLst>
          </p:cNvPr>
          <p:cNvSpPr/>
          <p:nvPr/>
        </p:nvSpPr>
        <p:spPr>
          <a:xfrm>
            <a:off x="595999" y="2334299"/>
            <a:ext cx="6126807" cy="2049811"/>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5B849BBF-73B3-9074-9C77-AD7AC9A8431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0606612-FCA4-55F0-EF64-9F187DC28ADC}"/>
              </a:ext>
            </a:extLst>
          </p:cNvPr>
          <p:cNvSpPr>
            <a:spLocks noGrp="1"/>
          </p:cNvSpPr>
          <p:nvPr>
            <p:ph type="sldNum" sz="quarter" idx="22"/>
          </p:nvPr>
        </p:nvSpPr>
        <p:spPr/>
        <p:txBody>
          <a:bodyPr/>
          <a:lstStyle/>
          <a:p>
            <a:fld id="{991AB9B0-3E43-D847-B073-60FE8FAFFDB7}" type="slidenum">
              <a:rPr lang="en-US" smtClean="0"/>
              <a:pPr/>
              <a:t>12</a:t>
            </a:fld>
            <a:endParaRPr lang="en-US"/>
          </a:p>
        </p:txBody>
      </p:sp>
      <p:sp>
        <p:nvSpPr>
          <p:cNvPr id="6" name="Title 1">
            <a:extLst>
              <a:ext uri="{FF2B5EF4-FFF2-40B4-BE49-F238E27FC236}">
                <a16:creationId xmlns:a16="http://schemas.microsoft.com/office/drawing/2014/main" id="{0E6CC287-EF44-0CB5-FD80-DE96C71D6C41}"/>
              </a:ext>
            </a:extLst>
          </p:cNvPr>
          <p:cNvSpPr>
            <a:spLocks noGrp="1"/>
          </p:cNvSpPr>
          <p:nvPr>
            <p:ph type="ctrTitle"/>
          </p:nvPr>
        </p:nvSpPr>
        <p:spPr>
          <a:xfrm>
            <a:off x="420771" y="382587"/>
            <a:ext cx="17277825" cy="1032203"/>
          </a:xfrm>
        </p:spPr>
        <p:txBody>
          <a:bodyPr>
            <a:noAutofit/>
          </a:bodyPr>
          <a:lstStyle/>
          <a:p>
            <a:r>
              <a:rPr lang="en-US" sz="6000" dirty="0"/>
              <a:t>Substitution &amp; Rates of Evolution</a:t>
            </a:r>
            <a:endParaRPr lang="en-US" sz="6000" dirty="0">
              <a:latin typeface="Raleway" pitchFamily="2" charset="77"/>
            </a:endParaRPr>
          </a:p>
        </p:txBody>
      </p:sp>
      <p:sp>
        <p:nvSpPr>
          <p:cNvPr id="3" name="Text Box 14">
            <a:extLst>
              <a:ext uri="{FF2B5EF4-FFF2-40B4-BE49-F238E27FC236}">
                <a16:creationId xmlns:a16="http://schemas.microsoft.com/office/drawing/2014/main" id="{C85906B3-5039-5E25-D1A3-E34880FA856F}"/>
              </a:ext>
            </a:extLst>
          </p:cNvPr>
          <p:cNvSpPr txBox="1">
            <a:spLocks noChangeArrowheads="1"/>
          </p:cNvSpPr>
          <p:nvPr/>
        </p:nvSpPr>
        <p:spPr bwMode="auto">
          <a:xfrm>
            <a:off x="9892506" y="206267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cxnSp>
        <p:nvCxnSpPr>
          <p:cNvPr id="17" name="Straight Arrow Connector 16">
            <a:extLst>
              <a:ext uri="{FF2B5EF4-FFF2-40B4-BE49-F238E27FC236}">
                <a16:creationId xmlns:a16="http://schemas.microsoft.com/office/drawing/2014/main" id="{297EFEA7-5B3A-EFC7-EB04-0FBEC00C33A3}"/>
              </a:ext>
            </a:extLst>
          </p:cNvPr>
          <p:cNvCxnSpPr>
            <a:cxnSpLocks/>
          </p:cNvCxnSpPr>
          <p:nvPr/>
        </p:nvCxnSpPr>
        <p:spPr>
          <a:xfrm flipH="1">
            <a:off x="5181600" y="2922964"/>
            <a:ext cx="4984353"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CB0362C7-5529-E9F4-7D74-73CDD842AB78}"/>
              </a:ext>
            </a:extLst>
          </p:cNvPr>
          <p:cNvCxnSpPr>
            <a:cxnSpLocks/>
          </p:cNvCxnSpPr>
          <p:nvPr/>
        </p:nvCxnSpPr>
        <p:spPr>
          <a:xfrm>
            <a:off x="10159206" y="2869269"/>
            <a:ext cx="4672806"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2" name="Text Box 14">
            <a:extLst>
              <a:ext uri="{FF2B5EF4-FFF2-40B4-BE49-F238E27FC236}">
                <a16:creationId xmlns:a16="http://schemas.microsoft.com/office/drawing/2014/main" id="{19136D86-4C63-0A32-82A0-0B5472345D59}"/>
              </a:ext>
            </a:extLst>
          </p:cNvPr>
          <p:cNvSpPr txBox="1">
            <a:spLocks noChangeArrowheads="1"/>
          </p:cNvSpPr>
          <p:nvPr/>
        </p:nvSpPr>
        <p:spPr bwMode="auto">
          <a:xfrm>
            <a:off x="6722806" y="4147784"/>
            <a:ext cx="1099997" cy="707886"/>
          </a:xfrm>
          <a:prstGeom prst="rect">
            <a:avLst/>
          </a:prstGeom>
          <a:noFill/>
          <a:ln w="9525">
            <a:noFill/>
            <a:miter lim="800000"/>
            <a:headEnd/>
            <a:tailEnd/>
          </a:ln>
        </p:spPr>
        <p:txBody>
          <a:bodyPr wrap="square">
            <a:prstTxWarp prst="textNoShape">
              <a:avLst/>
            </a:prstTxWarp>
            <a:spAutoFit/>
          </a:bodyPr>
          <a:lstStyle/>
          <a:p>
            <a:r>
              <a:rPr lang="en-US" sz="4000" dirty="0"/>
              <a:t>t</a:t>
            </a:r>
          </a:p>
        </p:txBody>
      </p:sp>
      <p:sp>
        <p:nvSpPr>
          <p:cNvPr id="23" name="Text Box 14">
            <a:extLst>
              <a:ext uri="{FF2B5EF4-FFF2-40B4-BE49-F238E27FC236}">
                <a16:creationId xmlns:a16="http://schemas.microsoft.com/office/drawing/2014/main" id="{FF3A6281-0D6E-02CA-3DE9-B72F394F3368}"/>
              </a:ext>
            </a:extLst>
          </p:cNvPr>
          <p:cNvSpPr txBox="1">
            <a:spLocks noChangeArrowheads="1"/>
          </p:cNvSpPr>
          <p:nvPr/>
        </p:nvSpPr>
        <p:spPr bwMode="auto">
          <a:xfrm>
            <a:off x="12999080" y="4112489"/>
            <a:ext cx="4169335" cy="707886"/>
          </a:xfrm>
          <a:prstGeom prst="rect">
            <a:avLst/>
          </a:prstGeom>
          <a:noFill/>
          <a:ln w="9525">
            <a:noFill/>
            <a:miter lim="800000"/>
            <a:headEnd/>
            <a:tailEnd/>
          </a:ln>
        </p:spPr>
        <p:txBody>
          <a:bodyPr wrap="square">
            <a:prstTxWarp prst="textNoShape">
              <a:avLst/>
            </a:prstTxWarp>
            <a:spAutoFit/>
          </a:bodyPr>
          <a:lstStyle/>
          <a:p>
            <a:r>
              <a:rPr lang="en-US" sz="4000" dirty="0"/>
              <a:t>t = time</a:t>
            </a:r>
          </a:p>
        </p:txBody>
      </p:sp>
      <p:sp>
        <p:nvSpPr>
          <p:cNvPr id="24" name="Text Box 14">
            <a:extLst>
              <a:ext uri="{FF2B5EF4-FFF2-40B4-BE49-F238E27FC236}">
                <a16:creationId xmlns:a16="http://schemas.microsoft.com/office/drawing/2014/main" id="{9977B3A1-7053-3B20-1740-FAE6AA761E15}"/>
              </a:ext>
            </a:extLst>
          </p:cNvPr>
          <p:cNvSpPr txBox="1">
            <a:spLocks noChangeArrowheads="1"/>
          </p:cNvSpPr>
          <p:nvPr/>
        </p:nvSpPr>
        <p:spPr bwMode="auto">
          <a:xfrm>
            <a:off x="8099950" y="5007114"/>
            <a:ext cx="4672806" cy="707886"/>
          </a:xfrm>
          <a:prstGeom prst="rect">
            <a:avLst/>
          </a:prstGeom>
          <a:noFill/>
          <a:ln w="9525">
            <a:noFill/>
            <a:miter lim="800000"/>
            <a:headEnd/>
            <a:tailEnd/>
          </a:ln>
        </p:spPr>
        <p:txBody>
          <a:bodyPr wrap="square">
            <a:prstTxWarp prst="textNoShape">
              <a:avLst/>
            </a:prstTxWarp>
            <a:spAutoFit/>
          </a:bodyPr>
          <a:lstStyle/>
          <a:p>
            <a:r>
              <a:rPr lang="en-US" sz="4000" b="1" dirty="0">
                <a:solidFill>
                  <a:srgbClr val="C00000"/>
                </a:solidFill>
              </a:rPr>
              <a:t>Gene Duplication</a:t>
            </a:r>
          </a:p>
        </p:txBody>
      </p:sp>
      <p:sp>
        <p:nvSpPr>
          <p:cNvPr id="12" name="Text Box 14">
            <a:extLst>
              <a:ext uri="{FF2B5EF4-FFF2-40B4-BE49-F238E27FC236}">
                <a16:creationId xmlns:a16="http://schemas.microsoft.com/office/drawing/2014/main" id="{1D576C70-130D-D39B-14B5-08E83D5A00AE}"/>
              </a:ext>
            </a:extLst>
          </p:cNvPr>
          <p:cNvSpPr txBox="1">
            <a:spLocks noChangeArrowheads="1"/>
          </p:cNvSpPr>
          <p:nvPr/>
        </p:nvSpPr>
        <p:spPr bwMode="auto">
          <a:xfrm>
            <a:off x="4908153"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sp>
        <p:nvSpPr>
          <p:cNvPr id="13" name="Text Box 14">
            <a:extLst>
              <a:ext uri="{FF2B5EF4-FFF2-40B4-BE49-F238E27FC236}">
                <a16:creationId xmlns:a16="http://schemas.microsoft.com/office/drawing/2014/main" id="{1BB274D3-1D9B-4931-7C19-D8EDAE61A411}"/>
              </a:ext>
            </a:extLst>
          </p:cNvPr>
          <p:cNvSpPr txBox="1">
            <a:spLocks noChangeArrowheads="1"/>
          </p:cNvSpPr>
          <p:nvPr/>
        </p:nvSpPr>
        <p:spPr bwMode="auto">
          <a:xfrm>
            <a:off x="14679614"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sp>
        <p:nvSpPr>
          <p:cNvPr id="14" name="Text Box 14">
            <a:extLst>
              <a:ext uri="{FF2B5EF4-FFF2-40B4-BE49-F238E27FC236}">
                <a16:creationId xmlns:a16="http://schemas.microsoft.com/office/drawing/2014/main" id="{7BE0CA22-F478-D502-40C1-A27C00C953B8}"/>
              </a:ext>
            </a:extLst>
          </p:cNvPr>
          <p:cNvSpPr txBox="1">
            <a:spLocks noChangeArrowheads="1"/>
          </p:cNvSpPr>
          <p:nvPr/>
        </p:nvSpPr>
        <p:spPr bwMode="auto">
          <a:xfrm>
            <a:off x="2316700" y="2947522"/>
            <a:ext cx="4672806" cy="707886"/>
          </a:xfrm>
          <a:prstGeom prst="rect">
            <a:avLst/>
          </a:prstGeom>
          <a:noFill/>
          <a:ln w="9525">
            <a:noFill/>
            <a:miter lim="800000"/>
            <a:headEnd/>
            <a:tailEnd/>
          </a:ln>
        </p:spPr>
        <p:txBody>
          <a:bodyPr wrap="square">
            <a:prstTxWarp prst="textNoShape">
              <a:avLst/>
            </a:prstTxWarp>
            <a:spAutoFit/>
          </a:bodyPr>
          <a:lstStyle/>
          <a:p>
            <a:r>
              <a:rPr lang="en-US" sz="4000" dirty="0"/>
              <a:t>No change</a:t>
            </a:r>
          </a:p>
        </p:txBody>
      </p:sp>
    </p:spTree>
    <p:extLst>
      <p:ext uri="{BB962C8B-B14F-4D97-AF65-F5344CB8AC3E}">
        <p14:creationId xmlns:p14="http://schemas.microsoft.com/office/powerpoint/2010/main" val="453040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C235B-CAF2-E9E0-C975-9839348E5A0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D415AD2B-70A7-9877-D19E-480481235609}"/>
              </a:ext>
            </a:extLst>
          </p:cNvPr>
          <p:cNvSpPr/>
          <p:nvPr/>
        </p:nvSpPr>
        <p:spPr>
          <a:xfrm>
            <a:off x="4520579" y="6825177"/>
            <a:ext cx="1322042" cy="1065890"/>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AB14BCB-57E7-6ABD-5CB7-9564698555C9}"/>
              </a:ext>
            </a:extLst>
          </p:cNvPr>
          <p:cNvSpPr/>
          <p:nvPr/>
        </p:nvSpPr>
        <p:spPr>
          <a:xfrm>
            <a:off x="595999" y="2334299"/>
            <a:ext cx="6126807" cy="2049811"/>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A45A2CF9-E9D2-EFBA-806D-598AE43B887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981B5418-ADEA-999C-74D0-1009C404B7C5}"/>
              </a:ext>
            </a:extLst>
          </p:cNvPr>
          <p:cNvSpPr>
            <a:spLocks noGrp="1"/>
          </p:cNvSpPr>
          <p:nvPr>
            <p:ph type="sldNum" sz="quarter" idx="22"/>
          </p:nvPr>
        </p:nvSpPr>
        <p:spPr/>
        <p:txBody>
          <a:bodyPr/>
          <a:lstStyle/>
          <a:p>
            <a:fld id="{991AB9B0-3E43-D847-B073-60FE8FAFFDB7}" type="slidenum">
              <a:rPr lang="en-US" smtClean="0"/>
              <a:pPr/>
              <a:t>13</a:t>
            </a:fld>
            <a:endParaRPr lang="en-US"/>
          </a:p>
        </p:txBody>
      </p:sp>
      <p:sp>
        <p:nvSpPr>
          <p:cNvPr id="6" name="Title 1">
            <a:extLst>
              <a:ext uri="{FF2B5EF4-FFF2-40B4-BE49-F238E27FC236}">
                <a16:creationId xmlns:a16="http://schemas.microsoft.com/office/drawing/2014/main" id="{E78B37B9-7419-ECBF-110E-C2B8D0BDB87A}"/>
              </a:ext>
            </a:extLst>
          </p:cNvPr>
          <p:cNvSpPr>
            <a:spLocks noGrp="1"/>
          </p:cNvSpPr>
          <p:nvPr>
            <p:ph type="ctrTitle"/>
          </p:nvPr>
        </p:nvSpPr>
        <p:spPr>
          <a:xfrm>
            <a:off x="420771" y="382587"/>
            <a:ext cx="17277825" cy="1032203"/>
          </a:xfrm>
        </p:spPr>
        <p:txBody>
          <a:bodyPr>
            <a:noAutofit/>
          </a:bodyPr>
          <a:lstStyle/>
          <a:p>
            <a:r>
              <a:rPr lang="en-US" sz="6000" dirty="0"/>
              <a:t>Substitution &amp; Rates of Evolution</a:t>
            </a:r>
            <a:endParaRPr lang="en-US" sz="6000" dirty="0">
              <a:latin typeface="Raleway" pitchFamily="2" charset="77"/>
            </a:endParaRPr>
          </a:p>
        </p:txBody>
      </p:sp>
      <p:sp>
        <p:nvSpPr>
          <p:cNvPr id="3" name="Text Box 14">
            <a:extLst>
              <a:ext uri="{FF2B5EF4-FFF2-40B4-BE49-F238E27FC236}">
                <a16:creationId xmlns:a16="http://schemas.microsoft.com/office/drawing/2014/main" id="{FEAFE720-7F89-FCA0-50A8-E54D267D7255}"/>
              </a:ext>
            </a:extLst>
          </p:cNvPr>
          <p:cNvSpPr txBox="1">
            <a:spLocks noChangeArrowheads="1"/>
          </p:cNvSpPr>
          <p:nvPr/>
        </p:nvSpPr>
        <p:spPr bwMode="auto">
          <a:xfrm>
            <a:off x="9892506" y="206267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cxnSp>
        <p:nvCxnSpPr>
          <p:cNvPr id="17" name="Straight Arrow Connector 16">
            <a:extLst>
              <a:ext uri="{FF2B5EF4-FFF2-40B4-BE49-F238E27FC236}">
                <a16:creationId xmlns:a16="http://schemas.microsoft.com/office/drawing/2014/main" id="{7105C0BD-506F-A55D-657A-ED546435AD7A}"/>
              </a:ext>
            </a:extLst>
          </p:cNvPr>
          <p:cNvCxnSpPr>
            <a:cxnSpLocks/>
          </p:cNvCxnSpPr>
          <p:nvPr/>
        </p:nvCxnSpPr>
        <p:spPr>
          <a:xfrm flipH="1">
            <a:off x="5181600" y="2922964"/>
            <a:ext cx="4984353"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4A3B909B-3DD9-0688-2241-6C5089971FBB}"/>
              </a:ext>
            </a:extLst>
          </p:cNvPr>
          <p:cNvCxnSpPr>
            <a:cxnSpLocks/>
          </p:cNvCxnSpPr>
          <p:nvPr/>
        </p:nvCxnSpPr>
        <p:spPr>
          <a:xfrm>
            <a:off x="10159206" y="2869269"/>
            <a:ext cx="4672806"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2" name="Text Box 14">
            <a:extLst>
              <a:ext uri="{FF2B5EF4-FFF2-40B4-BE49-F238E27FC236}">
                <a16:creationId xmlns:a16="http://schemas.microsoft.com/office/drawing/2014/main" id="{4870F394-427F-0575-7BCA-1D053303A15B}"/>
              </a:ext>
            </a:extLst>
          </p:cNvPr>
          <p:cNvSpPr txBox="1">
            <a:spLocks noChangeArrowheads="1"/>
          </p:cNvSpPr>
          <p:nvPr/>
        </p:nvSpPr>
        <p:spPr bwMode="auto">
          <a:xfrm>
            <a:off x="6722806" y="4147784"/>
            <a:ext cx="1099997" cy="707886"/>
          </a:xfrm>
          <a:prstGeom prst="rect">
            <a:avLst/>
          </a:prstGeom>
          <a:noFill/>
          <a:ln w="9525">
            <a:noFill/>
            <a:miter lim="800000"/>
            <a:headEnd/>
            <a:tailEnd/>
          </a:ln>
        </p:spPr>
        <p:txBody>
          <a:bodyPr wrap="square">
            <a:prstTxWarp prst="textNoShape">
              <a:avLst/>
            </a:prstTxWarp>
            <a:spAutoFit/>
          </a:bodyPr>
          <a:lstStyle/>
          <a:p>
            <a:r>
              <a:rPr lang="en-US" sz="4000" dirty="0"/>
              <a:t>t</a:t>
            </a:r>
          </a:p>
        </p:txBody>
      </p:sp>
      <p:sp>
        <p:nvSpPr>
          <p:cNvPr id="23" name="Text Box 14">
            <a:extLst>
              <a:ext uri="{FF2B5EF4-FFF2-40B4-BE49-F238E27FC236}">
                <a16:creationId xmlns:a16="http://schemas.microsoft.com/office/drawing/2014/main" id="{867108D5-D154-B036-AE90-70EDBDD4E3F6}"/>
              </a:ext>
            </a:extLst>
          </p:cNvPr>
          <p:cNvSpPr txBox="1">
            <a:spLocks noChangeArrowheads="1"/>
          </p:cNvSpPr>
          <p:nvPr/>
        </p:nvSpPr>
        <p:spPr bwMode="auto">
          <a:xfrm>
            <a:off x="12999080" y="4112489"/>
            <a:ext cx="4169335" cy="707886"/>
          </a:xfrm>
          <a:prstGeom prst="rect">
            <a:avLst/>
          </a:prstGeom>
          <a:noFill/>
          <a:ln w="9525">
            <a:noFill/>
            <a:miter lim="800000"/>
            <a:headEnd/>
            <a:tailEnd/>
          </a:ln>
        </p:spPr>
        <p:txBody>
          <a:bodyPr wrap="square">
            <a:prstTxWarp prst="textNoShape">
              <a:avLst/>
            </a:prstTxWarp>
            <a:spAutoFit/>
          </a:bodyPr>
          <a:lstStyle/>
          <a:p>
            <a:r>
              <a:rPr lang="en-US" sz="4000" dirty="0"/>
              <a:t>t = time</a:t>
            </a:r>
          </a:p>
        </p:txBody>
      </p:sp>
      <p:sp>
        <p:nvSpPr>
          <p:cNvPr id="24" name="Text Box 14">
            <a:extLst>
              <a:ext uri="{FF2B5EF4-FFF2-40B4-BE49-F238E27FC236}">
                <a16:creationId xmlns:a16="http://schemas.microsoft.com/office/drawing/2014/main" id="{59FDCD50-2579-240A-BED8-DB9E514787F5}"/>
              </a:ext>
            </a:extLst>
          </p:cNvPr>
          <p:cNvSpPr txBox="1">
            <a:spLocks noChangeArrowheads="1"/>
          </p:cNvSpPr>
          <p:nvPr/>
        </p:nvSpPr>
        <p:spPr bwMode="auto">
          <a:xfrm>
            <a:off x="8099950" y="5007114"/>
            <a:ext cx="4672806" cy="707886"/>
          </a:xfrm>
          <a:prstGeom prst="rect">
            <a:avLst/>
          </a:prstGeom>
          <a:noFill/>
          <a:ln w="9525">
            <a:noFill/>
            <a:miter lim="800000"/>
            <a:headEnd/>
            <a:tailEnd/>
          </a:ln>
        </p:spPr>
        <p:txBody>
          <a:bodyPr wrap="square">
            <a:prstTxWarp prst="textNoShape">
              <a:avLst/>
            </a:prstTxWarp>
            <a:spAutoFit/>
          </a:bodyPr>
          <a:lstStyle/>
          <a:p>
            <a:r>
              <a:rPr lang="en-US" sz="4000" b="1" dirty="0">
                <a:solidFill>
                  <a:srgbClr val="C00000"/>
                </a:solidFill>
              </a:rPr>
              <a:t>Gene Duplication</a:t>
            </a:r>
          </a:p>
        </p:txBody>
      </p:sp>
      <p:sp>
        <p:nvSpPr>
          <p:cNvPr id="12" name="Text Box 14">
            <a:extLst>
              <a:ext uri="{FF2B5EF4-FFF2-40B4-BE49-F238E27FC236}">
                <a16:creationId xmlns:a16="http://schemas.microsoft.com/office/drawing/2014/main" id="{0284D4BC-E6D9-64EE-30E0-26A43A13968B}"/>
              </a:ext>
            </a:extLst>
          </p:cNvPr>
          <p:cNvSpPr txBox="1">
            <a:spLocks noChangeArrowheads="1"/>
          </p:cNvSpPr>
          <p:nvPr/>
        </p:nvSpPr>
        <p:spPr bwMode="auto">
          <a:xfrm>
            <a:off x="4908153"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C</a:t>
            </a:r>
          </a:p>
        </p:txBody>
      </p:sp>
      <p:sp>
        <p:nvSpPr>
          <p:cNvPr id="13" name="Text Box 14">
            <a:extLst>
              <a:ext uri="{FF2B5EF4-FFF2-40B4-BE49-F238E27FC236}">
                <a16:creationId xmlns:a16="http://schemas.microsoft.com/office/drawing/2014/main" id="{74EA7420-DCF0-D541-A729-CD954535D9C8}"/>
              </a:ext>
            </a:extLst>
          </p:cNvPr>
          <p:cNvSpPr txBox="1">
            <a:spLocks noChangeArrowheads="1"/>
          </p:cNvSpPr>
          <p:nvPr/>
        </p:nvSpPr>
        <p:spPr bwMode="auto">
          <a:xfrm>
            <a:off x="14679614"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sp>
        <p:nvSpPr>
          <p:cNvPr id="14" name="Text Box 14">
            <a:extLst>
              <a:ext uri="{FF2B5EF4-FFF2-40B4-BE49-F238E27FC236}">
                <a16:creationId xmlns:a16="http://schemas.microsoft.com/office/drawing/2014/main" id="{5E0F62E8-85D3-042E-9A3B-D2ED36675BF2}"/>
              </a:ext>
            </a:extLst>
          </p:cNvPr>
          <p:cNvSpPr txBox="1">
            <a:spLocks noChangeArrowheads="1"/>
          </p:cNvSpPr>
          <p:nvPr/>
        </p:nvSpPr>
        <p:spPr bwMode="auto">
          <a:xfrm>
            <a:off x="1526256" y="2938221"/>
            <a:ext cx="4672806" cy="707886"/>
          </a:xfrm>
          <a:prstGeom prst="rect">
            <a:avLst/>
          </a:prstGeom>
          <a:noFill/>
          <a:ln w="9525">
            <a:noFill/>
            <a:miter lim="800000"/>
            <a:headEnd/>
            <a:tailEnd/>
          </a:ln>
        </p:spPr>
        <p:txBody>
          <a:bodyPr wrap="square">
            <a:prstTxWarp prst="textNoShape">
              <a:avLst/>
            </a:prstTxWarp>
            <a:spAutoFit/>
          </a:bodyPr>
          <a:lstStyle/>
          <a:p>
            <a:r>
              <a:rPr lang="en-US" sz="4000" dirty="0"/>
              <a:t>Single Substitution</a:t>
            </a:r>
          </a:p>
        </p:txBody>
      </p:sp>
    </p:spTree>
    <p:extLst>
      <p:ext uri="{BB962C8B-B14F-4D97-AF65-F5344CB8AC3E}">
        <p14:creationId xmlns:p14="http://schemas.microsoft.com/office/powerpoint/2010/main" val="3904659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843C2-BF84-F576-52A1-947D776F9A7B}"/>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6E7E2A0A-BEFB-76E6-9615-A4331AD7AD55}"/>
              </a:ext>
            </a:extLst>
          </p:cNvPr>
          <p:cNvSpPr/>
          <p:nvPr/>
        </p:nvSpPr>
        <p:spPr>
          <a:xfrm>
            <a:off x="4520579" y="6825177"/>
            <a:ext cx="1322042" cy="1065890"/>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4BE7CE5-F91C-87F9-D51F-70BF7A5E5D3D}"/>
              </a:ext>
            </a:extLst>
          </p:cNvPr>
          <p:cNvSpPr/>
          <p:nvPr/>
        </p:nvSpPr>
        <p:spPr>
          <a:xfrm>
            <a:off x="595999" y="2334299"/>
            <a:ext cx="6126807" cy="2049811"/>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C85F9669-D429-6432-8548-AE5EDD90FDF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50E8840-95D2-A419-EC1D-F03670179534}"/>
              </a:ext>
            </a:extLst>
          </p:cNvPr>
          <p:cNvSpPr>
            <a:spLocks noGrp="1"/>
          </p:cNvSpPr>
          <p:nvPr>
            <p:ph type="sldNum" sz="quarter" idx="22"/>
          </p:nvPr>
        </p:nvSpPr>
        <p:spPr/>
        <p:txBody>
          <a:bodyPr/>
          <a:lstStyle/>
          <a:p>
            <a:fld id="{991AB9B0-3E43-D847-B073-60FE8FAFFDB7}" type="slidenum">
              <a:rPr lang="en-US" smtClean="0"/>
              <a:pPr/>
              <a:t>14</a:t>
            </a:fld>
            <a:endParaRPr lang="en-US"/>
          </a:p>
        </p:txBody>
      </p:sp>
      <p:sp>
        <p:nvSpPr>
          <p:cNvPr id="6" name="Title 1">
            <a:extLst>
              <a:ext uri="{FF2B5EF4-FFF2-40B4-BE49-F238E27FC236}">
                <a16:creationId xmlns:a16="http://schemas.microsoft.com/office/drawing/2014/main" id="{BAD09FDB-E5BC-3919-8D75-2EA1A72B3DF5}"/>
              </a:ext>
            </a:extLst>
          </p:cNvPr>
          <p:cNvSpPr>
            <a:spLocks noGrp="1"/>
          </p:cNvSpPr>
          <p:nvPr>
            <p:ph type="ctrTitle"/>
          </p:nvPr>
        </p:nvSpPr>
        <p:spPr>
          <a:xfrm>
            <a:off x="420771" y="382587"/>
            <a:ext cx="17277825" cy="1032203"/>
          </a:xfrm>
        </p:spPr>
        <p:txBody>
          <a:bodyPr>
            <a:noAutofit/>
          </a:bodyPr>
          <a:lstStyle/>
          <a:p>
            <a:r>
              <a:rPr lang="en-US" sz="6000" dirty="0"/>
              <a:t>Substitution &amp; Rates of Evolution</a:t>
            </a:r>
            <a:endParaRPr lang="en-US" sz="6000" dirty="0">
              <a:latin typeface="Raleway" pitchFamily="2" charset="77"/>
            </a:endParaRPr>
          </a:p>
        </p:txBody>
      </p:sp>
      <p:sp>
        <p:nvSpPr>
          <p:cNvPr id="3" name="Text Box 14">
            <a:extLst>
              <a:ext uri="{FF2B5EF4-FFF2-40B4-BE49-F238E27FC236}">
                <a16:creationId xmlns:a16="http://schemas.microsoft.com/office/drawing/2014/main" id="{D4EB33A2-6E87-364B-B5F9-6B9C96CA3796}"/>
              </a:ext>
            </a:extLst>
          </p:cNvPr>
          <p:cNvSpPr txBox="1">
            <a:spLocks noChangeArrowheads="1"/>
          </p:cNvSpPr>
          <p:nvPr/>
        </p:nvSpPr>
        <p:spPr bwMode="auto">
          <a:xfrm>
            <a:off x="9892506" y="2062678"/>
            <a:ext cx="623094" cy="830997"/>
          </a:xfrm>
          <a:prstGeom prst="rect">
            <a:avLst/>
          </a:prstGeom>
          <a:noFill/>
          <a:ln w="9525">
            <a:noFill/>
            <a:miter lim="800000"/>
            <a:headEnd/>
            <a:tailEnd/>
          </a:ln>
        </p:spPr>
        <p:txBody>
          <a:bodyPr wrap="square">
            <a:prstTxWarp prst="textNoShape">
              <a:avLst/>
            </a:prstTxWarp>
            <a:spAutoFit/>
          </a:bodyPr>
          <a:lstStyle/>
          <a:p>
            <a:r>
              <a:rPr lang="en-US" sz="4800" dirty="0"/>
              <a:t>A</a:t>
            </a:r>
          </a:p>
        </p:txBody>
      </p:sp>
      <p:cxnSp>
        <p:nvCxnSpPr>
          <p:cNvPr id="17" name="Straight Arrow Connector 16">
            <a:extLst>
              <a:ext uri="{FF2B5EF4-FFF2-40B4-BE49-F238E27FC236}">
                <a16:creationId xmlns:a16="http://schemas.microsoft.com/office/drawing/2014/main" id="{14F9DE8E-08D3-B397-BF6A-0052BB5DA305}"/>
              </a:ext>
            </a:extLst>
          </p:cNvPr>
          <p:cNvCxnSpPr>
            <a:cxnSpLocks/>
          </p:cNvCxnSpPr>
          <p:nvPr/>
        </p:nvCxnSpPr>
        <p:spPr>
          <a:xfrm flipH="1">
            <a:off x="5181600" y="2922964"/>
            <a:ext cx="4984353"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7EED1153-42D1-0DC6-2555-9D2BBC8A4D81}"/>
              </a:ext>
            </a:extLst>
          </p:cNvPr>
          <p:cNvCxnSpPr>
            <a:cxnSpLocks/>
          </p:cNvCxnSpPr>
          <p:nvPr/>
        </p:nvCxnSpPr>
        <p:spPr>
          <a:xfrm>
            <a:off x="10159206" y="2869269"/>
            <a:ext cx="4672806" cy="3902213"/>
          </a:xfrm>
          <a:prstGeom prst="straightConnector1">
            <a:avLst/>
          </a:prstGeom>
          <a:ln w="762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2" name="Text Box 14">
            <a:extLst>
              <a:ext uri="{FF2B5EF4-FFF2-40B4-BE49-F238E27FC236}">
                <a16:creationId xmlns:a16="http://schemas.microsoft.com/office/drawing/2014/main" id="{CE3D10F0-08DB-B0FF-3ED9-0D6C59AEB20F}"/>
              </a:ext>
            </a:extLst>
          </p:cNvPr>
          <p:cNvSpPr txBox="1">
            <a:spLocks noChangeArrowheads="1"/>
          </p:cNvSpPr>
          <p:nvPr/>
        </p:nvSpPr>
        <p:spPr bwMode="auto">
          <a:xfrm>
            <a:off x="6722806" y="4147784"/>
            <a:ext cx="1099997" cy="707886"/>
          </a:xfrm>
          <a:prstGeom prst="rect">
            <a:avLst/>
          </a:prstGeom>
          <a:noFill/>
          <a:ln w="9525">
            <a:noFill/>
            <a:miter lim="800000"/>
            <a:headEnd/>
            <a:tailEnd/>
          </a:ln>
        </p:spPr>
        <p:txBody>
          <a:bodyPr wrap="square">
            <a:prstTxWarp prst="textNoShape">
              <a:avLst/>
            </a:prstTxWarp>
            <a:spAutoFit/>
          </a:bodyPr>
          <a:lstStyle/>
          <a:p>
            <a:r>
              <a:rPr lang="en-US" sz="4000" dirty="0"/>
              <a:t>t</a:t>
            </a:r>
          </a:p>
        </p:txBody>
      </p:sp>
      <p:sp>
        <p:nvSpPr>
          <p:cNvPr id="23" name="Text Box 14">
            <a:extLst>
              <a:ext uri="{FF2B5EF4-FFF2-40B4-BE49-F238E27FC236}">
                <a16:creationId xmlns:a16="http://schemas.microsoft.com/office/drawing/2014/main" id="{8C54F984-4743-CA85-C694-0E3FEA922952}"/>
              </a:ext>
            </a:extLst>
          </p:cNvPr>
          <p:cNvSpPr txBox="1">
            <a:spLocks noChangeArrowheads="1"/>
          </p:cNvSpPr>
          <p:nvPr/>
        </p:nvSpPr>
        <p:spPr bwMode="auto">
          <a:xfrm>
            <a:off x="12999080" y="4112489"/>
            <a:ext cx="4169335" cy="707886"/>
          </a:xfrm>
          <a:prstGeom prst="rect">
            <a:avLst/>
          </a:prstGeom>
          <a:noFill/>
          <a:ln w="9525">
            <a:noFill/>
            <a:miter lim="800000"/>
            <a:headEnd/>
            <a:tailEnd/>
          </a:ln>
        </p:spPr>
        <p:txBody>
          <a:bodyPr wrap="square">
            <a:prstTxWarp prst="textNoShape">
              <a:avLst/>
            </a:prstTxWarp>
            <a:spAutoFit/>
          </a:bodyPr>
          <a:lstStyle/>
          <a:p>
            <a:r>
              <a:rPr lang="en-US" sz="4000" dirty="0"/>
              <a:t>t = time</a:t>
            </a:r>
          </a:p>
        </p:txBody>
      </p:sp>
      <p:sp>
        <p:nvSpPr>
          <p:cNvPr id="24" name="Text Box 14">
            <a:extLst>
              <a:ext uri="{FF2B5EF4-FFF2-40B4-BE49-F238E27FC236}">
                <a16:creationId xmlns:a16="http://schemas.microsoft.com/office/drawing/2014/main" id="{84DA7795-4930-3467-217F-96FB8DDAFD16}"/>
              </a:ext>
            </a:extLst>
          </p:cNvPr>
          <p:cNvSpPr txBox="1">
            <a:spLocks noChangeArrowheads="1"/>
          </p:cNvSpPr>
          <p:nvPr/>
        </p:nvSpPr>
        <p:spPr bwMode="auto">
          <a:xfrm>
            <a:off x="8099950" y="5007114"/>
            <a:ext cx="4672806" cy="707886"/>
          </a:xfrm>
          <a:prstGeom prst="rect">
            <a:avLst/>
          </a:prstGeom>
          <a:noFill/>
          <a:ln w="9525">
            <a:noFill/>
            <a:miter lim="800000"/>
            <a:headEnd/>
            <a:tailEnd/>
          </a:ln>
        </p:spPr>
        <p:txBody>
          <a:bodyPr wrap="square">
            <a:prstTxWarp prst="textNoShape">
              <a:avLst/>
            </a:prstTxWarp>
            <a:spAutoFit/>
          </a:bodyPr>
          <a:lstStyle/>
          <a:p>
            <a:r>
              <a:rPr lang="en-US" sz="4000" b="1" dirty="0">
                <a:solidFill>
                  <a:srgbClr val="C00000"/>
                </a:solidFill>
              </a:rPr>
              <a:t>Gene Duplication</a:t>
            </a:r>
          </a:p>
        </p:txBody>
      </p:sp>
      <p:sp>
        <p:nvSpPr>
          <p:cNvPr id="12" name="Text Box 14">
            <a:extLst>
              <a:ext uri="{FF2B5EF4-FFF2-40B4-BE49-F238E27FC236}">
                <a16:creationId xmlns:a16="http://schemas.microsoft.com/office/drawing/2014/main" id="{1C3F34E9-8F6C-8F77-0951-0F4088C4567F}"/>
              </a:ext>
            </a:extLst>
          </p:cNvPr>
          <p:cNvSpPr txBox="1">
            <a:spLocks noChangeArrowheads="1"/>
          </p:cNvSpPr>
          <p:nvPr/>
        </p:nvSpPr>
        <p:spPr bwMode="auto">
          <a:xfrm>
            <a:off x="4908153"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C</a:t>
            </a:r>
          </a:p>
        </p:txBody>
      </p:sp>
      <p:sp>
        <p:nvSpPr>
          <p:cNvPr id="14" name="Text Box 14">
            <a:extLst>
              <a:ext uri="{FF2B5EF4-FFF2-40B4-BE49-F238E27FC236}">
                <a16:creationId xmlns:a16="http://schemas.microsoft.com/office/drawing/2014/main" id="{66C3D1AE-EC35-7780-D34B-377B1BD00EF8}"/>
              </a:ext>
            </a:extLst>
          </p:cNvPr>
          <p:cNvSpPr txBox="1">
            <a:spLocks noChangeArrowheads="1"/>
          </p:cNvSpPr>
          <p:nvPr/>
        </p:nvSpPr>
        <p:spPr bwMode="auto">
          <a:xfrm>
            <a:off x="1167226" y="2947522"/>
            <a:ext cx="4984352" cy="707886"/>
          </a:xfrm>
          <a:prstGeom prst="rect">
            <a:avLst/>
          </a:prstGeom>
          <a:noFill/>
          <a:ln w="9525">
            <a:noFill/>
            <a:miter lim="800000"/>
            <a:headEnd/>
            <a:tailEnd/>
          </a:ln>
        </p:spPr>
        <p:txBody>
          <a:bodyPr wrap="square">
            <a:prstTxWarp prst="textNoShape">
              <a:avLst/>
            </a:prstTxWarp>
            <a:spAutoFit/>
          </a:bodyPr>
          <a:lstStyle/>
          <a:p>
            <a:r>
              <a:rPr lang="en-US" sz="4000" dirty="0"/>
              <a:t>Multiple Substitutions</a:t>
            </a:r>
          </a:p>
        </p:txBody>
      </p:sp>
      <p:sp>
        <p:nvSpPr>
          <p:cNvPr id="5" name="Oval 4">
            <a:extLst>
              <a:ext uri="{FF2B5EF4-FFF2-40B4-BE49-F238E27FC236}">
                <a16:creationId xmlns:a16="http://schemas.microsoft.com/office/drawing/2014/main" id="{D0535111-E196-CAC5-E0BF-B81502A576F8}"/>
              </a:ext>
            </a:extLst>
          </p:cNvPr>
          <p:cNvSpPr/>
          <p:nvPr/>
        </p:nvSpPr>
        <p:spPr>
          <a:xfrm>
            <a:off x="14132891" y="6825177"/>
            <a:ext cx="1322042" cy="1065890"/>
          </a:xfrm>
          <a:prstGeom prst="ellipse">
            <a:avLst/>
          </a:prstGeom>
          <a:solidFill>
            <a:srgbClr val="FED99A">
              <a:alpha val="4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14">
            <a:extLst>
              <a:ext uri="{FF2B5EF4-FFF2-40B4-BE49-F238E27FC236}">
                <a16:creationId xmlns:a16="http://schemas.microsoft.com/office/drawing/2014/main" id="{7134F0DA-03BE-79D8-7ED5-B5562B7D44D3}"/>
              </a:ext>
            </a:extLst>
          </p:cNvPr>
          <p:cNvSpPr txBox="1">
            <a:spLocks noChangeArrowheads="1"/>
          </p:cNvSpPr>
          <p:nvPr/>
        </p:nvSpPr>
        <p:spPr bwMode="auto">
          <a:xfrm>
            <a:off x="14520465" y="6860668"/>
            <a:ext cx="623094" cy="830997"/>
          </a:xfrm>
          <a:prstGeom prst="rect">
            <a:avLst/>
          </a:prstGeom>
          <a:noFill/>
          <a:ln w="9525">
            <a:noFill/>
            <a:miter lim="800000"/>
            <a:headEnd/>
            <a:tailEnd/>
          </a:ln>
        </p:spPr>
        <p:txBody>
          <a:bodyPr wrap="square">
            <a:prstTxWarp prst="textNoShape">
              <a:avLst/>
            </a:prstTxWarp>
            <a:spAutoFit/>
          </a:bodyPr>
          <a:lstStyle/>
          <a:p>
            <a:r>
              <a:rPr lang="en-US" sz="4800" dirty="0"/>
              <a:t>C</a:t>
            </a:r>
          </a:p>
        </p:txBody>
      </p:sp>
      <p:sp>
        <p:nvSpPr>
          <p:cNvPr id="10" name="Text Box 14">
            <a:extLst>
              <a:ext uri="{FF2B5EF4-FFF2-40B4-BE49-F238E27FC236}">
                <a16:creationId xmlns:a16="http://schemas.microsoft.com/office/drawing/2014/main" id="{49A1F188-3077-4DF9-1461-EDBC624CE76C}"/>
              </a:ext>
            </a:extLst>
          </p:cNvPr>
          <p:cNvSpPr txBox="1">
            <a:spLocks noChangeArrowheads="1"/>
          </p:cNvSpPr>
          <p:nvPr/>
        </p:nvSpPr>
        <p:spPr bwMode="auto">
          <a:xfrm>
            <a:off x="13269585" y="2415569"/>
            <a:ext cx="7797659" cy="1323439"/>
          </a:xfrm>
          <a:prstGeom prst="rect">
            <a:avLst/>
          </a:prstGeom>
          <a:noFill/>
          <a:ln w="9525">
            <a:noFill/>
            <a:miter lim="800000"/>
            <a:headEnd/>
            <a:tailEnd/>
          </a:ln>
        </p:spPr>
        <p:txBody>
          <a:bodyPr wrap="square">
            <a:prstTxWarp prst="textNoShape">
              <a:avLst/>
            </a:prstTxWarp>
            <a:spAutoFit/>
          </a:bodyPr>
          <a:lstStyle/>
          <a:p>
            <a:r>
              <a:rPr lang="en-US" sz="4000" b="1" dirty="0"/>
              <a:t>Unequal rates of evolution</a:t>
            </a:r>
          </a:p>
          <a:p>
            <a:r>
              <a:rPr lang="en-US" sz="4000" b="1" dirty="0"/>
              <a:t>False sequence similarity! </a:t>
            </a:r>
          </a:p>
        </p:txBody>
      </p:sp>
      <p:sp>
        <p:nvSpPr>
          <p:cNvPr id="11" name="Text Box 14">
            <a:extLst>
              <a:ext uri="{FF2B5EF4-FFF2-40B4-BE49-F238E27FC236}">
                <a16:creationId xmlns:a16="http://schemas.microsoft.com/office/drawing/2014/main" id="{D118E532-EF4C-096B-3F25-D13A173A6C59}"/>
              </a:ext>
            </a:extLst>
          </p:cNvPr>
          <p:cNvSpPr txBox="1">
            <a:spLocks noChangeArrowheads="1"/>
          </p:cNvSpPr>
          <p:nvPr/>
        </p:nvSpPr>
        <p:spPr bwMode="auto">
          <a:xfrm>
            <a:off x="691303" y="8433981"/>
            <a:ext cx="19025500" cy="1323439"/>
          </a:xfrm>
          <a:prstGeom prst="rect">
            <a:avLst/>
          </a:prstGeom>
          <a:noFill/>
          <a:ln w="9525">
            <a:noFill/>
            <a:miter lim="800000"/>
            <a:headEnd/>
            <a:tailEnd/>
          </a:ln>
        </p:spPr>
        <p:txBody>
          <a:bodyPr wrap="square">
            <a:prstTxWarp prst="textNoShape">
              <a:avLst/>
            </a:prstTxWarp>
            <a:spAutoFit/>
          </a:bodyPr>
          <a:lstStyle/>
          <a:p>
            <a:r>
              <a:rPr lang="en-US" sz="4000" dirty="0"/>
              <a:t>One of the primary issues with phylogenetics is to determine history despite multiple substitutions.</a:t>
            </a:r>
          </a:p>
        </p:txBody>
      </p:sp>
    </p:spTree>
    <p:extLst>
      <p:ext uri="{BB962C8B-B14F-4D97-AF65-F5344CB8AC3E}">
        <p14:creationId xmlns:p14="http://schemas.microsoft.com/office/powerpoint/2010/main" val="592619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A5CD3-78C2-C16B-3996-C0BEEAFEF843}"/>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F53DAEEA-F272-0410-E454-3FAFAC71DE9E}"/>
              </a:ext>
            </a:extLst>
          </p:cNvPr>
          <p:cNvSpPr/>
          <p:nvPr/>
        </p:nvSpPr>
        <p:spPr>
          <a:xfrm>
            <a:off x="3695727" y="282682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5FDF44E2-6665-E4BF-BEDA-A566AA28567D}"/>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E256356F-231C-1E84-4959-8F9142D0E03E}"/>
              </a:ext>
            </a:extLst>
          </p:cNvPr>
          <p:cNvSpPr>
            <a:spLocks noGrp="1"/>
          </p:cNvSpPr>
          <p:nvPr>
            <p:ph type="sldNum" sz="quarter" idx="22"/>
          </p:nvPr>
        </p:nvSpPr>
        <p:spPr/>
        <p:txBody>
          <a:bodyPr/>
          <a:lstStyle/>
          <a:p>
            <a:fld id="{991AB9B0-3E43-D847-B073-60FE8FAFFDB7}" type="slidenum">
              <a:rPr lang="en-US" smtClean="0"/>
              <a:pPr/>
              <a:t>15</a:t>
            </a:fld>
            <a:endParaRPr lang="en-US"/>
          </a:p>
        </p:txBody>
      </p:sp>
      <p:sp>
        <p:nvSpPr>
          <p:cNvPr id="6" name="Title 1">
            <a:extLst>
              <a:ext uri="{FF2B5EF4-FFF2-40B4-BE49-F238E27FC236}">
                <a16:creationId xmlns:a16="http://schemas.microsoft.com/office/drawing/2014/main" id="{AC243FDF-6538-A142-58AA-4D8565E2A454}"/>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5" name="Text Box 5">
            <a:extLst>
              <a:ext uri="{FF2B5EF4-FFF2-40B4-BE49-F238E27FC236}">
                <a16:creationId xmlns:a16="http://schemas.microsoft.com/office/drawing/2014/main" id="{5801DB5D-9987-DBE5-F3F9-A08AF1E54E10}"/>
              </a:ext>
            </a:extLst>
          </p:cNvPr>
          <p:cNvSpPr txBox="1">
            <a:spLocks noChangeArrowheads="1"/>
          </p:cNvSpPr>
          <p:nvPr/>
        </p:nvSpPr>
        <p:spPr bwMode="auto">
          <a:xfrm>
            <a:off x="4589405" y="31447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find homologous sites?</a:t>
            </a:r>
          </a:p>
        </p:txBody>
      </p:sp>
      <p:sp>
        <p:nvSpPr>
          <p:cNvPr id="10" name="Oval 9">
            <a:extLst>
              <a:ext uri="{FF2B5EF4-FFF2-40B4-BE49-F238E27FC236}">
                <a16:creationId xmlns:a16="http://schemas.microsoft.com/office/drawing/2014/main" id="{AB38D5DC-1B46-FB03-DE41-5CAC521190A0}"/>
              </a:ext>
            </a:extLst>
          </p:cNvPr>
          <p:cNvSpPr/>
          <p:nvPr/>
        </p:nvSpPr>
        <p:spPr>
          <a:xfrm>
            <a:off x="1409700" y="297624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16" name="Rounded Rectangle 15">
            <a:extLst>
              <a:ext uri="{FF2B5EF4-FFF2-40B4-BE49-F238E27FC236}">
                <a16:creationId xmlns:a16="http://schemas.microsoft.com/office/drawing/2014/main" id="{250F055F-86A0-EB23-0702-52FF676BDFC2}"/>
              </a:ext>
            </a:extLst>
          </p:cNvPr>
          <p:cNvSpPr/>
          <p:nvPr/>
        </p:nvSpPr>
        <p:spPr>
          <a:xfrm>
            <a:off x="3695727" y="4941477"/>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C571AA5-96F7-A7DE-523E-9E73841937AB}"/>
              </a:ext>
            </a:extLst>
          </p:cNvPr>
          <p:cNvSpPr/>
          <p:nvPr/>
        </p:nvSpPr>
        <p:spPr>
          <a:xfrm>
            <a:off x="1409700" y="5090905"/>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19" name="Rounded Rectangle 18">
            <a:extLst>
              <a:ext uri="{FF2B5EF4-FFF2-40B4-BE49-F238E27FC236}">
                <a16:creationId xmlns:a16="http://schemas.microsoft.com/office/drawing/2014/main" id="{E63E3319-056A-84D6-F7CB-78557BCA512A}"/>
              </a:ext>
            </a:extLst>
          </p:cNvPr>
          <p:cNvSpPr/>
          <p:nvPr/>
        </p:nvSpPr>
        <p:spPr>
          <a:xfrm>
            <a:off x="3695727" y="720556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1771CBB-4105-C0D7-DE29-A75A220F12CE}"/>
              </a:ext>
            </a:extLst>
          </p:cNvPr>
          <p:cNvSpPr/>
          <p:nvPr/>
        </p:nvSpPr>
        <p:spPr>
          <a:xfrm>
            <a:off x="1409700" y="735498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E8B6BCE1-2E97-135B-56EC-899B94AC1139}"/>
              </a:ext>
            </a:extLst>
          </p:cNvPr>
          <p:cNvSpPr txBox="1">
            <a:spLocks noChangeArrowheads="1"/>
          </p:cNvSpPr>
          <p:nvPr/>
        </p:nvSpPr>
        <p:spPr bwMode="auto">
          <a:xfrm>
            <a:off x="4589405" y="5239306"/>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model substitution?</a:t>
            </a:r>
          </a:p>
        </p:txBody>
      </p:sp>
      <p:sp>
        <p:nvSpPr>
          <p:cNvPr id="26" name="Text Box 5">
            <a:extLst>
              <a:ext uri="{FF2B5EF4-FFF2-40B4-BE49-F238E27FC236}">
                <a16:creationId xmlns:a16="http://schemas.microsoft.com/office/drawing/2014/main" id="{8CDCD9D2-06F5-C526-631A-66C0090FA028}"/>
              </a:ext>
            </a:extLst>
          </p:cNvPr>
          <p:cNvSpPr txBox="1">
            <a:spLocks noChangeArrowheads="1"/>
          </p:cNvSpPr>
          <p:nvPr/>
        </p:nvSpPr>
        <p:spPr bwMode="auto">
          <a:xfrm>
            <a:off x="4589404" y="7523465"/>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How do we search for the best tree?</a:t>
            </a:r>
          </a:p>
        </p:txBody>
      </p:sp>
    </p:spTree>
    <p:extLst>
      <p:ext uri="{BB962C8B-B14F-4D97-AF65-F5344CB8AC3E}">
        <p14:creationId xmlns:p14="http://schemas.microsoft.com/office/powerpoint/2010/main" val="1743972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2E598-96EB-A53D-CB7B-311E7720FD79}"/>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0F47A200-943B-7CC7-C170-F6EDF2B635A6}"/>
              </a:ext>
            </a:extLst>
          </p:cNvPr>
          <p:cNvSpPr/>
          <p:nvPr/>
        </p:nvSpPr>
        <p:spPr>
          <a:xfrm>
            <a:off x="3695727" y="282682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1B4C327F-29CC-BA80-712D-056BB07EB1D7}"/>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998265C-DDD8-6E71-46EE-930EC51A29D5}"/>
              </a:ext>
            </a:extLst>
          </p:cNvPr>
          <p:cNvSpPr>
            <a:spLocks noGrp="1"/>
          </p:cNvSpPr>
          <p:nvPr>
            <p:ph type="sldNum" sz="quarter" idx="22"/>
          </p:nvPr>
        </p:nvSpPr>
        <p:spPr/>
        <p:txBody>
          <a:bodyPr/>
          <a:lstStyle/>
          <a:p>
            <a:fld id="{991AB9B0-3E43-D847-B073-60FE8FAFFDB7}" type="slidenum">
              <a:rPr lang="en-US" smtClean="0"/>
              <a:pPr/>
              <a:t>16</a:t>
            </a:fld>
            <a:endParaRPr lang="en-US"/>
          </a:p>
        </p:txBody>
      </p:sp>
      <p:sp>
        <p:nvSpPr>
          <p:cNvPr id="6" name="Title 1">
            <a:extLst>
              <a:ext uri="{FF2B5EF4-FFF2-40B4-BE49-F238E27FC236}">
                <a16:creationId xmlns:a16="http://schemas.microsoft.com/office/drawing/2014/main" id="{4745BF3D-C812-76A4-D5FB-26126912AB98}"/>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5" name="Text Box 5">
            <a:extLst>
              <a:ext uri="{FF2B5EF4-FFF2-40B4-BE49-F238E27FC236}">
                <a16:creationId xmlns:a16="http://schemas.microsoft.com/office/drawing/2014/main" id="{C896AA75-7F0A-9FCF-01B1-295BE3A4D9A3}"/>
              </a:ext>
            </a:extLst>
          </p:cNvPr>
          <p:cNvSpPr txBox="1">
            <a:spLocks noChangeArrowheads="1"/>
          </p:cNvSpPr>
          <p:nvPr/>
        </p:nvSpPr>
        <p:spPr bwMode="auto">
          <a:xfrm>
            <a:off x="4589405" y="31447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find homologous sites?</a:t>
            </a:r>
          </a:p>
        </p:txBody>
      </p:sp>
      <p:sp>
        <p:nvSpPr>
          <p:cNvPr id="10" name="Oval 9">
            <a:extLst>
              <a:ext uri="{FF2B5EF4-FFF2-40B4-BE49-F238E27FC236}">
                <a16:creationId xmlns:a16="http://schemas.microsoft.com/office/drawing/2014/main" id="{6A831B58-6929-6D9F-68F8-D40B0A83CE84}"/>
              </a:ext>
            </a:extLst>
          </p:cNvPr>
          <p:cNvSpPr/>
          <p:nvPr/>
        </p:nvSpPr>
        <p:spPr>
          <a:xfrm>
            <a:off x="1409700" y="297624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2" name="Text Box 5">
            <a:extLst>
              <a:ext uri="{FF2B5EF4-FFF2-40B4-BE49-F238E27FC236}">
                <a16:creationId xmlns:a16="http://schemas.microsoft.com/office/drawing/2014/main" id="{AD3B6570-5D6C-0726-6787-98825D65AB3D}"/>
              </a:ext>
            </a:extLst>
          </p:cNvPr>
          <p:cNvSpPr txBox="1">
            <a:spLocks noChangeArrowheads="1"/>
          </p:cNvSpPr>
          <p:nvPr/>
        </p:nvSpPr>
        <p:spPr bwMode="auto">
          <a:xfrm>
            <a:off x="914400" y="4707171"/>
            <a:ext cx="19047338" cy="5078313"/>
          </a:xfrm>
          <a:prstGeom prst="rect">
            <a:avLst/>
          </a:prstGeom>
          <a:noFill/>
          <a:ln w="9525">
            <a:noFill/>
            <a:miter lim="800000"/>
            <a:headEnd/>
            <a:tailEnd/>
          </a:ln>
        </p:spPr>
        <p:txBody>
          <a:bodyPr wrap="square">
            <a:prstTxWarp prst="textNoShape">
              <a:avLst/>
            </a:prstTxWarp>
            <a:spAutoFit/>
          </a:bodyPr>
          <a:lstStyle/>
          <a:p>
            <a:r>
              <a:rPr lang="en-US" sz="3600" dirty="0"/>
              <a:t>HOMOLOGOUS</a:t>
            </a:r>
          </a:p>
          <a:p>
            <a:endParaRPr lang="en-US" sz="3600" dirty="0"/>
          </a:p>
          <a:p>
            <a:r>
              <a:rPr lang="en-US" sz="3600" dirty="0"/>
              <a:t>A homologous trait is shared between two species because they inherited it from a common ancestor.</a:t>
            </a:r>
          </a:p>
          <a:p>
            <a:endParaRPr lang="en-US" sz="3600" dirty="0"/>
          </a:p>
          <a:p>
            <a:r>
              <a:rPr lang="en-US" sz="3600" dirty="0"/>
              <a:t>Information from homologous traits can be used to infer evolutionary relationships.</a:t>
            </a:r>
          </a:p>
          <a:p>
            <a:endParaRPr lang="en-US" sz="3600" dirty="0"/>
          </a:p>
          <a:p>
            <a:r>
              <a:rPr lang="en-US" sz="3600" dirty="0"/>
              <a:t>Non-homologous traits do not reflect evolutionary history but instead convergence. They can mislead inference of evolutionary relationships. Example: octopus eye versus human eye.</a:t>
            </a:r>
          </a:p>
        </p:txBody>
      </p:sp>
    </p:spTree>
    <p:extLst>
      <p:ext uri="{BB962C8B-B14F-4D97-AF65-F5344CB8AC3E}">
        <p14:creationId xmlns:p14="http://schemas.microsoft.com/office/powerpoint/2010/main" val="44991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441F-5C55-B905-200C-38AB6438FDE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FD5A3AE5-5BC3-2208-312E-3EF8EF08B9D8}"/>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DE5B0FB-26EC-62D4-91C4-6EBD0FB6EB82}"/>
              </a:ext>
            </a:extLst>
          </p:cNvPr>
          <p:cNvSpPr>
            <a:spLocks noGrp="1"/>
          </p:cNvSpPr>
          <p:nvPr>
            <p:ph type="sldNum" sz="quarter" idx="22"/>
          </p:nvPr>
        </p:nvSpPr>
        <p:spPr/>
        <p:txBody>
          <a:bodyPr/>
          <a:lstStyle/>
          <a:p>
            <a:fld id="{991AB9B0-3E43-D847-B073-60FE8FAFFDB7}" type="slidenum">
              <a:rPr lang="en-US" smtClean="0"/>
              <a:pPr/>
              <a:t>17</a:t>
            </a:fld>
            <a:endParaRPr lang="en-US"/>
          </a:p>
        </p:txBody>
      </p:sp>
      <p:sp>
        <p:nvSpPr>
          <p:cNvPr id="6" name="Title 1">
            <a:extLst>
              <a:ext uri="{FF2B5EF4-FFF2-40B4-BE49-F238E27FC236}">
                <a16:creationId xmlns:a16="http://schemas.microsoft.com/office/drawing/2014/main" id="{3B245479-6E4B-27B8-E56C-4FB024E4DE63}"/>
              </a:ext>
            </a:extLst>
          </p:cNvPr>
          <p:cNvSpPr>
            <a:spLocks noGrp="1"/>
          </p:cNvSpPr>
          <p:nvPr>
            <p:ph type="ctrTitle"/>
          </p:nvPr>
        </p:nvSpPr>
        <p:spPr>
          <a:xfrm>
            <a:off x="420771" y="382587"/>
            <a:ext cx="17277825" cy="1032203"/>
          </a:xfrm>
        </p:spPr>
        <p:txBody>
          <a:bodyPr>
            <a:noAutofit/>
          </a:bodyPr>
          <a:lstStyle/>
          <a:p>
            <a:r>
              <a:rPr lang="en-US" sz="6000" dirty="0"/>
              <a:t>Multiple Sequence Alignment</a:t>
            </a:r>
            <a:endParaRPr lang="en-US" sz="6000" dirty="0">
              <a:latin typeface="Raleway" pitchFamily="2" charset="77"/>
            </a:endParaRPr>
          </a:p>
        </p:txBody>
      </p:sp>
      <p:pic>
        <p:nvPicPr>
          <p:cNvPr id="3" name="Picture 2" descr="example1.tiff">
            <a:extLst>
              <a:ext uri="{FF2B5EF4-FFF2-40B4-BE49-F238E27FC236}">
                <a16:creationId xmlns:a16="http://schemas.microsoft.com/office/drawing/2014/main" id="{E78F4907-21ED-30FC-0087-4F681B290535}"/>
              </a:ext>
            </a:extLst>
          </p:cNvPr>
          <p:cNvPicPr>
            <a:picLocks noChangeAspect="1"/>
          </p:cNvPicPr>
          <p:nvPr/>
        </p:nvPicPr>
        <p:blipFill>
          <a:blip r:embed="rId3"/>
          <a:stretch>
            <a:fillRect/>
          </a:stretch>
        </p:blipFill>
        <p:spPr>
          <a:xfrm>
            <a:off x="1520293" y="2455035"/>
            <a:ext cx="17277825" cy="2219720"/>
          </a:xfrm>
          <a:prstGeom prst="rect">
            <a:avLst/>
          </a:prstGeom>
        </p:spPr>
      </p:pic>
      <p:sp>
        <p:nvSpPr>
          <p:cNvPr id="9" name="Text Box 5">
            <a:extLst>
              <a:ext uri="{FF2B5EF4-FFF2-40B4-BE49-F238E27FC236}">
                <a16:creationId xmlns:a16="http://schemas.microsoft.com/office/drawing/2014/main" id="{DC7D083D-B1C4-4B2C-B8F5-2AAFC711D26B}"/>
              </a:ext>
            </a:extLst>
          </p:cNvPr>
          <p:cNvSpPr txBox="1">
            <a:spLocks noChangeArrowheads="1"/>
          </p:cNvSpPr>
          <p:nvPr/>
        </p:nvSpPr>
        <p:spPr bwMode="auto">
          <a:xfrm>
            <a:off x="1619282" y="5715000"/>
            <a:ext cx="17655118" cy="3785652"/>
          </a:xfrm>
          <a:prstGeom prst="rect">
            <a:avLst/>
          </a:prstGeom>
          <a:noFill/>
          <a:ln w="9525">
            <a:noFill/>
            <a:miter lim="800000"/>
            <a:headEnd/>
            <a:tailEnd/>
          </a:ln>
        </p:spPr>
        <p:txBody>
          <a:bodyPr wrap="square">
            <a:prstTxWarp prst="textNoShape">
              <a:avLst/>
            </a:prstTxWarp>
            <a:spAutoFit/>
          </a:bodyPr>
          <a:lstStyle/>
          <a:p>
            <a:r>
              <a:rPr lang="en-US" sz="4000" dirty="0"/>
              <a:t>Alignment of highly similar sequences is easy – each column is assumed to reflect a homologous position in the protein</a:t>
            </a:r>
          </a:p>
          <a:p>
            <a:endParaRPr lang="en-US" sz="4000" dirty="0"/>
          </a:p>
          <a:p>
            <a:r>
              <a:rPr lang="en-US" sz="4000" dirty="0"/>
              <a:t>Blocks of identical sequence with infrequent gaps</a:t>
            </a:r>
          </a:p>
          <a:p>
            <a:endParaRPr lang="en-US" sz="4000" dirty="0"/>
          </a:p>
          <a:p>
            <a:r>
              <a:rPr lang="en-US" sz="4000" dirty="0"/>
              <a:t>Substitutions conservative (i.e. leucine versus isoleucine)</a:t>
            </a:r>
          </a:p>
        </p:txBody>
      </p:sp>
    </p:spTree>
    <p:extLst>
      <p:ext uri="{BB962C8B-B14F-4D97-AF65-F5344CB8AC3E}">
        <p14:creationId xmlns:p14="http://schemas.microsoft.com/office/powerpoint/2010/main" val="728677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627C-CB8F-38B2-4A52-36837CE9731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1D1DBD8C-D3BE-5207-0742-AED372C9C138}"/>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08DC9DE7-D15C-F373-C428-9D007CC73082}"/>
              </a:ext>
            </a:extLst>
          </p:cNvPr>
          <p:cNvSpPr>
            <a:spLocks noGrp="1"/>
          </p:cNvSpPr>
          <p:nvPr>
            <p:ph type="sldNum" sz="quarter" idx="22"/>
          </p:nvPr>
        </p:nvSpPr>
        <p:spPr/>
        <p:txBody>
          <a:bodyPr/>
          <a:lstStyle/>
          <a:p>
            <a:fld id="{991AB9B0-3E43-D847-B073-60FE8FAFFDB7}" type="slidenum">
              <a:rPr lang="en-US" smtClean="0"/>
              <a:pPr/>
              <a:t>18</a:t>
            </a:fld>
            <a:endParaRPr lang="en-US"/>
          </a:p>
        </p:txBody>
      </p:sp>
      <p:sp>
        <p:nvSpPr>
          <p:cNvPr id="6" name="Title 1">
            <a:extLst>
              <a:ext uri="{FF2B5EF4-FFF2-40B4-BE49-F238E27FC236}">
                <a16:creationId xmlns:a16="http://schemas.microsoft.com/office/drawing/2014/main" id="{57BEF44E-0796-04E0-9F5F-47ACD15DD671}"/>
              </a:ext>
            </a:extLst>
          </p:cNvPr>
          <p:cNvSpPr>
            <a:spLocks noGrp="1"/>
          </p:cNvSpPr>
          <p:nvPr>
            <p:ph type="ctrTitle"/>
          </p:nvPr>
        </p:nvSpPr>
        <p:spPr>
          <a:xfrm>
            <a:off x="420771" y="382587"/>
            <a:ext cx="17277825" cy="1032203"/>
          </a:xfrm>
        </p:spPr>
        <p:txBody>
          <a:bodyPr>
            <a:noAutofit/>
          </a:bodyPr>
          <a:lstStyle/>
          <a:p>
            <a:r>
              <a:rPr lang="en-US" sz="6000" dirty="0"/>
              <a:t>Multiple Sequence Alignment</a:t>
            </a:r>
            <a:endParaRPr lang="en-US" sz="6000" dirty="0">
              <a:latin typeface="Raleway" pitchFamily="2" charset="77"/>
            </a:endParaRPr>
          </a:p>
        </p:txBody>
      </p:sp>
      <p:pic>
        <p:nvPicPr>
          <p:cNvPr id="2" name="Picture 1" descr="example2.tiff">
            <a:extLst>
              <a:ext uri="{FF2B5EF4-FFF2-40B4-BE49-F238E27FC236}">
                <a16:creationId xmlns:a16="http://schemas.microsoft.com/office/drawing/2014/main" id="{5EA62631-6177-D4A8-A3E1-63A64EB3A4A3}"/>
              </a:ext>
            </a:extLst>
          </p:cNvPr>
          <p:cNvPicPr>
            <a:picLocks noChangeAspect="1"/>
          </p:cNvPicPr>
          <p:nvPr/>
        </p:nvPicPr>
        <p:blipFill>
          <a:blip r:embed="rId3"/>
          <a:stretch>
            <a:fillRect/>
          </a:stretch>
        </p:blipFill>
        <p:spPr>
          <a:xfrm>
            <a:off x="3102899" y="2130425"/>
            <a:ext cx="13468181" cy="6065358"/>
          </a:xfrm>
          <a:prstGeom prst="rect">
            <a:avLst/>
          </a:prstGeom>
        </p:spPr>
      </p:pic>
      <p:pic>
        <p:nvPicPr>
          <p:cNvPr id="5" name="Picture 4" descr="BLOSUM62.gif">
            <a:extLst>
              <a:ext uri="{FF2B5EF4-FFF2-40B4-BE49-F238E27FC236}">
                <a16:creationId xmlns:a16="http://schemas.microsoft.com/office/drawing/2014/main" id="{DF4EB239-260B-A8DB-3C58-48D9E6FD9474}"/>
              </a:ext>
            </a:extLst>
          </p:cNvPr>
          <p:cNvPicPr>
            <a:picLocks noChangeAspect="1"/>
          </p:cNvPicPr>
          <p:nvPr/>
        </p:nvPicPr>
        <p:blipFill>
          <a:blip r:embed="rId4"/>
          <a:stretch>
            <a:fillRect/>
          </a:stretch>
        </p:blipFill>
        <p:spPr>
          <a:xfrm>
            <a:off x="7692446" y="3297121"/>
            <a:ext cx="8878634" cy="4898662"/>
          </a:xfrm>
          <a:prstGeom prst="rect">
            <a:avLst/>
          </a:prstGeom>
        </p:spPr>
      </p:pic>
      <p:sp>
        <p:nvSpPr>
          <p:cNvPr id="10" name="Text Box 5">
            <a:extLst>
              <a:ext uri="{FF2B5EF4-FFF2-40B4-BE49-F238E27FC236}">
                <a16:creationId xmlns:a16="http://schemas.microsoft.com/office/drawing/2014/main" id="{499504A1-77A1-C4CE-4B94-4537E9DF9A5D}"/>
              </a:ext>
            </a:extLst>
          </p:cNvPr>
          <p:cNvSpPr txBox="1">
            <a:spLocks noChangeArrowheads="1"/>
          </p:cNvSpPr>
          <p:nvPr/>
        </p:nvSpPr>
        <p:spPr bwMode="auto">
          <a:xfrm>
            <a:off x="1155784" y="8699410"/>
            <a:ext cx="19162629" cy="1200329"/>
          </a:xfrm>
          <a:prstGeom prst="rect">
            <a:avLst/>
          </a:prstGeom>
          <a:noFill/>
          <a:ln w="9525">
            <a:noFill/>
            <a:miter lim="800000"/>
            <a:headEnd/>
            <a:tailEnd/>
          </a:ln>
        </p:spPr>
        <p:txBody>
          <a:bodyPr wrap="square">
            <a:prstTxWarp prst="textNoShape">
              <a:avLst/>
            </a:prstTxWarp>
            <a:spAutoFit/>
          </a:bodyPr>
          <a:lstStyle/>
          <a:p>
            <a:r>
              <a:rPr lang="en-US" sz="3600" dirty="0"/>
              <a:t>Just like BLAST, alignment software like </a:t>
            </a:r>
            <a:r>
              <a:rPr lang="en-US" sz="3600" dirty="0" err="1"/>
              <a:t>Clustal</a:t>
            </a:r>
            <a:r>
              <a:rPr lang="en-US" sz="3600" dirty="0"/>
              <a:t> uses BLOSUM, PAM, or other empirical substitution matrices to model conservative amino acid substitutions. </a:t>
            </a:r>
          </a:p>
        </p:txBody>
      </p:sp>
    </p:spTree>
    <p:extLst>
      <p:ext uri="{BB962C8B-B14F-4D97-AF65-F5344CB8AC3E}">
        <p14:creationId xmlns:p14="http://schemas.microsoft.com/office/powerpoint/2010/main" val="62384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666B4-3105-5BC5-0A84-653D39DBC5F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E5BB86B1-5B25-0F8E-A587-64D4C403A6F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1E995E7-CEAE-A2D6-3EA9-5CB2D4D2B19D}"/>
              </a:ext>
            </a:extLst>
          </p:cNvPr>
          <p:cNvSpPr>
            <a:spLocks noGrp="1"/>
          </p:cNvSpPr>
          <p:nvPr>
            <p:ph type="sldNum" sz="quarter" idx="22"/>
          </p:nvPr>
        </p:nvSpPr>
        <p:spPr/>
        <p:txBody>
          <a:bodyPr/>
          <a:lstStyle/>
          <a:p>
            <a:fld id="{991AB9B0-3E43-D847-B073-60FE8FAFFDB7}" type="slidenum">
              <a:rPr lang="en-US" smtClean="0"/>
              <a:pPr/>
              <a:t>19</a:t>
            </a:fld>
            <a:endParaRPr lang="en-US"/>
          </a:p>
        </p:txBody>
      </p:sp>
      <p:sp>
        <p:nvSpPr>
          <p:cNvPr id="6" name="Title 1">
            <a:extLst>
              <a:ext uri="{FF2B5EF4-FFF2-40B4-BE49-F238E27FC236}">
                <a16:creationId xmlns:a16="http://schemas.microsoft.com/office/drawing/2014/main" id="{0D30189E-A48A-8205-2B38-4A3B6206A824}"/>
              </a:ext>
            </a:extLst>
          </p:cNvPr>
          <p:cNvSpPr>
            <a:spLocks noGrp="1"/>
          </p:cNvSpPr>
          <p:nvPr>
            <p:ph type="ctrTitle"/>
          </p:nvPr>
        </p:nvSpPr>
        <p:spPr>
          <a:xfrm>
            <a:off x="420771" y="382587"/>
            <a:ext cx="17277825" cy="1032203"/>
          </a:xfrm>
        </p:spPr>
        <p:txBody>
          <a:bodyPr>
            <a:noAutofit/>
          </a:bodyPr>
          <a:lstStyle/>
          <a:p>
            <a:r>
              <a:rPr lang="en-US" sz="6000" dirty="0"/>
              <a:t>Multiple Sequence Alignment</a:t>
            </a:r>
            <a:endParaRPr lang="en-US" sz="6000" dirty="0">
              <a:latin typeface="Raleway" pitchFamily="2" charset="77"/>
            </a:endParaRPr>
          </a:p>
        </p:txBody>
      </p:sp>
      <p:pic>
        <p:nvPicPr>
          <p:cNvPr id="2" name="Picture 1" descr="example2.tiff">
            <a:extLst>
              <a:ext uri="{FF2B5EF4-FFF2-40B4-BE49-F238E27FC236}">
                <a16:creationId xmlns:a16="http://schemas.microsoft.com/office/drawing/2014/main" id="{46755C16-0790-33FA-EFC9-13B910CAC086}"/>
              </a:ext>
            </a:extLst>
          </p:cNvPr>
          <p:cNvPicPr>
            <a:picLocks noChangeAspect="1"/>
          </p:cNvPicPr>
          <p:nvPr/>
        </p:nvPicPr>
        <p:blipFill>
          <a:blip r:embed="rId3"/>
          <a:stretch>
            <a:fillRect/>
          </a:stretch>
        </p:blipFill>
        <p:spPr>
          <a:xfrm>
            <a:off x="3102899" y="2130425"/>
            <a:ext cx="13468181" cy="6065358"/>
          </a:xfrm>
          <a:prstGeom prst="rect">
            <a:avLst/>
          </a:prstGeom>
        </p:spPr>
      </p:pic>
      <p:pic>
        <p:nvPicPr>
          <p:cNvPr id="5" name="Picture 4" descr="BLOSUM62.gif">
            <a:extLst>
              <a:ext uri="{FF2B5EF4-FFF2-40B4-BE49-F238E27FC236}">
                <a16:creationId xmlns:a16="http://schemas.microsoft.com/office/drawing/2014/main" id="{61A85798-AC08-07D0-C8E4-3E1C9ACF5910}"/>
              </a:ext>
            </a:extLst>
          </p:cNvPr>
          <p:cNvPicPr>
            <a:picLocks noChangeAspect="1"/>
          </p:cNvPicPr>
          <p:nvPr/>
        </p:nvPicPr>
        <p:blipFill>
          <a:blip r:embed="rId4"/>
          <a:stretch>
            <a:fillRect/>
          </a:stretch>
        </p:blipFill>
        <p:spPr>
          <a:xfrm>
            <a:off x="7692446" y="3297121"/>
            <a:ext cx="8878634" cy="4898662"/>
          </a:xfrm>
          <a:prstGeom prst="rect">
            <a:avLst/>
          </a:prstGeom>
        </p:spPr>
      </p:pic>
      <p:sp>
        <p:nvSpPr>
          <p:cNvPr id="10" name="Text Box 5">
            <a:extLst>
              <a:ext uri="{FF2B5EF4-FFF2-40B4-BE49-F238E27FC236}">
                <a16:creationId xmlns:a16="http://schemas.microsoft.com/office/drawing/2014/main" id="{BD48DB90-266A-48C0-4147-88AD59F51CDF}"/>
              </a:ext>
            </a:extLst>
          </p:cNvPr>
          <p:cNvSpPr txBox="1">
            <a:spLocks noChangeArrowheads="1"/>
          </p:cNvSpPr>
          <p:nvPr/>
        </p:nvSpPr>
        <p:spPr bwMode="auto">
          <a:xfrm>
            <a:off x="577891" y="8463653"/>
            <a:ext cx="19162629" cy="1200329"/>
          </a:xfrm>
          <a:prstGeom prst="rect">
            <a:avLst/>
          </a:prstGeom>
          <a:noFill/>
          <a:ln w="9525">
            <a:noFill/>
            <a:miter lim="800000"/>
            <a:headEnd/>
            <a:tailEnd/>
          </a:ln>
        </p:spPr>
        <p:txBody>
          <a:bodyPr wrap="square">
            <a:prstTxWarp prst="textNoShape">
              <a:avLst/>
            </a:prstTxWarp>
            <a:spAutoFit/>
          </a:bodyPr>
          <a:lstStyle/>
          <a:p>
            <a:r>
              <a:rPr lang="en-US" sz="3600" dirty="0" err="1"/>
              <a:t>Clustal</a:t>
            </a:r>
            <a:r>
              <a:rPr lang="en-US" sz="3600" dirty="0"/>
              <a:t> and related methods can handle up to ~70% sequence divergence when BLOSUM or other matrices are used.  Insertion and deletions of amino acids (INDELs) are the challenge.</a:t>
            </a:r>
          </a:p>
        </p:txBody>
      </p:sp>
    </p:spTree>
    <p:extLst>
      <p:ext uri="{BB962C8B-B14F-4D97-AF65-F5344CB8AC3E}">
        <p14:creationId xmlns:p14="http://schemas.microsoft.com/office/powerpoint/2010/main" val="128544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F3517-52E2-5260-2C18-E1F68DA65EA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374E5224-6257-83C8-EB85-6B3761E1E334}"/>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57E5574-0BCF-EDE4-D966-666509C5D030}"/>
              </a:ext>
            </a:extLst>
          </p:cNvPr>
          <p:cNvSpPr>
            <a:spLocks noGrp="1"/>
          </p:cNvSpPr>
          <p:nvPr>
            <p:ph type="sldNum" sz="quarter" idx="22"/>
          </p:nvPr>
        </p:nvSpPr>
        <p:spPr/>
        <p:txBody>
          <a:bodyPr/>
          <a:lstStyle/>
          <a:p>
            <a:fld id="{991AB9B0-3E43-D847-B073-60FE8FAFFDB7}" type="slidenum">
              <a:rPr lang="en-US" smtClean="0"/>
              <a:pPr/>
              <a:t>20</a:t>
            </a:fld>
            <a:endParaRPr lang="en-US"/>
          </a:p>
        </p:txBody>
      </p:sp>
      <p:pic>
        <p:nvPicPr>
          <p:cNvPr id="12" name="Picture 11" descr="A computer code with numbers and letters&#10;&#10;AI-generated content may be incorrect.">
            <a:extLst>
              <a:ext uri="{FF2B5EF4-FFF2-40B4-BE49-F238E27FC236}">
                <a16:creationId xmlns:a16="http://schemas.microsoft.com/office/drawing/2014/main" id="{F3724DD6-1EBC-3BBE-D3B3-1081C147C8DA}"/>
              </a:ext>
            </a:extLst>
          </p:cNvPr>
          <p:cNvPicPr>
            <a:picLocks noChangeAspect="1"/>
          </p:cNvPicPr>
          <p:nvPr/>
        </p:nvPicPr>
        <p:blipFill>
          <a:blip r:embed="rId3"/>
          <a:stretch>
            <a:fillRect/>
          </a:stretch>
        </p:blipFill>
        <p:spPr>
          <a:xfrm>
            <a:off x="2948383" y="458787"/>
            <a:ext cx="14421645" cy="9848928"/>
          </a:xfrm>
          <a:prstGeom prst="rect">
            <a:avLst/>
          </a:prstGeom>
        </p:spPr>
      </p:pic>
      <p:sp>
        <p:nvSpPr>
          <p:cNvPr id="13" name="Text Box 5">
            <a:extLst>
              <a:ext uri="{FF2B5EF4-FFF2-40B4-BE49-F238E27FC236}">
                <a16:creationId xmlns:a16="http://schemas.microsoft.com/office/drawing/2014/main" id="{436F54B0-1DAA-A5DF-D377-9AB5708381B1}"/>
              </a:ext>
            </a:extLst>
          </p:cNvPr>
          <p:cNvSpPr txBox="1">
            <a:spLocks noChangeArrowheads="1"/>
          </p:cNvSpPr>
          <p:nvPr/>
        </p:nvSpPr>
        <p:spPr bwMode="auto">
          <a:xfrm>
            <a:off x="3271664" y="10331854"/>
            <a:ext cx="15359236" cy="954107"/>
          </a:xfrm>
          <a:prstGeom prst="rect">
            <a:avLst/>
          </a:prstGeom>
          <a:noFill/>
          <a:ln w="9525">
            <a:noFill/>
            <a:miter lim="800000"/>
            <a:headEnd/>
            <a:tailEnd/>
          </a:ln>
        </p:spPr>
        <p:txBody>
          <a:bodyPr wrap="square">
            <a:prstTxWarp prst="textNoShape">
              <a:avLst/>
            </a:prstTxWarp>
            <a:spAutoFit/>
          </a:bodyPr>
          <a:lstStyle/>
          <a:p>
            <a:r>
              <a:rPr lang="en-US" sz="2800" dirty="0"/>
              <a:t>. = same amino acid, * = conservative change, : = semi-conservative change</a:t>
            </a:r>
          </a:p>
          <a:p>
            <a:r>
              <a:rPr lang="en-US" sz="2800" dirty="0"/>
              <a:t>- = gap; SRS = substrate recognition site</a:t>
            </a:r>
          </a:p>
        </p:txBody>
      </p:sp>
    </p:spTree>
    <p:extLst>
      <p:ext uri="{BB962C8B-B14F-4D97-AF65-F5344CB8AC3E}">
        <p14:creationId xmlns:p14="http://schemas.microsoft.com/office/powerpoint/2010/main" val="1819764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47DE5-8F16-C0AC-1F4A-89F0465A50C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2EDEE37D-F17D-649D-744D-2F727D3F778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026ECE4-099D-6EF1-E943-0AE2E46BFD4F}"/>
              </a:ext>
            </a:extLst>
          </p:cNvPr>
          <p:cNvSpPr>
            <a:spLocks noGrp="1"/>
          </p:cNvSpPr>
          <p:nvPr>
            <p:ph type="sldNum" sz="quarter" idx="22"/>
          </p:nvPr>
        </p:nvSpPr>
        <p:spPr/>
        <p:txBody>
          <a:bodyPr/>
          <a:lstStyle/>
          <a:p>
            <a:fld id="{991AB9B0-3E43-D847-B073-60FE8FAFFDB7}" type="slidenum">
              <a:rPr lang="en-US" smtClean="0"/>
              <a:pPr/>
              <a:t>21</a:t>
            </a:fld>
            <a:endParaRPr lang="en-US"/>
          </a:p>
        </p:txBody>
      </p:sp>
      <p:sp>
        <p:nvSpPr>
          <p:cNvPr id="6" name="Title 1">
            <a:extLst>
              <a:ext uri="{FF2B5EF4-FFF2-40B4-BE49-F238E27FC236}">
                <a16:creationId xmlns:a16="http://schemas.microsoft.com/office/drawing/2014/main" id="{D4E7E4DE-00C7-3537-87BF-FA47014CAF6F}"/>
              </a:ext>
            </a:extLst>
          </p:cNvPr>
          <p:cNvSpPr>
            <a:spLocks noGrp="1"/>
          </p:cNvSpPr>
          <p:nvPr>
            <p:ph type="ctrTitle"/>
          </p:nvPr>
        </p:nvSpPr>
        <p:spPr>
          <a:xfrm>
            <a:off x="420771" y="382587"/>
            <a:ext cx="17277825" cy="1032203"/>
          </a:xfrm>
        </p:spPr>
        <p:txBody>
          <a:bodyPr>
            <a:noAutofit/>
          </a:bodyPr>
          <a:lstStyle/>
          <a:p>
            <a:r>
              <a:rPr lang="en-US" sz="6000" dirty="0"/>
              <a:t>Multiple Sequence Alignment</a:t>
            </a:r>
            <a:endParaRPr lang="en-US" sz="6000" dirty="0">
              <a:latin typeface="Raleway" pitchFamily="2" charset="77"/>
            </a:endParaRPr>
          </a:p>
        </p:txBody>
      </p:sp>
      <p:sp>
        <p:nvSpPr>
          <p:cNvPr id="3" name="Text Box 5">
            <a:extLst>
              <a:ext uri="{FF2B5EF4-FFF2-40B4-BE49-F238E27FC236}">
                <a16:creationId xmlns:a16="http://schemas.microsoft.com/office/drawing/2014/main" id="{2D86AB09-41C1-0918-D3EB-C1B04BFB4FC8}"/>
              </a:ext>
            </a:extLst>
          </p:cNvPr>
          <p:cNvSpPr txBox="1">
            <a:spLocks noChangeArrowheads="1"/>
          </p:cNvSpPr>
          <p:nvPr/>
        </p:nvSpPr>
        <p:spPr bwMode="auto">
          <a:xfrm>
            <a:off x="2334052" y="3175843"/>
            <a:ext cx="15650307" cy="5078313"/>
          </a:xfrm>
          <a:prstGeom prst="rect">
            <a:avLst/>
          </a:prstGeom>
          <a:noFill/>
          <a:ln w="9525">
            <a:noFill/>
            <a:miter lim="800000"/>
            <a:headEnd/>
            <a:tailEnd/>
          </a:ln>
        </p:spPr>
        <p:txBody>
          <a:bodyPr wrap="square">
            <a:prstTxWarp prst="textNoShape">
              <a:avLst/>
            </a:prstTxWarp>
            <a:spAutoFit/>
          </a:bodyPr>
          <a:lstStyle/>
          <a:p>
            <a:r>
              <a:rPr lang="en-US" sz="3600" dirty="0"/>
              <a:t>Alignment involves appropriate substitution models</a:t>
            </a:r>
          </a:p>
          <a:p>
            <a:endParaRPr lang="en-US" sz="3600" dirty="0"/>
          </a:p>
          <a:p>
            <a:r>
              <a:rPr lang="en-US" sz="3600" dirty="0"/>
              <a:t>Alignment of divergent sequences may require structural constraints (e.g. </a:t>
            </a:r>
            <a:r>
              <a:rPr lang="en-US" sz="3600" dirty="0" err="1"/>
              <a:t>rRNA</a:t>
            </a:r>
            <a:r>
              <a:rPr lang="en-US" sz="3600" dirty="0"/>
              <a:t> folding) or special algorithms (e.g. MUSCLE)</a:t>
            </a:r>
          </a:p>
          <a:p>
            <a:endParaRPr lang="en-US" sz="3600" dirty="0"/>
          </a:p>
          <a:p>
            <a:r>
              <a:rPr lang="en-US" sz="3600" dirty="0"/>
              <a:t>Any alignment may have sub-sections that are poorly aligned and should be removed from phylogenetic analyses as HOMOLOGY is uncertain (i.e. not sure if all amino acids in the column reflect the same ancestral position in the protein).</a:t>
            </a:r>
          </a:p>
        </p:txBody>
      </p:sp>
    </p:spTree>
    <p:extLst>
      <p:ext uri="{BB962C8B-B14F-4D97-AF65-F5344CB8AC3E}">
        <p14:creationId xmlns:p14="http://schemas.microsoft.com/office/powerpoint/2010/main" val="240559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4B7B6-E541-DF77-2F32-BB566C803537}"/>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69A9EB0-AA69-A180-90FA-A4E7D35A0EB2}"/>
              </a:ext>
            </a:extLst>
          </p:cNvPr>
          <p:cNvSpPr/>
          <p:nvPr/>
        </p:nvSpPr>
        <p:spPr>
          <a:xfrm>
            <a:off x="3695727" y="282682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9A0FCB5B-F6E2-262B-458E-1CF3E8E4A8F7}"/>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CCAA4247-D37A-EEBF-0B7A-53AF905C4D0D}"/>
              </a:ext>
            </a:extLst>
          </p:cNvPr>
          <p:cNvSpPr>
            <a:spLocks noGrp="1"/>
          </p:cNvSpPr>
          <p:nvPr>
            <p:ph type="sldNum" sz="quarter" idx="22"/>
          </p:nvPr>
        </p:nvSpPr>
        <p:spPr/>
        <p:txBody>
          <a:bodyPr/>
          <a:lstStyle/>
          <a:p>
            <a:fld id="{991AB9B0-3E43-D847-B073-60FE8FAFFDB7}" type="slidenum">
              <a:rPr lang="en-US" smtClean="0"/>
              <a:pPr/>
              <a:t>22</a:t>
            </a:fld>
            <a:endParaRPr lang="en-US"/>
          </a:p>
        </p:txBody>
      </p:sp>
      <p:sp>
        <p:nvSpPr>
          <p:cNvPr id="6" name="Title 1">
            <a:extLst>
              <a:ext uri="{FF2B5EF4-FFF2-40B4-BE49-F238E27FC236}">
                <a16:creationId xmlns:a16="http://schemas.microsoft.com/office/drawing/2014/main" id="{5FE4EC0B-5140-A888-1CA7-20F2FF51A9A0}"/>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5" name="Text Box 5">
            <a:extLst>
              <a:ext uri="{FF2B5EF4-FFF2-40B4-BE49-F238E27FC236}">
                <a16:creationId xmlns:a16="http://schemas.microsoft.com/office/drawing/2014/main" id="{721A0869-C43B-71D7-66DA-03E99C7AC888}"/>
              </a:ext>
            </a:extLst>
          </p:cNvPr>
          <p:cNvSpPr txBox="1">
            <a:spLocks noChangeArrowheads="1"/>
          </p:cNvSpPr>
          <p:nvPr/>
        </p:nvSpPr>
        <p:spPr bwMode="auto">
          <a:xfrm>
            <a:off x="4589405" y="31447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find homologous sites?</a:t>
            </a:r>
          </a:p>
        </p:txBody>
      </p:sp>
      <p:sp>
        <p:nvSpPr>
          <p:cNvPr id="10" name="Oval 9">
            <a:extLst>
              <a:ext uri="{FF2B5EF4-FFF2-40B4-BE49-F238E27FC236}">
                <a16:creationId xmlns:a16="http://schemas.microsoft.com/office/drawing/2014/main" id="{F4E75744-ADE6-47F8-5AB5-EC10A7CD7E50}"/>
              </a:ext>
            </a:extLst>
          </p:cNvPr>
          <p:cNvSpPr/>
          <p:nvPr/>
        </p:nvSpPr>
        <p:spPr>
          <a:xfrm>
            <a:off x="1409700" y="297624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16" name="Rounded Rectangle 15">
            <a:extLst>
              <a:ext uri="{FF2B5EF4-FFF2-40B4-BE49-F238E27FC236}">
                <a16:creationId xmlns:a16="http://schemas.microsoft.com/office/drawing/2014/main" id="{105F108F-3F54-AD87-C798-F74FCC1E5CD7}"/>
              </a:ext>
            </a:extLst>
          </p:cNvPr>
          <p:cNvSpPr/>
          <p:nvPr/>
        </p:nvSpPr>
        <p:spPr>
          <a:xfrm>
            <a:off x="3695727" y="4941477"/>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348F585-8676-98A8-F4FE-03FF510CFEDB}"/>
              </a:ext>
            </a:extLst>
          </p:cNvPr>
          <p:cNvSpPr/>
          <p:nvPr/>
        </p:nvSpPr>
        <p:spPr>
          <a:xfrm>
            <a:off x="1409700" y="5090905"/>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19" name="Rounded Rectangle 18">
            <a:extLst>
              <a:ext uri="{FF2B5EF4-FFF2-40B4-BE49-F238E27FC236}">
                <a16:creationId xmlns:a16="http://schemas.microsoft.com/office/drawing/2014/main" id="{642A4F74-805D-393D-B726-881FE3B45DE5}"/>
              </a:ext>
            </a:extLst>
          </p:cNvPr>
          <p:cNvSpPr/>
          <p:nvPr/>
        </p:nvSpPr>
        <p:spPr>
          <a:xfrm>
            <a:off x="3695727" y="720556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B17278-9D2A-4686-82F4-5DB0EAD11163}"/>
              </a:ext>
            </a:extLst>
          </p:cNvPr>
          <p:cNvSpPr/>
          <p:nvPr/>
        </p:nvSpPr>
        <p:spPr>
          <a:xfrm>
            <a:off x="1409700" y="735498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23F7B3F7-63C5-7D40-5792-56E3756D975C}"/>
              </a:ext>
            </a:extLst>
          </p:cNvPr>
          <p:cNvSpPr txBox="1">
            <a:spLocks noChangeArrowheads="1"/>
          </p:cNvSpPr>
          <p:nvPr/>
        </p:nvSpPr>
        <p:spPr bwMode="auto">
          <a:xfrm>
            <a:off x="4589405" y="5239306"/>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model substitution?</a:t>
            </a:r>
          </a:p>
        </p:txBody>
      </p:sp>
      <p:sp>
        <p:nvSpPr>
          <p:cNvPr id="26" name="Text Box 5">
            <a:extLst>
              <a:ext uri="{FF2B5EF4-FFF2-40B4-BE49-F238E27FC236}">
                <a16:creationId xmlns:a16="http://schemas.microsoft.com/office/drawing/2014/main" id="{9B2E504A-55ED-B727-1FE2-A82513CDCC5E}"/>
              </a:ext>
            </a:extLst>
          </p:cNvPr>
          <p:cNvSpPr txBox="1">
            <a:spLocks noChangeArrowheads="1"/>
          </p:cNvSpPr>
          <p:nvPr/>
        </p:nvSpPr>
        <p:spPr bwMode="auto">
          <a:xfrm>
            <a:off x="4589404" y="7523465"/>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How do we search for the best tree?</a:t>
            </a:r>
          </a:p>
        </p:txBody>
      </p:sp>
    </p:spTree>
    <p:extLst>
      <p:ext uri="{BB962C8B-B14F-4D97-AF65-F5344CB8AC3E}">
        <p14:creationId xmlns:p14="http://schemas.microsoft.com/office/powerpoint/2010/main" val="2304112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AB49-2E48-33AD-50E7-E3BEB6DE2597}"/>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B49E0F0D-B0BD-6A3E-81EA-75FC394CF17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301EA78A-E557-6D4A-1A6D-8F4C4C9D56C3}"/>
              </a:ext>
            </a:extLst>
          </p:cNvPr>
          <p:cNvSpPr>
            <a:spLocks noGrp="1"/>
          </p:cNvSpPr>
          <p:nvPr>
            <p:ph type="sldNum" sz="quarter" idx="22"/>
          </p:nvPr>
        </p:nvSpPr>
        <p:spPr/>
        <p:txBody>
          <a:bodyPr/>
          <a:lstStyle/>
          <a:p>
            <a:fld id="{991AB9B0-3E43-D847-B073-60FE8FAFFDB7}" type="slidenum">
              <a:rPr lang="en-US" smtClean="0"/>
              <a:pPr/>
              <a:t>23</a:t>
            </a:fld>
            <a:endParaRPr lang="en-US"/>
          </a:p>
        </p:txBody>
      </p:sp>
      <p:sp>
        <p:nvSpPr>
          <p:cNvPr id="6" name="Title 1">
            <a:extLst>
              <a:ext uri="{FF2B5EF4-FFF2-40B4-BE49-F238E27FC236}">
                <a16:creationId xmlns:a16="http://schemas.microsoft.com/office/drawing/2014/main" id="{271CFE1E-AFBE-DF96-E78F-0AA85066A04B}"/>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16" name="Rounded Rectangle 15">
            <a:extLst>
              <a:ext uri="{FF2B5EF4-FFF2-40B4-BE49-F238E27FC236}">
                <a16:creationId xmlns:a16="http://schemas.microsoft.com/office/drawing/2014/main" id="{494AFE30-2A70-DE98-59E4-D9D6A0C6250E}"/>
              </a:ext>
            </a:extLst>
          </p:cNvPr>
          <p:cNvSpPr/>
          <p:nvPr/>
        </p:nvSpPr>
        <p:spPr>
          <a:xfrm>
            <a:off x="3695727" y="4941477"/>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B33E605-9AB7-4C63-C11C-09C01F9DBAE1}"/>
              </a:ext>
            </a:extLst>
          </p:cNvPr>
          <p:cNvSpPr/>
          <p:nvPr/>
        </p:nvSpPr>
        <p:spPr>
          <a:xfrm>
            <a:off x="1409700" y="5090905"/>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25" name="Text Box 5">
            <a:extLst>
              <a:ext uri="{FF2B5EF4-FFF2-40B4-BE49-F238E27FC236}">
                <a16:creationId xmlns:a16="http://schemas.microsoft.com/office/drawing/2014/main" id="{25B4B63D-8F7B-1170-BDDA-8AE6ED12AF92}"/>
              </a:ext>
            </a:extLst>
          </p:cNvPr>
          <p:cNvSpPr txBox="1">
            <a:spLocks noChangeArrowheads="1"/>
          </p:cNvSpPr>
          <p:nvPr/>
        </p:nvSpPr>
        <p:spPr bwMode="auto">
          <a:xfrm>
            <a:off x="4589405" y="5239306"/>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model substitution?</a:t>
            </a:r>
          </a:p>
        </p:txBody>
      </p:sp>
      <p:sp>
        <p:nvSpPr>
          <p:cNvPr id="2" name="Text Box 5">
            <a:extLst>
              <a:ext uri="{FF2B5EF4-FFF2-40B4-BE49-F238E27FC236}">
                <a16:creationId xmlns:a16="http://schemas.microsoft.com/office/drawing/2014/main" id="{B572B4A4-9665-94BA-2EF5-468537A708B6}"/>
              </a:ext>
            </a:extLst>
          </p:cNvPr>
          <p:cNvSpPr txBox="1">
            <a:spLocks noChangeArrowheads="1"/>
          </p:cNvSpPr>
          <p:nvPr/>
        </p:nvSpPr>
        <p:spPr bwMode="auto">
          <a:xfrm>
            <a:off x="1259834" y="2436880"/>
            <a:ext cx="17798744" cy="1754326"/>
          </a:xfrm>
          <a:prstGeom prst="rect">
            <a:avLst/>
          </a:prstGeom>
          <a:noFill/>
          <a:ln w="9525">
            <a:noFill/>
            <a:miter lim="800000"/>
            <a:headEnd/>
            <a:tailEnd/>
          </a:ln>
        </p:spPr>
        <p:txBody>
          <a:bodyPr wrap="square">
            <a:prstTxWarp prst="textNoShape">
              <a:avLst/>
            </a:prstTxWarp>
            <a:spAutoFit/>
          </a:bodyPr>
          <a:lstStyle/>
          <a:p>
            <a:r>
              <a:rPr lang="en-US" sz="3600" dirty="0"/>
              <a:t>Modeling substitution and finding the best tree are intertwined in a concept called the “</a:t>
            </a:r>
            <a:r>
              <a:rPr lang="en-US" sz="3600" b="1" dirty="0"/>
              <a:t>optimality criteria</a:t>
            </a:r>
            <a:r>
              <a:rPr lang="en-US" sz="3600" dirty="0"/>
              <a:t>” – the philosophical / mathematical / computational framework you use to find the best (aka optimal) phylogenetic tree </a:t>
            </a:r>
          </a:p>
        </p:txBody>
      </p:sp>
      <p:sp>
        <p:nvSpPr>
          <p:cNvPr id="3" name="Rounded Rectangle 2">
            <a:extLst>
              <a:ext uri="{FF2B5EF4-FFF2-40B4-BE49-F238E27FC236}">
                <a16:creationId xmlns:a16="http://schemas.microsoft.com/office/drawing/2014/main" id="{9E4CFF44-82EF-CB5F-ABB5-A57178EB8BCE}"/>
              </a:ext>
            </a:extLst>
          </p:cNvPr>
          <p:cNvSpPr/>
          <p:nvPr/>
        </p:nvSpPr>
        <p:spPr>
          <a:xfrm>
            <a:off x="3695727" y="720556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DBB078-4FD6-C0A2-834B-620C0C5181FC}"/>
              </a:ext>
            </a:extLst>
          </p:cNvPr>
          <p:cNvSpPr/>
          <p:nvPr/>
        </p:nvSpPr>
        <p:spPr>
          <a:xfrm>
            <a:off x="1409700" y="735498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12" name="Text Box 5">
            <a:extLst>
              <a:ext uri="{FF2B5EF4-FFF2-40B4-BE49-F238E27FC236}">
                <a16:creationId xmlns:a16="http://schemas.microsoft.com/office/drawing/2014/main" id="{C4EAF540-C0FC-B070-E8E9-3CB3C7994999}"/>
              </a:ext>
            </a:extLst>
          </p:cNvPr>
          <p:cNvSpPr txBox="1">
            <a:spLocks noChangeArrowheads="1"/>
          </p:cNvSpPr>
          <p:nvPr/>
        </p:nvSpPr>
        <p:spPr bwMode="auto">
          <a:xfrm>
            <a:off x="4589404" y="7523465"/>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How do we search for the best tree?</a:t>
            </a:r>
          </a:p>
        </p:txBody>
      </p:sp>
    </p:spTree>
    <p:extLst>
      <p:ext uri="{BB962C8B-B14F-4D97-AF65-F5344CB8AC3E}">
        <p14:creationId xmlns:p14="http://schemas.microsoft.com/office/powerpoint/2010/main" val="253046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9E729-46ED-C38A-69B1-A1C3E18C610A}"/>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8BFC52A-7D88-1D12-61B7-7AA97D2EC7EA}"/>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0E1526C2-C6E0-8680-CBEB-72BB2B83E843}"/>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14C7D4AE-8DAB-A85E-2614-67D69FDE97E7}"/>
              </a:ext>
            </a:extLst>
          </p:cNvPr>
          <p:cNvSpPr>
            <a:spLocks noGrp="1"/>
          </p:cNvSpPr>
          <p:nvPr>
            <p:ph type="sldNum" sz="quarter" idx="22"/>
          </p:nvPr>
        </p:nvSpPr>
        <p:spPr/>
        <p:txBody>
          <a:bodyPr/>
          <a:lstStyle/>
          <a:p>
            <a:fld id="{991AB9B0-3E43-D847-B073-60FE8FAFFDB7}" type="slidenum">
              <a:rPr lang="en-US" smtClean="0"/>
              <a:pPr/>
              <a:t>24</a:t>
            </a:fld>
            <a:endParaRPr lang="en-US"/>
          </a:p>
        </p:txBody>
      </p:sp>
      <p:sp>
        <p:nvSpPr>
          <p:cNvPr id="6" name="Title 1">
            <a:extLst>
              <a:ext uri="{FF2B5EF4-FFF2-40B4-BE49-F238E27FC236}">
                <a16:creationId xmlns:a16="http://schemas.microsoft.com/office/drawing/2014/main" id="{951A08FA-23E1-3F98-87A5-3B2C2F9F6C44}"/>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73795CF7-3ECD-68B5-232E-AEC6964A735D}"/>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A115E5F0-E991-9FDE-CFA4-17657D8A1C69}"/>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16" name="Rounded Rectangle 15">
            <a:extLst>
              <a:ext uri="{FF2B5EF4-FFF2-40B4-BE49-F238E27FC236}">
                <a16:creationId xmlns:a16="http://schemas.microsoft.com/office/drawing/2014/main" id="{8556897E-DD17-D482-9632-35FA1BF8D5E7}"/>
              </a:ext>
            </a:extLst>
          </p:cNvPr>
          <p:cNvSpPr/>
          <p:nvPr/>
        </p:nvSpPr>
        <p:spPr>
          <a:xfrm>
            <a:off x="3771900" y="4296905"/>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BDA7C71-A1BC-84F2-85D4-E89E5282CF79}"/>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19" name="Rounded Rectangle 18">
            <a:extLst>
              <a:ext uri="{FF2B5EF4-FFF2-40B4-BE49-F238E27FC236}">
                <a16:creationId xmlns:a16="http://schemas.microsoft.com/office/drawing/2014/main" id="{DB233EDF-1E19-51BE-F431-8A51DF7C4C96}"/>
              </a:ext>
            </a:extLst>
          </p:cNvPr>
          <p:cNvSpPr/>
          <p:nvPr/>
        </p:nvSpPr>
        <p:spPr>
          <a:xfrm>
            <a:off x="3771900" y="6376589"/>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A1987C6-76F8-3CDE-8DBA-C1EB86DB8DB2}"/>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864A7F4B-83C7-2BE2-3719-460363F1531F}"/>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dirty="0"/>
              <a:t>Distance Methods (e.g. </a:t>
            </a:r>
            <a:r>
              <a:rPr lang="en-US" sz="4400" b="1" dirty="0" err="1"/>
              <a:t>Neighbour</a:t>
            </a:r>
            <a:r>
              <a:rPr lang="en-US" sz="4400" b="1" dirty="0"/>
              <a:t>–joining)</a:t>
            </a:r>
          </a:p>
        </p:txBody>
      </p:sp>
      <p:sp>
        <p:nvSpPr>
          <p:cNvPr id="26" name="Text Box 5">
            <a:extLst>
              <a:ext uri="{FF2B5EF4-FFF2-40B4-BE49-F238E27FC236}">
                <a16:creationId xmlns:a16="http://schemas.microsoft.com/office/drawing/2014/main" id="{FF36FB45-814E-93DF-3AA0-633F6F9BC197}"/>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2" name="Rounded Rectangle 1">
            <a:extLst>
              <a:ext uri="{FF2B5EF4-FFF2-40B4-BE49-F238E27FC236}">
                <a16:creationId xmlns:a16="http://schemas.microsoft.com/office/drawing/2014/main" id="{9F185B6D-D980-8CD5-2461-3A8CEEBA1669}"/>
              </a:ext>
            </a:extLst>
          </p:cNvPr>
          <p:cNvSpPr/>
          <p:nvPr/>
        </p:nvSpPr>
        <p:spPr>
          <a:xfrm>
            <a:off x="3771899" y="8456274"/>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B16E1785-57EE-7049-646E-FC7F1A034D09}"/>
              </a:ext>
            </a:extLst>
          </p:cNvPr>
          <p:cNvSpPr/>
          <p:nvPr/>
        </p:nvSpPr>
        <p:spPr>
          <a:xfrm>
            <a:off x="1485873" y="8605702"/>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4</a:t>
            </a:r>
            <a:endParaRPr lang="en-US" b="1" dirty="0">
              <a:solidFill>
                <a:schemeClr val="tx1"/>
              </a:solidFill>
            </a:endParaRPr>
          </a:p>
        </p:txBody>
      </p:sp>
      <p:sp>
        <p:nvSpPr>
          <p:cNvPr id="9" name="Text Box 5">
            <a:extLst>
              <a:ext uri="{FF2B5EF4-FFF2-40B4-BE49-F238E27FC236}">
                <a16:creationId xmlns:a16="http://schemas.microsoft.com/office/drawing/2014/main" id="{C05DDFB3-9199-4244-AF8A-DD6B25C67728}"/>
              </a:ext>
            </a:extLst>
          </p:cNvPr>
          <p:cNvSpPr txBox="1">
            <a:spLocks noChangeArrowheads="1"/>
          </p:cNvSpPr>
          <p:nvPr/>
        </p:nvSpPr>
        <p:spPr bwMode="auto">
          <a:xfrm>
            <a:off x="4284578" y="8795229"/>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Bayesian Inference</a:t>
            </a:r>
          </a:p>
        </p:txBody>
      </p:sp>
    </p:spTree>
    <p:extLst>
      <p:ext uri="{BB962C8B-B14F-4D97-AF65-F5344CB8AC3E}">
        <p14:creationId xmlns:p14="http://schemas.microsoft.com/office/powerpoint/2010/main" val="1633358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5FE01-4903-491E-2C46-8C40000EAF7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B03A14CF-3C4E-46B1-500E-62AD464E92E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465B47B0-27EB-F458-DFA8-35FE59504CAD}"/>
              </a:ext>
            </a:extLst>
          </p:cNvPr>
          <p:cNvSpPr>
            <a:spLocks noGrp="1"/>
          </p:cNvSpPr>
          <p:nvPr>
            <p:ph type="sldNum" sz="quarter" idx="22"/>
          </p:nvPr>
        </p:nvSpPr>
        <p:spPr/>
        <p:txBody>
          <a:bodyPr/>
          <a:lstStyle/>
          <a:p>
            <a:fld id="{991AB9B0-3E43-D847-B073-60FE8FAFFDB7}" type="slidenum">
              <a:rPr lang="en-US" smtClean="0"/>
              <a:pPr/>
              <a:t>25</a:t>
            </a:fld>
            <a:endParaRPr lang="en-US"/>
          </a:p>
        </p:txBody>
      </p:sp>
      <p:sp>
        <p:nvSpPr>
          <p:cNvPr id="6" name="Title 1">
            <a:extLst>
              <a:ext uri="{FF2B5EF4-FFF2-40B4-BE49-F238E27FC236}">
                <a16:creationId xmlns:a16="http://schemas.microsoft.com/office/drawing/2014/main" id="{2CABD1D6-257A-D076-38BA-57C182466442}"/>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16" name="Rounded Rectangle 15">
            <a:extLst>
              <a:ext uri="{FF2B5EF4-FFF2-40B4-BE49-F238E27FC236}">
                <a16:creationId xmlns:a16="http://schemas.microsoft.com/office/drawing/2014/main" id="{AAEFCFEA-53B2-E530-80C9-6ADFA16E4B95}"/>
              </a:ext>
            </a:extLst>
          </p:cNvPr>
          <p:cNvSpPr/>
          <p:nvPr/>
        </p:nvSpPr>
        <p:spPr>
          <a:xfrm>
            <a:off x="3771900" y="4296905"/>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8706A98-E9FE-B872-B88F-A885ACD0F8BE}"/>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25" name="Text Box 5">
            <a:extLst>
              <a:ext uri="{FF2B5EF4-FFF2-40B4-BE49-F238E27FC236}">
                <a16:creationId xmlns:a16="http://schemas.microsoft.com/office/drawing/2014/main" id="{BB89A7A5-F8E3-F2CC-6C60-A5759E450C04}"/>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dirty="0"/>
              <a:t>Distance Methods (e.g. </a:t>
            </a:r>
            <a:r>
              <a:rPr lang="en-US" sz="4400" b="1" dirty="0" err="1"/>
              <a:t>Neighbour</a:t>
            </a:r>
            <a:r>
              <a:rPr lang="en-US" sz="4400" b="1" dirty="0"/>
              <a:t>–joining)</a:t>
            </a:r>
          </a:p>
        </p:txBody>
      </p:sp>
      <p:sp>
        <p:nvSpPr>
          <p:cNvPr id="4" name="Text Box 5">
            <a:extLst>
              <a:ext uri="{FF2B5EF4-FFF2-40B4-BE49-F238E27FC236}">
                <a16:creationId xmlns:a16="http://schemas.microsoft.com/office/drawing/2014/main" id="{57FBA1FC-3377-7F26-78DB-643953AC9343}"/>
              </a:ext>
            </a:extLst>
          </p:cNvPr>
          <p:cNvSpPr txBox="1">
            <a:spLocks noChangeArrowheads="1"/>
          </p:cNvSpPr>
          <p:nvPr/>
        </p:nvSpPr>
        <p:spPr bwMode="auto">
          <a:xfrm>
            <a:off x="5922878" y="6023859"/>
            <a:ext cx="14989822" cy="3970318"/>
          </a:xfrm>
          <a:prstGeom prst="rect">
            <a:avLst/>
          </a:prstGeom>
          <a:noFill/>
          <a:ln w="9525">
            <a:noFill/>
            <a:miter lim="800000"/>
            <a:headEnd/>
            <a:tailEnd/>
          </a:ln>
        </p:spPr>
        <p:txBody>
          <a:bodyPr wrap="square">
            <a:prstTxWarp prst="textNoShape">
              <a:avLst/>
            </a:prstTxWarp>
            <a:spAutoFit/>
          </a:bodyPr>
          <a:lstStyle/>
          <a:p>
            <a:r>
              <a:rPr lang="en-US" sz="3600" dirty="0"/>
              <a:t>Simplify a multiple sequence alignment to a distance matrix</a:t>
            </a:r>
          </a:p>
          <a:p>
            <a:endParaRPr lang="en-US" sz="3600" dirty="0"/>
          </a:p>
          <a:p>
            <a:r>
              <a:rPr lang="en-US" sz="3600" dirty="0"/>
              <a:t>Loss of information; unreliable method</a:t>
            </a:r>
          </a:p>
          <a:p>
            <a:endParaRPr lang="en-US" sz="3600" dirty="0"/>
          </a:p>
          <a:p>
            <a:r>
              <a:rPr lang="en-US" sz="3600" dirty="0"/>
              <a:t>But it is very fast, so often used as a first-pass estimate</a:t>
            </a:r>
          </a:p>
          <a:p>
            <a:endParaRPr lang="en-US" sz="3600" dirty="0"/>
          </a:p>
          <a:p>
            <a:r>
              <a:rPr lang="en-US" sz="3600" dirty="0"/>
              <a:t>BEWARE publications with </a:t>
            </a:r>
            <a:r>
              <a:rPr lang="en-US" sz="3600" dirty="0" err="1"/>
              <a:t>neighbour</a:t>
            </a:r>
            <a:r>
              <a:rPr lang="en-US" sz="3600" dirty="0"/>
              <a:t>-joining trees!</a:t>
            </a:r>
          </a:p>
        </p:txBody>
      </p:sp>
    </p:spTree>
    <p:extLst>
      <p:ext uri="{BB962C8B-B14F-4D97-AF65-F5344CB8AC3E}">
        <p14:creationId xmlns:p14="http://schemas.microsoft.com/office/powerpoint/2010/main" val="4679718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6B631-C6D8-CAF9-FAFC-3D9F70833D54}"/>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AF359AE3-A2CB-C7ED-D132-227873D1D113}"/>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5E07FD56-5E93-3147-BDAB-EAB94AD73DA9}"/>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010B7BCC-DDCB-1FFB-B4A5-DDBFADCF026A}"/>
              </a:ext>
            </a:extLst>
          </p:cNvPr>
          <p:cNvSpPr>
            <a:spLocks noGrp="1"/>
          </p:cNvSpPr>
          <p:nvPr>
            <p:ph type="sldNum" sz="quarter" idx="22"/>
          </p:nvPr>
        </p:nvSpPr>
        <p:spPr/>
        <p:txBody>
          <a:bodyPr/>
          <a:lstStyle/>
          <a:p>
            <a:fld id="{991AB9B0-3E43-D847-B073-60FE8FAFFDB7}" type="slidenum">
              <a:rPr lang="en-US" smtClean="0"/>
              <a:pPr/>
              <a:t>26</a:t>
            </a:fld>
            <a:endParaRPr lang="en-US"/>
          </a:p>
        </p:txBody>
      </p:sp>
      <p:sp>
        <p:nvSpPr>
          <p:cNvPr id="6" name="Title 1">
            <a:extLst>
              <a:ext uri="{FF2B5EF4-FFF2-40B4-BE49-F238E27FC236}">
                <a16:creationId xmlns:a16="http://schemas.microsoft.com/office/drawing/2014/main" id="{13CEA842-A1FF-D2EC-981C-F673DFD172A0}"/>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12378780-5C5A-ED85-5BB0-CD7B2C6DD8DB}"/>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B3DB8FC1-5119-AC28-65F6-69F45E83E361}"/>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16" name="Rounded Rectangle 15">
            <a:extLst>
              <a:ext uri="{FF2B5EF4-FFF2-40B4-BE49-F238E27FC236}">
                <a16:creationId xmlns:a16="http://schemas.microsoft.com/office/drawing/2014/main" id="{6145B474-EE61-9C00-677A-E2F953D37DE5}"/>
              </a:ext>
            </a:extLst>
          </p:cNvPr>
          <p:cNvSpPr/>
          <p:nvPr/>
        </p:nvSpPr>
        <p:spPr>
          <a:xfrm>
            <a:off x="3771900" y="4296905"/>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A7C95B8-F964-FE6E-D3B8-31AE7107BE10}"/>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12EBEC9F-6CCC-C55C-694F-BCD2E25E6C0C}"/>
              </a:ext>
            </a:extLst>
          </p:cNvPr>
          <p:cNvSpPr/>
          <p:nvPr/>
        </p:nvSpPr>
        <p:spPr>
          <a:xfrm>
            <a:off x="3771900" y="6376589"/>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AEAB74C-1EF0-5F2E-AB02-EF3661A495FD}"/>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FB19B95B-B66C-24EB-BA49-1466B5C72479}"/>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FF8C8591-5A9E-B3AD-057D-BDD34B5B9FAE}"/>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2" name="Rounded Rectangle 1">
            <a:extLst>
              <a:ext uri="{FF2B5EF4-FFF2-40B4-BE49-F238E27FC236}">
                <a16:creationId xmlns:a16="http://schemas.microsoft.com/office/drawing/2014/main" id="{55C828C9-020B-89A5-6700-F5B45488BB23}"/>
              </a:ext>
            </a:extLst>
          </p:cNvPr>
          <p:cNvSpPr/>
          <p:nvPr/>
        </p:nvSpPr>
        <p:spPr>
          <a:xfrm>
            <a:off x="3771899" y="8456274"/>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655A35D-7400-E660-07CE-76F9401DC963}"/>
              </a:ext>
            </a:extLst>
          </p:cNvPr>
          <p:cNvSpPr/>
          <p:nvPr/>
        </p:nvSpPr>
        <p:spPr>
          <a:xfrm>
            <a:off x="1485873" y="8605702"/>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4</a:t>
            </a:r>
            <a:endParaRPr lang="en-US" b="1" dirty="0">
              <a:solidFill>
                <a:schemeClr val="tx1"/>
              </a:solidFill>
            </a:endParaRPr>
          </a:p>
        </p:txBody>
      </p:sp>
      <p:sp>
        <p:nvSpPr>
          <p:cNvPr id="9" name="Text Box 5">
            <a:extLst>
              <a:ext uri="{FF2B5EF4-FFF2-40B4-BE49-F238E27FC236}">
                <a16:creationId xmlns:a16="http://schemas.microsoft.com/office/drawing/2014/main" id="{13C72006-587C-5C86-61FE-25BD6E89EE58}"/>
              </a:ext>
            </a:extLst>
          </p:cNvPr>
          <p:cNvSpPr txBox="1">
            <a:spLocks noChangeArrowheads="1"/>
          </p:cNvSpPr>
          <p:nvPr/>
        </p:nvSpPr>
        <p:spPr bwMode="auto">
          <a:xfrm>
            <a:off x="4284578" y="8795229"/>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Bayesian Inference</a:t>
            </a:r>
          </a:p>
        </p:txBody>
      </p:sp>
    </p:spTree>
    <p:extLst>
      <p:ext uri="{BB962C8B-B14F-4D97-AF65-F5344CB8AC3E}">
        <p14:creationId xmlns:p14="http://schemas.microsoft.com/office/powerpoint/2010/main" val="15619924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DBC23-F09B-DA24-74B3-CD4EF3DDE2AB}"/>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6B4DB71-9047-5B71-148E-232CF7FE4CA3}"/>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5DDEA4D5-C80D-A427-4C3E-C95E2E7D93F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9891D216-D035-ACBD-BF02-A1CF8063F524}"/>
              </a:ext>
            </a:extLst>
          </p:cNvPr>
          <p:cNvSpPr>
            <a:spLocks noGrp="1"/>
          </p:cNvSpPr>
          <p:nvPr>
            <p:ph type="sldNum" sz="quarter" idx="22"/>
          </p:nvPr>
        </p:nvSpPr>
        <p:spPr/>
        <p:txBody>
          <a:bodyPr/>
          <a:lstStyle/>
          <a:p>
            <a:fld id="{991AB9B0-3E43-D847-B073-60FE8FAFFDB7}" type="slidenum">
              <a:rPr lang="en-US" smtClean="0"/>
              <a:pPr/>
              <a:t>27</a:t>
            </a:fld>
            <a:endParaRPr lang="en-US"/>
          </a:p>
        </p:txBody>
      </p:sp>
      <p:sp>
        <p:nvSpPr>
          <p:cNvPr id="6" name="Title 1">
            <a:extLst>
              <a:ext uri="{FF2B5EF4-FFF2-40B4-BE49-F238E27FC236}">
                <a16:creationId xmlns:a16="http://schemas.microsoft.com/office/drawing/2014/main" id="{B7F9FAB4-FFAB-88FA-7BB7-3B4C4C5B1B69}"/>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1DB31B29-E2C1-2820-C935-5E41AFA8B156}"/>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E13E8C01-7C23-415F-2C52-1FB8BBCA05B6}"/>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8C12CDD6-6076-2FB5-F33A-04DEB70B3CF2}"/>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B00081C-5504-D558-D84B-24FA08513A9D}"/>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87F74F72-7A31-E942-CCEA-89A60B8A41EE}"/>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C4E2BA15-AD92-44EE-0959-19EF9AD12356}"/>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A2B32C71-0FB0-1799-8977-33F6DF95222A}"/>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14A93D1C-FDDC-C6CE-E380-D4C3DDFD3F08}"/>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2231CC8B-2FAA-2B7D-C51B-68E18D4D13A4}"/>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7D772D60-FDB2-9847-55CD-96032490183B}"/>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BF4817DB-89EB-687F-462A-8A082CFA9456}"/>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2C267451-1647-36DB-A36A-0E1490F0285D}"/>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67075648-BF81-9856-9678-480C460AECE7}"/>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4E4F2164-6EBE-12B5-69FE-38EF24D91BE0}"/>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71AA174C-46C3-4FDF-6529-34896C2425FC}"/>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0CEFAE2D-D01F-D761-824F-8BD7812D3497}"/>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5BB285D3-9EB7-0FC1-AE07-9652D88F9057}"/>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4" name="Text Box 25">
            <a:extLst>
              <a:ext uri="{FF2B5EF4-FFF2-40B4-BE49-F238E27FC236}">
                <a16:creationId xmlns:a16="http://schemas.microsoft.com/office/drawing/2014/main" id="{1D09D13F-E5F5-82F9-6020-4F7F797EC7F5}"/>
              </a:ext>
            </a:extLst>
          </p:cNvPr>
          <p:cNvSpPr txBox="1">
            <a:spLocks noChangeArrowheads="1"/>
          </p:cNvSpPr>
          <p:nvPr/>
        </p:nvSpPr>
        <p:spPr bwMode="auto">
          <a:xfrm>
            <a:off x="9840118" y="4654145"/>
            <a:ext cx="412292" cy="584775"/>
          </a:xfrm>
          <a:prstGeom prst="rect">
            <a:avLst/>
          </a:prstGeom>
          <a:noFill/>
          <a:ln w="9525">
            <a:noFill/>
            <a:miter lim="800000"/>
            <a:headEnd/>
            <a:tailEnd/>
          </a:ln>
        </p:spPr>
        <p:txBody>
          <a:bodyPr wrap="none">
            <a:prstTxWarp prst="textNoShape">
              <a:avLst/>
            </a:prstTxWarp>
            <a:spAutoFit/>
          </a:bodyPr>
          <a:lstStyle/>
          <a:p>
            <a:r>
              <a:rPr lang="en-US" sz="3200" dirty="0"/>
              <a:t>?</a:t>
            </a:r>
          </a:p>
        </p:txBody>
      </p:sp>
      <p:sp>
        <p:nvSpPr>
          <p:cNvPr id="55" name="Text Box 26">
            <a:extLst>
              <a:ext uri="{FF2B5EF4-FFF2-40B4-BE49-F238E27FC236}">
                <a16:creationId xmlns:a16="http://schemas.microsoft.com/office/drawing/2014/main" id="{D77F96C2-3147-C0B8-268F-C203EF9B86F2}"/>
              </a:ext>
            </a:extLst>
          </p:cNvPr>
          <p:cNvSpPr txBox="1">
            <a:spLocks noChangeArrowheads="1"/>
          </p:cNvSpPr>
          <p:nvPr/>
        </p:nvSpPr>
        <p:spPr bwMode="auto">
          <a:xfrm>
            <a:off x="9306718" y="5263745"/>
            <a:ext cx="412292" cy="584775"/>
          </a:xfrm>
          <a:prstGeom prst="rect">
            <a:avLst/>
          </a:prstGeom>
          <a:noFill/>
          <a:ln w="9525">
            <a:noFill/>
            <a:miter lim="800000"/>
            <a:headEnd/>
            <a:tailEnd/>
          </a:ln>
        </p:spPr>
        <p:txBody>
          <a:bodyPr wrap="none">
            <a:prstTxWarp prst="textNoShape">
              <a:avLst/>
            </a:prstTxWarp>
            <a:spAutoFit/>
          </a:bodyPr>
          <a:lstStyle/>
          <a:p>
            <a:r>
              <a:rPr lang="en-US" sz="3200"/>
              <a:t>?</a:t>
            </a:r>
          </a:p>
        </p:txBody>
      </p:sp>
      <p:sp>
        <p:nvSpPr>
          <p:cNvPr id="56" name="Text Box 20">
            <a:extLst>
              <a:ext uri="{FF2B5EF4-FFF2-40B4-BE49-F238E27FC236}">
                <a16:creationId xmlns:a16="http://schemas.microsoft.com/office/drawing/2014/main" id="{E7DC93AC-8215-D832-638B-B22E8A70DC76}"/>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E91DBA9B-68B0-5E19-97F4-D655541DEB9C}"/>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E0977C45-D252-D1C4-6C0E-3A2A0F19701B}"/>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7BA2D12E-DEAF-BD11-E6D6-10C2F8A672DD}"/>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5886F4FA-21C2-F03A-D803-9DFEF9E4CB0B}"/>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22577BCE-F818-332D-C4F9-C896E9336EA5}"/>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62" name="Text Box 5">
            <a:extLst>
              <a:ext uri="{FF2B5EF4-FFF2-40B4-BE49-F238E27FC236}">
                <a16:creationId xmlns:a16="http://schemas.microsoft.com/office/drawing/2014/main" id="{296E125F-11AC-182D-2640-3D7F0F61D141}"/>
              </a:ext>
            </a:extLst>
          </p:cNvPr>
          <p:cNvSpPr txBox="1">
            <a:spLocks noChangeArrowheads="1"/>
          </p:cNvSpPr>
          <p:nvPr/>
        </p:nvSpPr>
        <p:spPr bwMode="auto">
          <a:xfrm>
            <a:off x="2029632" y="7574693"/>
            <a:ext cx="16916372" cy="1754326"/>
          </a:xfrm>
          <a:prstGeom prst="rect">
            <a:avLst/>
          </a:prstGeom>
          <a:noFill/>
          <a:ln w="9525">
            <a:noFill/>
            <a:miter lim="800000"/>
            <a:headEnd/>
            <a:tailEnd/>
          </a:ln>
        </p:spPr>
        <p:txBody>
          <a:bodyPr wrap="square">
            <a:prstTxWarp prst="textNoShape">
              <a:avLst/>
            </a:prstTxWarp>
            <a:spAutoFit/>
          </a:bodyPr>
          <a:lstStyle/>
          <a:p>
            <a:r>
              <a:rPr lang="en-US" sz="3600" dirty="0"/>
              <a:t>Parsimony is Occam’s Razor, i.e. the simplest explanation is the easiest</a:t>
            </a:r>
          </a:p>
          <a:p>
            <a:endParaRPr lang="en-US" sz="3600" dirty="0"/>
          </a:p>
          <a:p>
            <a:r>
              <a:rPr lang="en-US" sz="3600" dirty="0"/>
              <a:t>Parsimony seeks to minimize the number of substitutions</a:t>
            </a:r>
          </a:p>
        </p:txBody>
      </p:sp>
    </p:spTree>
    <p:extLst>
      <p:ext uri="{BB962C8B-B14F-4D97-AF65-F5344CB8AC3E}">
        <p14:creationId xmlns:p14="http://schemas.microsoft.com/office/powerpoint/2010/main" val="169657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E1C1-A13C-3FF1-7589-ADD04A7BFAE7}"/>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A3F84BD-4A57-CD27-4DA9-50B16DBFF389}"/>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9F431CFD-71D8-8814-DE38-A32AD04518C4}"/>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EFD1E636-58C0-F59D-2D76-B4F49747A124}"/>
              </a:ext>
            </a:extLst>
          </p:cNvPr>
          <p:cNvSpPr>
            <a:spLocks noGrp="1"/>
          </p:cNvSpPr>
          <p:nvPr>
            <p:ph type="sldNum" sz="quarter" idx="22"/>
          </p:nvPr>
        </p:nvSpPr>
        <p:spPr/>
        <p:txBody>
          <a:bodyPr/>
          <a:lstStyle/>
          <a:p>
            <a:fld id="{991AB9B0-3E43-D847-B073-60FE8FAFFDB7}" type="slidenum">
              <a:rPr lang="en-US" smtClean="0"/>
              <a:pPr/>
              <a:t>28</a:t>
            </a:fld>
            <a:endParaRPr lang="en-US"/>
          </a:p>
        </p:txBody>
      </p:sp>
      <p:sp>
        <p:nvSpPr>
          <p:cNvPr id="6" name="Title 1">
            <a:extLst>
              <a:ext uri="{FF2B5EF4-FFF2-40B4-BE49-F238E27FC236}">
                <a16:creationId xmlns:a16="http://schemas.microsoft.com/office/drawing/2014/main" id="{5BD480BC-8C27-C883-87DF-637B48F7E255}"/>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7B9D720E-2433-CE99-36E1-11581A449228}"/>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DBB7CBD3-824C-A741-4A6F-725260C81CE0}"/>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6BB1A63F-3CFB-6129-C211-CDD97B44DA8D}"/>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789CE8D5-7D06-235A-D72C-822D7FF86993}"/>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9A7ECA12-7BA3-3FE1-B4E8-9EBCA1C56D8A}"/>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CA373056-8F1B-D597-92DA-743B085C3D0F}"/>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6C7C121B-8392-CC24-D05C-1FB9F76BA330}"/>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2190CBBC-31F2-3D1A-28BC-8883FE5F4543}"/>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8FAB0EEB-9321-063B-09D2-9E36C076379F}"/>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85835969-9CDF-D1B4-5670-B86DD9D60020}"/>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C7802B4C-58A7-1138-D92A-A7DF18895150}"/>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03BBCAAA-3BD5-F245-3F23-9D5D3682C7AF}"/>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E9314D84-3BE7-76FE-1262-F0A839FE3E1D}"/>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25BDD1A6-2C28-CBA9-D2CB-741BC8CD7661}"/>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9BD8B3AE-E97F-7DF9-BFCF-9045C45BAF93}"/>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F96A17B5-7AF3-6268-D94C-5C1D40177CDB}"/>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8F4D48A3-204B-7B7D-99AA-8269BB4F2242}"/>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5" name="Text Box 26">
            <a:extLst>
              <a:ext uri="{FF2B5EF4-FFF2-40B4-BE49-F238E27FC236}">
                <a16:creationId xmlns:a16="http://schemas.microsoft.com/office/drawing/2014/main" id="{7EE255CE-D7E4-D0F4-E454-2F3AE9A181AB}"/>
              </a:ext>
            </a:extLst>
          </p:cNvPr>
          <p:cNvSpPr txBox="1">
            <a:spLocks noChangeArrowheads="1"/>
          </p:cNvSpPr>
          <p:nvPr/>
        </p:nvSpPr>
        <p:spPr bwMode="auto">
          <a:xfrm>
            <a:off x="9306718" y="5263745"/>
            <a:ext cx="412292" cy="584775"/>
          </a:xfrm>
          <a:prstGeom prst="rect">
            <a:avLst/>
          </a:prstGeom>
          <a:noFill/>
          <a:ln w="9525">
            <a:noFill/>
            <a:miter lim="800000"/>
            <a:headEnd/>
            <a:tailEnd/>
          </a:ln>
        </p:spPr>
        <p:txBody>
          <a:bodyPr wrap="none">
            <a:prstTxWarp prst="textNoShape">
              <a:avLst/>
            </a:prstTxWarp>
            <a:spAutoFit/>
          </a:bodyPr>
          <a:lstStyle/>
          <a:p>
            <a:r>
              <a:rPr lang="en-US" sz="3200"/>
              <a:t>?</a:t>
            </a:r>
          </a:p>
        </p:txBody>
      </p:sp>
      <p:sp>
        <p:nvSpPr>
          <p:cNvPr id="56" name="Text Box 20">
            <a:extLst>
              <a:ext uri="{FF2B5EF4-FFF2-40B4-BE49-F238E27FC236}">
                <a16:creationId xmlns:a16="http://schemas.microsoft.com/office/drawing/2014/main" id="{DBDC7984-E033-BEEC-A1D2-4A376F20F717}"/>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F42634FA-E88A-B449-CDAB-CAD55DB568F6}"/>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763790A0-A17F-59F7-423F-A44C19548514}"/>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EC8ACD5B-65BC-9F2B-77BD-2D059C465CBE}"/>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6D9E7858-3605-3B03-904C-6785F0F95903}"/>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B32DD7C8-4B4D-27ED-3AE6-79336AA7F50E}"/>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B8B744DB-3E5B-EAA3-5B59-6BBDBBADCC8E}"/>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No changes required to explain the adenosines</a:t>
            </a:r>
          </a:p>
        </p:txBody>
      </p:sp>
      <p:sp>
        <p:nvSpPr>
          <p:cNvPr id="2" name="Text Box 20">
            <a:extLst>
              <a:ext uri="{FF2B5EF4-FFF2-40B4-BE49-F238E27FC236}">
                <a16:creationId xmlns:a16="http://schemas.microsoft.com/office/drawing/2014/main" id="{43E79074-A912-E5FE-4F0C-E9A52EE4FC26}"/>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Tree>
    <p:extLst>
      <p:ext uri="{BB962C8B-B14F-4D97-AF65-F5344CB8AC3E}">
        <p14:creationId xmlns:p14="http://schemas.microsoft.com/office/powerpoint/2010/main" val="3929799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0855-E353-1866-C990-306E27A5573D}"/>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17B18C67-3EF4-6871-7793-EF1B5BE96EB3}"/>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618CABB-9FCD-B887-4792-741D26C696D0}"/>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47559AB9-9DBA-D590-25C7-92F8DE0A4E4B}"/>
              </a:ext>
            </a:extLst>
          </p:cNvPr>
          <p:cNvSpPr>
            <a:spLocks noGrp="1"/>
          </p:cNvSpPr>
          <p:nvPr>
            <p:ph type="sldNum" sz="quarter" idx="22"/>
          </p:nvPr>
        </p:nvSpPr>
        <p:spPr/>
        <p:txBody>
          <a:bodyPr/>
          <a:lstStyle/>
          <a:p>
            <a:fld id="{991AB9B0-3E43-D847-B073-60FE8FAFFDB7}" type="slidenum">
              <a:rPr lang="en-US" smtClean="0"/>
              <a:pPr/>
              <a:t>29</a:t>
            </a:fld>
            <a:endParaRPr lang="en-US"/>
          </a:p>
        </p:txBody>
      </p:sp>
      <p:sp>
        <p:nvSpPr>
          <p:cNvPr id="6" name="Title 1">
            <a:extLst>
              <a:ext uri="{FF2B5EF4-FFF2-40B4-BE49-F238E27FC236}">
                <a16:creationId xmlns:a16="http://schemas.microsoft.com/office/drawing/2014/main" id="{460734C3-C85B-8778-E56C-D4EF4944F983}"/>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C1CD28FA-C6F2-4A3B-41E2-E89BC0DEE920}"/>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E803FA85-E1DA-38A5-D5F3-1998D8A2CB38}"/>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DE3F5DCD-494A-EDD2-917C-9C5E004C1353}"/>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8A14934-F9CE-B233-11A4-348565289807}"/>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C66C8042-4503-C100-8A5A-65358846A5B9}"/>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99839410-2A7E-6859-09F0-25CAB27A8DA2}"/>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B787CD97-01DF-97CC-01BD-724C21943190}"/>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9F52ACF0-C471-38D3-B870-CD475D117D84}"/>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5070D1BD-16F8-7B9A-14BF-CE9A90A6FA6F}"/>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CB8C0018-4A77-554E-8FC7-1F0108597FD8}"/>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A2337F35-E717-41DB-DE81-49FF5AF19BE4}"/>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DC051770-FEFB-9D82-1229-ECD0780F933F}"/>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7FB51595-7F69-9285-8324-12917368795C}"/>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DC2AA3A5-E83D-3990-EEEB-BA608F5C2FE2}"/>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85351DCF-9640-D84D-8583-BCAA663E4C30}"/>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1A154C51-B2BE-4D6F-ECE9-336F32F4F01F}"/>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FBF0447D-CB4B-2A68-6A26-C69F7FD35ADE}"/>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B48D0D44-E9BB-D0A2-8550-D99E7BD25DB8}"/>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553B656A-2DD0-9C3E-2BD7-F5DB78DD53DE}"/>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679BA550-9AE0-DD66-CF49-1E09F8C6C2D0}"/>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D9E4D69C-1AED-EEDA-AE55-97F117F07BD5}"/>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E7948E25-0B35-061F-6AB0-C0CFF58DCC10}"/>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23E8E730-A087-49D8-E2EF-D7204C7452EC}"/>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02D08D1C-2894-99CD-0874-EEA5045E3486}"/>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Score: Two changes</a:t>
            </a:r>
          </a:p>
        </p:txBody>
      </p:sp>
      <p:sp>
        <p:nvSpPr>
          <p:cNvPr id="2" name="Text Box 20">
            <a:extLst>
              <a:ext uri="{FF2B5EF4-FFF2-40B4-BE49-F238E27FC236}">
                <a16:creationId xmlns:a16="http://schemas.microsoft.com/office/drawing/2014/main" id="{EFCFCF4C-6D9E-B708-F7F5-068D0EABF7B7}"/>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45DCAE8F-6B8B-21CC-17DF-156CDA5E8BC8}"/>
              </a:ext>
            </a:extLst>
          </p:cNvPr>
          <p:cNvSpPr txBox="1">
            <a:spLocks noChangeArrowheads="1"/>
          </p:cNvSpPr>
          <p:nvPr/>
        </p:nvSpPr>
        <p:spPr bwMode="auto">
          <a:xfrm>
            <a:off x="9335295" y="5233751"/>
            <a:ext cx="723900"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C</a:t>
            </a:r>
          </a:p>
        </p:txBody>
      </p:sp>
      <p:cxnSp>
        <p:nvCxnSpPr>
          <p:cNvPr id="9" name="Straight Connector 8">
            <a:extLst>
              <a:ext uri="{FF2B5EF4-FFF2-40B4-BE49-F238E27FC236}">
                <a16:creationId xmlns:a16="http://schemas.microsoft.com/office/drawing/2014/main" id="{0A4102B0-81BD-C33B-009B-C145528BE676}"/>
              </a:ext>
            </a:extLst>
          </p:cNvPr>
          <p:cNvCxnSpPr/>
          <p:nvPr/>
        </p:nvCxnSpPr>
        <p:spPr>
          <a:xfrm>
            <a:off x="9443545" y="4762500"/>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7D6B0E-7396-A51C-5470-449F38DB6EFB}"/>
              </a:ext>
            </a:extLst>
          </p:cNvPr>
          <p:cNvCxnSpPr/>
          <p:nvPr/>
        </p:nvCxnSpPr>
        <p:spPr>
          <a:xfrm>
            <a:off x="8569911" y="5352584"/>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0986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122A9-473F-34F6-480B-E580192B0636}"/>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6B2890E2-1DCA-3BC0-431D-EBB7C5B304B2}"/>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C6D586B7-7E36-3EC3-2E25-F025B2F966E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66028A6-CDAB-EE08-E32D-B3A715D85411}"/>
              </a:ext>
            </a:extLst>
          </p:cNvPr>
          <p:cNvSpPr>
            <a:spLocks noGrp="1"/>
          </p:cNvSpPr>
          <p:nvPr>
            <p:ph type="sldNum" sz="quarter" idx="22"/>
          </p:nvPr>
        </p:nvSpPr>
        <p:spPr/>
        <p:txBody>
          <a:bodyPr/>
          <a:lstStyle/>
          <a:p>
            <a:fld id="{991AB9B0-3E43-D847-B073-60FE8FAFFDB7}" type="slidenum">
              <a:rPr lang="en-US" smtClean="0"/>
              <a:pPr/>
              <a:t>30</a:t>
            </a:fld>
            <a:endParaRPr lang="en-US"/>
          </a:p>
        </p:txBody>
      </p:sp>
      <p:sp>
        <p:nvSpPr>
          <p:cNvPr id="6" name="Title 1">
            <a:extLst>
              <a:ext uri="{FF2B5EF4-FFF2-40B4-BE49-F238E27FC236}">
                <a16:creationId xmlns:a16="http://schemas.microsoft.com/office/drawing/2014/main" id="{31832189-9100-1E85-375E-3C4506BD90A6}"/>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BBC14B1B-4E47-B1D3-68CA-C755ABFBE784}"/>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4B41BD11-B542-EAD8-3093-B658D1EEAFA1}"/>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8D5F760A-985C-9A54-90F6-55E6D4C06BC5}"/>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4D5F4148-15DD-3A53-D9C5-3B7FEF2DF018}"/>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1E58FAA6-D570-B13C-BE93-EE922DCEEB32}"/>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AE211DC4-902C-9653-8A44-BC30BD2C3F81}"/>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6EFA86F4-865F-1C11-3343-CACC543FE40B}"/>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D6AF9955-14EA-D275-AB7A-42D9D7A50A75}"/>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121ECF69-7F42-02C4-F6DA-EFC7CAB75652}"/>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5B9DFCAB-8493-3594-0081-5B3998B2202A}"/>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D9242A2D-5100-1A86-7478-30C8E7312B32}"/>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4FD01DB4-7E69-E82E-2871-EA2B78205C5C}"/>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EFDE9B2F-7CFB-1EA9-B902-9ED1D5A6D98F}"/>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BEED7DCC-4047-9463-8B8C-D9C068208A04}"/>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59A59B8C-E165-3243-0E73-7915EB72B464}"/>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5845FDBF-3EA6-52ED-C932-4104375B973D}"/>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2718561D-5D3B-836E-6F03-D915F3B14C60}"/>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B9ABE200-8766-302C-6C5E-A6A795648853}"/>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3398BD98-7500-285C-4521-652ECB0C5FB9}"/>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476E8A81-7C4D-1F1B-7D46-C09FEFDB7B20}"/>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CB4E5965-E79E-02CA-0834-3BD49CCF2851}"/>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53355DCB-A8B5-E15E-565F-3EF4143916C3}"/>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72BB9977-E497-9A02-B13A-9F8B240CF7AE}"/>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37D799D7-4381-8930-1797-5C5C653E336B}"/>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Score: Two changes</a:t>
            </a:r>
          </a:p>
        </p:txBody>
      </p:sp>
      <p:sp>
        <p:nvSpPr>
          <p:cNvPr id="2" name="Text Box 20">
            <a:extLst>
              <a:ext uri="{FF2B5EF4-FFF2-40B4-BE49-F238E27FC236}">
                <a16:creationId xmlns:a16="http://schemas.microsoft.com/office/drawing/2014/main" id="{F00F7D1C-7CBE-0439-1F3C-A2B39FC56067}"/>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8BD1A2F5-34EB-E957-6DA9-11F77EFED307}"/>
              </a:ext>
            </a:extLst>
          </p:cNvPr>
          <p:cNvSpPr txBox="1">
            <a:spLocks noChangeArrowheads="1"/>
          </p:cNvSpPr>
          <p:nvPr/>
        </p:nvSpPr>
        <p:spPr bwMode="auto">
          <a:xfrm>
            <a:off x="9335295" y="5233751"/>
            <a:ext cx="723900"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A</a:t>
            </a:r>
          </a:p>
        </p:txBody>
      </p:sp>
      <p:cxnSp>
        <p:nvCxnSpPr>
          <p:cNvPr id="9" name="Straight Connector 8">
            <a:extLst>
              <a:ext uri="{FF2B5EF4-FFF2-40B4-BE49-F238E27FC236}">
                <a16:creationId xmlns:a16="http://schemas.microsoft.com/office/drawing/2014/main" id="{FD17B8F5-6F98-D241-D1C2-F67CD12EB4CB}"/>
              </a:ext>
            </a:extLst>
          </p:cNvPr>
          <p:cNvCxnSpPr/>
          <p:nvPr/>
        </p:nvCxnSpPr>
        <p:spPr>
          <a:xfrm>
            <a:off x="10344614" y="5873923"/>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C16DC92-1188-EBEF-B972-AFA1C5387407}"/>
              </a:ext>
            </a:extLst>
          </p:cNvPr>
          <p:cNvCxnSpPr/>
          <p:nvPr/>
        </p:nvCxnSpPr>
        <p:spPr>
          <a:xfrm>
            <a:off x="8569911" y="5352584"/>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8218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AA8B4-A5F5-B098-898B-A041673973EF}"/>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E96C026-F232-1A66-FD26-78FB70CA63E8}"/>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DB17D98B-4D82-0561-AEAE-9FFD3AF2A7C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0F292E2-E866-451A-5F8A-31B03144127C}"/>
              </a:ext>
            </a:extLst>
          </p:cNvPr>
          <p:cNvSpPr>
            <a:spLocks noGrp="1"/>
          </p:cNvSpPr>
          <p:nvPr>
            <p:ph type="sldNum" sz="quarter" idx="22"/>
          </p:nvPr>
        </p:nvSpPr>
        <p:spPr/>
        <p:txBody>
          <a:bodyPr/>
          <a:lstStyle/>
          <a:p>
            <a:fld id="{991AB9B0-3E43-D847-B073-60FE8FAFFDB7}" type="slidenum">
              <a:rPr lang="en-US" smtClean="0"/>
              <a:pPr/>
              <a:t>31</a:t>
            </a:fld>
            <a:endParaRPr lang="en-US"/>
          </a:p>
        </p:txBody>
      </p:sp>
      <p:sp>
        <p:nvSpPr>
          <p:cNvPr id="6" name="Title 1">
            <a:extLst>
              <a:ext uri="{FF2B5EF4-FFF2-40B4-BE49-F238E27FC236}">
                <a16:creationId xmlns:a16="http://schemas.microsoft.com/office/drawing/2014/main" id="{F346387F-5B3E-C755-73CE-669DD6773DC3}"/>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A6E90285-ECA7-FCCA-C591-68C01850E2E1}"/>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6396D0F4-8D1E-7C22-CA49-DA297DF4C899}"/>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FE6D6420-3BCA-CE8F-A718-1B32A66EFE3F}"/>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1BADA1CD-C163-DE74-47C8-427E0E41B69D}"/>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73CB8277-C35E-820C-D96F-0EA3E62C6139}"/>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FA83207F-B6F7-CBD7-4072-85819B9E5CE4}"/>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02DAF85D-31FD-0075-2AF9-7682CC00AAC9}"/>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01FA6650-9098-A769-604E-A898AAFEB6FA}"/>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7DB8328C-191F-2E4C-5A9A-5F9449EE0006}"/>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4A17129E-1C52-4579-8D20-56BC8E619599}"/>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100EC65C-E3B0-2A43-66DA-EA73353C918A}"/>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5BBBD799-CDEB-FA05-0F06-D800C29A859D}"/>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4C906A4D-C87F-4DB0-3DD0-230827D44461}"/>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B8597F7B-0E0F-6683-53B9-2BAAE5E064D4}"/>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B5073104-BF40-8822-5E12-B5A33F39B612}"/>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2CE71646-4C98-1DEC-246C-E917D2263AEE}"/>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316C9A49-4EAB-8E6E-0A8D-1985C357EED5}"/>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6D3C3821-1D32-E05B-FB7E-E0D821AF2305}"/>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0E2EFB12-8C17-F8ED-CF82-98A10A0C207D}"/>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E5D9F104-9A56-C548-33BA-2183B9AB6D44}"/>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FC0CBBBC-7216-1088-A41C-F7154C1684B3}"/>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F35B9B47-4537-A8B6-BFB1-2FE6829116D9}"/>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010FFFD8-C5E3-B3B0-4564-E224DA75D8E9}"/>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4B1F97D6-91D0-DFE3-F84B-D09BDFF6A3B4}"/>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Score: Two changes</a:t>
            </a:r>
          </a:p>
        </p:txBody>
      </p:sp>
      <p:sp>
        <p:nvSpPr>
          <p:cNvPr id="2" name="Text Box 20">
            <a:extLst>
              <a:ext uri="{FF2B5EF4-FFF2-40B4-BE49-F238E27FC236}">
                <a16:creationId xmlns:a16="http://schemas.microsoft.com/office/drawing/2014/main" id="{E009349E-FBAC-CE9D-78CF-246E5E9BF0D6}"/>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E1C75D1F-E0F2-7656-E330-A355153CBF98}"/>
              </a:ext>
            </a:extLst>
          </p:cNvPr>
          <p:cNvSpPr txBox="1">
            <a:spLocks noChangeArrowheads="1"/>
          </p:cNvSpPr>
          <p:nvPr/>
        </p:nvSpPr>
        <p:spPr bwMode="auto">
          <a:xfrm>
            <a:off x="9335295" y="5233751"/>
            <a:ext cx="723900"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G</a:t>
            </a:r>
          </a:p>
        </p:txBody>
      </p:sp>
      <p:cxnSp>
        <p:nvCxnSpPr>
          <p:cNvPr id="9" name="Straight Connector 8">
            <a:extLst>
              <a:ext uri="{FF2B5EF4-FFF2-40B4-BE49-F238E27FC236}">
                <a16:creationId xmlns:a16="http://schemas.microsoft.com/office/drawing/2014/main" id="{20B5C34B-8610-15EF-AF0C-A80E7D082698}"/>
              </a:ext>
            </a:extLst>
          </p:cNvPr>
          <p:cNvCxnSpPr/>
          <p:nvPr/>
        </p:nvCxnSpPr>
        <p:spPr>
          <a:xfrm>
            <a:off x="10344614" y="5873923"/>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E3B6371-B56C-18BA-27B6-2C6594ED5A43}"/>
              </a:ext>
            </a:extLst>
          </p:cNvPr>
          <p:cNvCxnSpPr/>
          <p:nvPr/>
        </p:nvCxnSpPr>
        <p:spPr>
          <a:xfrm>
            <a:off x="9439764" y="4770415"/>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5349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64CB0-F419-F58A-3887-6142BB6FE71E}"/>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AACA1FF6-F090-CE83-21C3-33289444306F}"/>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C4DFD33-3144-F17D-EC45-3AF8BF558C8A}"/>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717FB1A0-48E7-3214-5CF8-5580DBC58F66}"/>
              </a:ext>
            </a:extLst>
          </p:cNvPr>
          <p:cNvSpPr>
            <a:spLocks noGrp="1"/>
          </p:cNvSpPr>
          <p:nvPr>
            <p:ph type="sldNum" sz="quarter" idx="22"/>
          </p:nvPr>
        </p:nvSpPr>
        <p:spPr/>
        <p:txBody>
          <a:bodyPr/>
          <a:lstStyle/>
          <a:p>
            <a:fld id="{991AB9B0-3E43-D847-B073-60FE8FAFFDB7}" type="slidenum">
              <a:rPr lang="en-US" smtClean="0"/>
              <a:pPr/>
              <a:t>32</a:t>
            </a:fld>
            <a:endParaRPr lang="en-US"/>
          </a:p>
        </p:txBody>
      </p:sp>
      <p:sp>
        <p:nvSpPr>
          <p:cNvPr id="6" name="Title 1">
            <a:extLst>
              <a:ext uri="{FF2B5EF4-FFF2-40B4-BE49-F238E27FC236}">
                <a16:creationId xmlns:a16="http://schemas.microsoft.com/office/drawing/2014/main" id="{71FF160B-CE9C-5A73-A412-EA994DAADA6C}"/>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2783C6D5-AD6F-A950-4455-5201E8269592}"/>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4B0E149C-BDA3-7DE0-8FAB-013C388CA625}"/>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36EBD72B-3FB6-5DA2-2D06-9A27257E4273}"/>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9C8BED0-2ADA-6CF6-C2B5-9683C9055EA7}"/>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E05E0C1A-7B55-FDE4-7568-92A5A25928C0}"/>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70F4F28E-4C46-FDA8-D94C-3177901249B9}"/>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27E7063A-59E1-8497-DE26-159A24FBC2E8}"/>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AF9180BB-CFB7-8038-1DE7-02D7192BB9F0}"/>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D832850F-715D-B341-3A22-E94BD10246C7}"/>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62348BDB-0C8F-453D-A708-C7D37620FEEC}"/>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026E36A3-1D5F-B25E-D9D4-733FB4A823F8}"/>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BF8B5598-13D1-E7D0-E9FD-E99B2C3E78CE}"/>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49522F85-5C4B-2CF3-A906-E2EBA2E69949}"/>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10D29E40-694E-9DBF-5EA7-12896EAABD5C}"/>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7BD0DC2A-F8FC-B06B-887E-FDEA597F02E9}"/>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53087225-7BAB-1406-9B83-7B567860CDD1}"/>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3C0A8EA8-46BF-6497-FB77-348334DEC754}"/>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FB781E2C-5EF9-0B73-B21B-0C89C83976F3}"/>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85E648EE-C9DA-D07F-58A2-8B777D55C341}"/>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DB757088-92BD-D553-7D55-C89701B76647}"/>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8C359BD3-A10F-47F9-E4CE-B34F317C2319}"/>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AD9093F4-90EE-278A-E5D4-4CE1297C95C6}"/>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0F4C8C77-048A-DC7C-BFBD-FFEB991036E7}"/>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AC9B726D-6190-7F14-4B1A-54384859D32B}"/>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Score: Three changes</a:t>
            </a:r>
          </a:p>
        </p:txBody>
      </p:sp>
      <p:sp>
        <p:nvSpPr>
          <p:cNvPr id="2" name="Text Box 20">
            <a:extLst>
              <a:ext uri="{FF2B5EF4-FFF2-40B4-BE49-F238E27FC236}">
                <a16:creationId xmlns:a16="http://schemas.microsoft.com/office/drawing/2014/main" id="{CCCE368B-1173-F508-CFC3-2C85FB328BD2}"/>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97AD1391-10A2-4C62-B803-790F850932BD}"/>
              </a:ext>
            </a:extLst>
          </p:cNvPr>
          <p:cNvSpPr txBox="1">
            <a:spLocks noChangeArrowheads="1"/>
          </p:cNvSpPr>
          <p:nvPr/>
        </p:nvSpPr>
        <p:spPr bwMode="auto">
          <a:xfrm>
            <a:off x="9335295" y="5233751"/>
            <a:ext cx="723900"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T</a:t>
            </a:r>
          </a:p>
        </p:txBody>
      </p:sp>
      <p:cxnSp>
        <p:nvCxnSpPr>
          <p:cNvPr id="9" name="Straight Connector 8">
            <a:extLst>
              <a:ext uri="{FF2B5EF4-FFF2-40B4-BE49-F238E27FC236}">
                <a16:creationId xmlns:a16="http://schemas.microsoft.com/office/drawing/2014/main" id="{1312E69E-D3CA-E9CA-1A6E-B21BDA93E467}"/>
              </a:ext>
            </a:extLst>
          </p:cNvPr>
          <p:cNvCxnSpPr/>
          <p:nvPr/>
        </p:nvCxnSpPr>
        <p:spPr>
          <a:xfrm>
            <a:off x="10344614" y="5873923"/>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5A0CABC-DB9E-F0DD-62E4-B45AA9656104}"/>
              </a:ext>
            </a:extLst>
          </p:cNvPr>
          <p:cNvCxnSpPr/>
          <p:nvPr/>
        </p:nvCxnSpPr>
        <p:spPr>
          <a:xfrm>
            <a:off x="9439764" y="4770415"/>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9FD518E4-4616-CC5A-E668-C1213010BF43}"/>
              </a:ext>
            </a:extLst>
          </p:cNvPr>
          <p:cNvCxnSpPr/>
          <p:nvPr/>
        </p:nvCxnSpPr>
        <p:spPr>
          <a:xfrm>
            <a:off x="8601308" y="5357251"/>
            <a:ext cx="210207" cy="224659"/>
          </a:xfrm>
          <a:prstGeom prst="line">
            <a:avLst/>
          </a:prstGeom>
          <a:ln w="5715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0619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50E4-7F72-FDFC-24DC-3D98D30A68EA}"/>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7265084-FC97-B209-7CEA-B05A84D84999}"/>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66CFFCFE-5831-FEED-D1FE-6BA007CADEE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4768966A-1C28-11CD-60A4-9CEB204B1AC6}"/>
              </a:ext>
            </a:extLst>
          </p:cNvPr>
          <p:cNvSpPr>
            <a:spLocks noGrp="1"/>
          </p:cNvSpPr>
          <p:nvPr>
            <p:ph type="sldNum" sz="quarter" idx="22"/>
          </p:nvPr>
        </p:nvSpPr>
        <p:spPr/>
        <p:txBody>
          <a:bodyPr/>
          <a:lstStyle/>
          <a:p>
            <a:fld id="{991AB9B0-3E43-D847-B073-60FE8FAFFDB7}" type="slidenum">
              <a:rPr lang="en-US" smtClean="0"/>
              <a:pPr/>
              <a:t>33</a:t>
            </a:fld>
            <a:endParaRPr lang="en-US"/>
          </a:p>
        </p:txBody>
      </p:sp>
      <p:sp>
        <p:nvSpPr>
          <p:cNvPr id="6" name="Title 1">
            <a:extLst>
              <a:ext uri="{FF2B5EF4-FFF2-40B4-BE49-F238E27FC236}">
                <a16:creationId xmlns:a16="http://schemas.microsoft.com/office/drawing/2014/main" id="{B1172578-0294-C8CD-2767-D9785F72D6FD}"/>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88CEE819-45EE-F051-5E0B-B36D5A878941}"/>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Parsimony</a:t>
            </a:r>
          </a:p>
        </p:txBody>
      </p:sp>
      <p:sp>
        <p:nvSpPr>
          <p:cNvPr id="10" name="Oval 9">
            <a:extLst>
              <a:ext uri="{FF2B5EF4-FFF2-40B4-BE49-F238E27FC236}">
                <a16:creationId xmlns:a16="http://schemas.microsoft.com/office/drawing/2014/main" id="{FE32402F-4EC1-E066-FA7D-666C2B7C39B6}"/>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39" name="Line 4">
            <a:extLst>
              <a:ext uri="{FF2B5EF4-FFF2-40B4-BE49-F238E27FC236}">
                <a16:creationId xmlns:a16="http://schemas.microsoft.com/office/drawing/2014/main" id="{7E825366-5B8A-295A-B949-4EA0E3009E38}"/>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B9C9095-5FCE-A345-62D7-9603AA11F5AB}"/>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83B98D27-FC25-FD4B-4088-1B41C266DF6C}"/>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49226815-E86E-5D40-B6D0-3B438937C08D}"/>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402037BB-0BBE-4277-50D4-47F7DC21B7A9}"/>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1949489D-831E-573F-ECF2-A05372A9ED46}"/>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C1427320-30A5-4D45-18C9-CADE78ADBC81}"/>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C3BD46A6-04D3-C6F7-90C2-574F6A9633C4}"/>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558CEF9F-9362-2D92-BBDC-F9D8322F00E2}"/>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56F62637-574C-B667-68EB-590C71F27F99}"/>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F96F6D60-5789-C7FA-E223-5B3E8055FA10}"/>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FBEA5224-64C2-89F7-D7A1-D5B19C96698A}"/>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4DF40DC3-0E4C-D791-DAA9-86051967817B}"/>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9F8F47DD-A829-5741-E6FC-5224F5BF87DD}"/>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6B31A22C-CC80-6C91-37D6-5F69AEDFC4E7}"/>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5402E397-F8EB-E8A8-456C-7A2A105A264A}"/>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B03822B0-8080-7B10-4288-32279F88D18E}"/>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146CAD80-EFF0-0786-6AE7-29F4E16C855D}"/>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8D8A27D8-334A-5FE6-94D5-C521BF98F29D}"/>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E1E20AA6-AD0B-E105-5E20-36849C59839A}"/>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0E9C1409-56E8-D04B-81AD-E09AFA1850A1}"/>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 name="Text Box 20">
            <a:extLst>
              <a:ext uri="{FF2B5EF4-FFF2-40B4-BE49-F238E27FC236}">
                <a16:creationId xmlns:a16="http://schemas.microsoft.com/office/drawing/2014/main" id="{68AF5032-2E92-631E-CACC-FDB5907B67B1}"/>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3B7A7F68-CFF2-700F-D5AE-E40E7FAE39A5}"/>
              </a:ext>
            </a:extLst>
          </p:cNvPr>
          <p:cNvSpPr txBox="1">
            <a:spLocks noChangeArrowheads="1"/>
          </p:cNvSpPr>
          <p:nvPr/>
        </p:nvSpPr>
        <p:spPr bwMode="auto">
          <a:xfrm>
            <a:off x="9335295" y="5233751"/>
            <a:ext cx="1568238" cy="523220"/>
          </a:xfrm>
          <a:prstGeom prst="rect">
            <a:avLst/>
          </a:prstGeom>
          <a:noFill/>
          <a:ln w="9525">
            <a:noFill/>
            <a:miter lim="800000"/>
            <a:headEnd/>
            <a:tailEnd/>
          </a:ln>
        </p:spPr>
        <p:txBody>
          <a:bodyPr wrap="square">
            <a:prstTxWarp prst="textNoShape">
              <a:avLst/>
            </a:prstTxWarp>
            <a:spAutoFit/>
          </a:bodyPr>
          <a:lstStyle/>
          <a:p>
            <a:r>
              <a:rPr lang="en-US" sz="2800" dirty="0"/>
              <a:t>C/G/A</a:t>
            </a:r>
          </a:p>
        </p:txBody>
      </p:sp>
      <p:sp>
        <p:nvSpPr>
          <p:cNvPr id="13" name="Oval 12">
            <a:extLst>
              <a:ext uri="{FF2B5EF4-FFF2-40B4-BE49-F238E27FC236}">
                <a16:creationId xmlns:a16="http://schemas.microsoft.com/office/drawing/2014/main" id="{595BE36D-ABBF-C46F-8EE1-AE26E0ED50AD}"/>
              </a:ext>
            </a:extLst>
          </p:cNvPr>
          <p:cNvSpPr/>
          <p:nvPr/>
        </p:nvSpPr>
        <p:spPr>
          <a:xfrm>
            <a:off x="9144000" y="5181600"/>
            <a:ext cx="1486695" cy="575370"/>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Box 5">
            <a:extLst>
              <a:ext uri="{FF2B5EF4-FFF2-40B4-BE49-F238E27FC236}">
                <a16:creationId xmlns:a16="http://schemas.microsoft.com/office/drawing/2014/main" id="{2C96683D-789D-CA53-F8CA-55F73F609C3B}"/>
              </a:ext>
            </a:extLst>
          </p:cNvPr>
          <p:cNvSpPr txBox="1">
            <a:spLocks noChangeArrowheads="1"/>
          </p:cNvSpPr>
          <p:nvPr/>
        </p:nvSpPr>
        <p:spPr bwMode="auto">
          <a:xfrm>
            <a:off x="13081408" y="4212272"/>
            <a:ext cx="6877777" cy="2862322"/>
          </a:xfrm>
          <a:prstGeom prst="rect">
            <a:avLst/>
          </a:prstGeom>
          <a:noFill/>
          <a:ln w="9525">
            <a:noFill/>
            <a:miter lim="800000"/>
            <a:headEnd/>
            <a:tailEnd/>
          </a:ln>
        </p:spPr>
        <p:txBody>
          <a:bodyPr wrap="square">
            <a:prstTxWarp prst="textNoShape">
              <a:avLst/>
            </a:prstTxWarp>
            <a:spAutoFit/>
          </a:bodyPr>
          <a:lstStyle/>
          <a:p>
            <a:r>
              <a:rPr lang="en-US" sz="3600" dirty="0"/>
              <a:t>NO SUBSTITUTION MODEL!</a:t>
            </a:r>
          </a:p>
          <a:p>
            <a:r>
              <a:rPr lang="en-US" sz="3600" dirty="0"/>
              <a:t>3 of 4 possible bases are equally parsimonious!</a:t>
            </a:r>
          </a:p>
          <a:p>
            <a:r>
              <a:rPr lang="en-US" sz="3600" dirty="0"/>
              <a:t>LACK OF RESOLUTION!</a:t>
            </a:r>
          </a:p>
          <a:p>
            <a:endParaRPr lang="en-US" sz="3600" dirty="0"/>
          </a:p>
        </p:txBody>
      </p:sp>
      <p:sp>
        <p:nvSpPr>
          <p:cNvPr id="16" name="TextBox 15">
            <a:extLst>
              <a:ext uri="{FF2B5EF4-FFF2-40B4-BE49-F238E27FC236}">
                <a16:creationId xmlns:a16="http://schemas.microsoft.com/office/drawing/2014/main" id="{69C3727D-4835-21FD-5DDE-F4B6D7386F48}"/>
              </a:ext>
            </a:extLst>
          </p:cNvPr>
          <p:cNvSpPr txBox="1"/>
          <p:nvPr/>
        </p:nvSpPr>
        <p:spPr>
          <a:xfrm>
            <a:off x="2475195" y="7910968"/>
            <a:ext cx="15971829" cy="1200329"/>
          </a:xfrm>
          <a:prstGeom prst="rect">
            <a:avLst/>
          </a:prstGeom>
          <a:noFill/>
        </p:spPr>
        <p:txBody>
          <a:bodyPr wrap="square">
            <a:spAutoFit/>
          </a:bodyPr>
          <a:lstStyle/>
          <a:p>
            <a:r>
              <a:rPr lang="en-US" sz="3600" dirty="0"/>
              <a:t>Parsimony is fast since it only needs to count change but it deals poorly with multiple substitutions or unequal rates of evolution – it often lacks resolution</a:t>
            </a:r>
          </a:p>
        </p:txBody>
      </p:sp>
    </p:spTree>
    <p:extLst>
      <p:ext uri="{BB962C8B-B14F-4D97-AF65-F5344CB8AC3E}">
        <p14:creationId xmlns:p14="http://schemas.microsoft.com/office/powerpoint/2010/main" val="82137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A319-9B84-63D3-42CB-646696F3C0D7}"/>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D1E88D7-F7F8-39A5-7741-3C2DB23983D4}"/>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AF9D1BF1-A52A-F4E2-DE60-9F7D94B160E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3A148AB9-F874-B390-651E-4F3217E6032D}"/>
              </a:ext>
            </a:extLst>
          </p:cNvPr>
          <p:cNvSpPr>
            <a:spLocks noGrp="1"/>
          </p:cNvSpPr>
          <p:nvPr>
            <p:ph type="sldNum" sz="quarter" idx="22"/>
          </p:nvPr>
        </p:nvSpPr>
        <p:spPr/>
        <p:txBody>
          <a:bodyPr/>
          <a:lstStyle/>
          <a:p>
            <a:fld id="{991AB9B0-3E43-D847-B073-60FE8FAFFDB7}" type="slidenum">
              <a:rPr lang="en-US" smtClean="0"/>
              <a:pPr/>
              <a:t>34</a:t>
            </a:fld>
            <a:endParaRPr lang="en-US"/>
          </a:p>
        </p:txBody>
      </p:sp>
      <p:sp>
        <p:nvSpPr>
          <p:cNvPr id="6" name="Title 1">
            <a:extLst>
              <a:ext uri="{FF2B5EF4-FFF2-40B4-BE49-F238E27FC236}">
                <a16:creationId xmlns:a16="http://schemas.microsoft.com/office/drawing/2014/main" id="{6020F847-3B26-0075-B690-3048245C677C}"/>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DFAB15A0-9043-5DD3-3FE0-D5A15A3A4AA4}"/>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Parsimony</a:t>
            </a:r>
          </a:p>
        </p:txBody>
      </p:sp>
      <p:sp>
        <p:nvSpPr>
          <p:cNvPr id="10" name="Oval 9">
            <a:extLst>
              <a:ext uri="{FF2B5EF4-FFF2-40B4-BE49-F238E27FC236}">
                <a16:creationId xmlns:a16="http://schemas.microsoft.com/office/drawing/2014/main" id="{59E4A34B-12E7-F994-6A61-6AE49E25F96E}"/>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1</a:t>
            </a:r>
            <a:endParaRPr lang="en-US" b="1" strike="sngStrike" dirty="0">
              <a:solidFill>
                <a:schemeClr val="tx1"/>
              </a:solidFill>
            </a:endParaRPr>
          </a:p>
        </p:txBody>
      </p:sp>
      <p:sp>
        <p:nvSpPr>
          <p:cNvPr id="16" name="Rounded Rectangle 15">
            <a:extLst>
              <a:ext uri="{FF2B5EF4-FFF2-40B4-BE49-F238E27FC236}">
                <a16:creationId xmlns:a16="http://schemas.microsoft.com/office/drawing/2014/main" id="{C0BAC404-C968-0D62-D855-EF44CAD470E2}"/>
              </a:ext>
            </a:extLst>
          </p:cNvPr>
          <p:cNvSpPr/>
          <p:nvPr/>
        </p:nvSpPr>
        <p:spPr>
          <a:xfrm>
            <a:off x="3771900" y="4296905"/>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CFAFBC-A2BE-9C57-73C3-E3AE2BA3C57D}"/>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8C237AF3-80D9-D1E1-0509-733C147CD265}"/>
              </a:ext>
            </a:extLst>
          </p:cNvPr>
          <p:cNvSpPr/>
          <p:nvPr/>
        </p:nvSpPr>
        <p:spPr>
          <a:xfrm>
            <a:off x="3771900" y="6376589"/>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71511C6-E384-9E01-0944-EA3495C80168}"/>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09CD1F76-5F85-0CAF-9C35-C2F20909CB63}"/>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48C27FD6-D1D4-8C7F-0A36-B8D278B24CB2}"/>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2" name="Rounded Rectangle 1">
            <a:extLst>
              <a:ext uri="{FF2B5EF4-FFF2-40B4-BE49-F238E27FC236}">
                <a16:creationId xmlns:a16="http://schemas.microsoft.com/office/drawing/2014/main" id="{03FB38FD-9F45-438F-512E-FFD222221D21}"/>
              </a:ext>
            </a:extLst>
          </p:cNvPr>
          <p:cNvSpPr/>
          <p:nvPr/>
        </p:nvSpPr>
        <p:spPr>
          <a:xfrm>
            <a:off x="3771899" y="8456274"/>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AC3926FB-FBFB-1FA1-1809-93F4A127EF77}"/>
              </a:ext>
            </a:extLst>
          </p:cNvPr>
          <p:cNvSpPr/>
          <p:nvPr/>
        </p:nvSpPr>
        <p:spPr>
          <a:xfrm>
            <a:off x="1485873" y="8605702"/>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4</a:t>
            </a:r>
            <a:endParaRPr lang="en-US" b="1" dirty="0">
              <a:solidFill>
                <a:schemeClr val="tx1"/>
              </a:solidFill>
            </a:endParaRPr>
          </a:p>
        </p:txBody>
      </p:sp>
      <p:sp>
        <p:nvSpPr>
          <p:cNvPr id="9" name="Text Box 5">
            <a:extLst>
              <a:ext uri="{FF2B5EF4-FFF2-40B4-BE49-F238E27FC236}">
                <a16:creationId xmlns:a16="http://schemas.microsoft.com/office/drawing/2014/main" id="{12A9D72D-DFD8-5891-51B2-F0B5ADF7880F}"/>
              </a:ext>
            </a:extLst>
          </p:cNvPr>
          <p:cNvSpPr txBox="1">
            <a:spLocks noChangeArrowheads="1"/>
          </p:cNvSpPr>
          <p:nvPr/>
        </p:nvSpPr>
        <p:spPr bwMode="auto">
          <a:xfrm>
            <a:off x="4284578" y="8795229"/>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Bayesian Inference</a:t>
            </a:r>
          </a:p>
        </p:txBody>
      </p:sp>
    </p:spTree>
    <p:extLst>
      <p:ext uri="{BB962C8B-B14F-4D97-AF65-F5344CB8AC3E}">
        <p14:creationId xmlns:p14="http://schemas.microsoft.com/office/powerpoint/2010/main" val="1446874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E901A-255D-00AD-F094-D77FD38BFF4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3C4E8AD7-1F30-E167-BE1F-5BCC78933EA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A8174CF-2F37-E674-85FD-1197D1A722FF}"/>
              </a:ext>
            </a:extLst>
          </p:cNvPr>
          <p:cNvSpPr>
            <a:spLocks noGrp="1"/>
          </p:cNvSpPr>
          <p:nvPr>
            <p:ph type="sldNum" sz="quarter" idx="22"/>
          </p:nvPr>
        </p:nvSpPr>
        <p:spPr/>
        <p:txBody>
          <a:bodyPr/>
          <a:lstStyle/>
          <a:p>
            <a:fld id="{991AB9B0-3E43-D847-B073-60FE8FAFFDB7}" type="slidenum">
              <a:rPr lang="en-US" smtClean="0"/>
              <a:pPr/>
              <a:t>35</a:t>
            </a:fld>
            <a:endParaRPr lang="en-US"/>
          </a:p>
        </p:txBody>
      </p:sp>
      <p:sp>
        <p:nvSpPr>
          <p:cNvPr id="6" name="Title 1">
            <a:extLst>
              <a:ext uri="{FF2B5EF4-FFF2-40B4-BE49-F238E27FC236}">
                <a16:creationId xmlns:a16="http://schemas.microsoft.com/office/drawing/2014/main" id="{5D962E92-8364-0F18-BA4B-EC782271B6CE}"/>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19" name="Rounded Rectangle 18">
            <a:extLst>
              <a:ext uri="{FF2B5EF4-FFF2-40B4-BE49-F238E27FC236}">
                <a16:creationId xmlns:a16="http://schemas.microsoft.com/office/drawing/2014/main" id="{2C62FC19-DB47-66E6-9053-EB43AA210669}"/>
              </a:ext>
            </a:extLst>
          </p:cNvPr>
          <p:cNvSpPr/>
          <p:nvPr/>
        </p:nvSpPr>
        <p:spPr>
          <a:xfrm>
            <a:off x="3771900" y="6376589"/>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7E4A73C-748D-467A-FCA4-AC8551BB503A}"/>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6" name="Text Box 5">
            <a:extLst>
              <a:ext uri="{FF2B5EF4-FFF2-40B4-BE49-F238E27FC236}">
                <a16:creationId xmlns:a16="http://schemas.microsoft.com/office/drawing/2014/main" id="{E6AAFCE7-81DB-9A68-AFF0-5445C3C4DA29}"/>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Tree>
    <p:extLst>
      <p:ext uri="{BB962C8B-B14F-4D97-AF65-F5344CB8AC3E}">
        <p14:creationId xmlns:p14="http://schemas.microsoft.com/office/powerpoint/2010/main" val="21918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F707B-AE43-E2B4-07F6-DD67F1978687}"/>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62AC81AA-E98B-6796-DDA3-C2835736FA48}"/>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A4355709-63AE-7479-7746-1B19D170194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30F71F30-518E-C91E-1CB0-2F36DD5DD44F}"/>
              </a:ext>
            </a:extLst>
          </p:cNvPr>
          <p:cNvSpPr>
            <a:spLocks noGrp="1"/>
          </p:cNvSpPr>
          <p:nvPr>
            <p:ph type="sldNum" sz="quarter" idx="22"/>
          </p:nvPr>
        </p:nvSpPr>
        <p:spPr/>
        <p:txBody>
          <a:bodyPr/>
          <a:lstStyle/>
          <a:p>
            <a:fld id="{991AB9B0-3E43-D847-B073-60FE8FAFFDB7}" type="slidenum">
              <a:rPr lang="en-US" smtClean="0"/>
              <a:pPr/>
              <a:t>36</a:t>
            </a:fld>
            <a:endParaRPr lang="en-US"/>
          </a:p>
        </p:txBody>
      </p:sp>
      <p:sp>
        <p:nvSpPr>
          <p:cNvPr id="6" name="Title 1">
            <a:extLst>
              <a:ext uri="{FF2B5EF4-FFF2-40B4-BE49-F238E27FC236}">
                <a16:creationId xmlns:a16="http://schemas.microsoft.com/office/drawing/2014/main" id="{CD0BF25D-C48D-FEB3-CA12-9668658D8324}"/>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9A72E7C1-0E77-CAE9-8FA7-6BE3AC49A8D9}"/>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CA94E772-336C-6C98-EFEC-BBE710CDD095}"/>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440388AD-C80E-B59E-6EC4-E897A08ADA1B}"/>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79BE3606-157D-6AA0-E4CE-6BFA6D783306}"/>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9DD0E8AD-7F8E-E2D4-DAB9-B23BCD9DDBD0}"/>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AB26E449-7475-24A3-65B3-A35CCDDBFFE8}"/>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F9C9C6D2-668F-7B07-5393-68A02FA83700}"/>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A5351216-6137-B53D-DCC3-603848955617}"/>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9EBEF8C7-C43B-E8BE-4AA8-C2AE20E3907B}"/>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8F05B3A7-04BF-4B1F-A62D-C0C3D4F834AC}"/>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53B66360-B5D0-A3C0-1E93-0521E12215CD}"/>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7FF4167A-670B-C303-5A59-F38EDB02CD75}"/>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6F4B32EB-2239-1738-4CA2-3205AE78A02A}"/>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E4FF6036-41F4-45E1-C221-DA1AA61AB1B0}"/>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A2780DB3-514A-9489-FE4D-50344B02030B}"/>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764DD7E3-AD36-123B-CA12-DEF2D1B04EF3}"/>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18C3EDF2-404D-7A8B-46C8-938294FA3A54}"/>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4" name="Text Box 25">
            <a:extLst>
              <a:ext uri="{FF2B5EF4-FFF2-40B4-BE49-F238E27FC236}">
                <a16:creationId xmlns:a16="http://schemas.microsoft.com/office/drawing/2014/main" id="{D99DBE72-3408-F210-B3BD-0F81A43DED7C}"/>
              </a:ext>
            </a:extLst>
          </p:cNvPr>
          <p:cNvSpPr txBox="1">
            <a:spLocks noChangeArrowheads="1"/>
          </p:cNvSpPr>
          <p:nvPr/>
        </p:nvSpPr>
        <p:spPr bwMode="auto">
          <a:xfrm>
            <a:off x="9840118" y="4654145"/>
            <a:ext cx="412292" cy="584775"/>
          </a:xfrm>
          <a:prstGeom prst="rect">
            <a:avLst/>
          </a:prstGeom>
          <a:noFill/>
          <a:ln w="9525">
            <a:noFill/>
            <a:miter lim="800000"/>
            <a:headEnd/>
            <a:tailEnd/>
          </a:ln>
        </p:spPr>
        <p:txBody>
          <a:bodyPr wrap="none">
            <a:prstTxWarp prst="textNoShape">
              <a:avLst/>
            </a:prstTxWarp>
            <a:spAutoFit/>
          </a:bodyPr>
          <a:lstStyle/>
          <a:p>
            <a:r>
              <a:rPr lang="en-US" sz="3200" dirty="0"/>
              <a:t>?</a:t>
            </a:r>
          </a:p>
        </p:txBody>
      </p:sp>
      <p:sp>
        <p:nvSpPr>
          <p:cNvPr id="55" name="Text Box 26">
            <a:extLst>
              <a:ext uri="{FF2B5EF4-FFF2-40B4-BE49-F238E27FC236}">
                <a16:creationId xmlns:a16="http://schemas.microsoft.com/office/drawing/2014/main" id="{B948D25D-E947-D0F4-E70F-B87058A28D13}"/>
              </a:ext>
            </a:extLst>
          </p:cNvPr>
          <p:cNvSpPr txBox="1">
            <a:spLocks noChangeArrowheads="1"/>
          </p:cNvSpPr>
          <p:nvPr/>
        </p:nvSpPr>
        <p:spPr bwMode="auto">
          <a:xfrm>
            <a:off x="9306718" y="5263745"/>
            <a:ext cx="412292" cy="584775"/>
          </a:xfrm>
          <a:prstGeom prst="rect">
            <a:avLst/>
          </a:prstGeom>
          <a:noFill/>
          <a:ln w="9525">
            <a:noFill/>
            <a:miter lim="800000"/>
            <a:headEnd/>
            <a:tailEnd/>
          </a:ln>
        </p:spPr>
        <p:txBody>
          <a:bodyPr wrap="none">
            <a:prstTxWarp prst="textNoShape">
              <a:avLst/>
            </a:prstTxWarp>
            <a:spAutoFit/>
          </a:bodyPr>
          <a:lstStyle/>
          <a:p>
            <a:r>
              <a:rPr lang="en-US" sz="3200"/>
              <a:t>?</a:t>
            </a:r>
          </a:p>
        </p:txBody>
      </p:sp>
      <p:sp>
        <p:nvSpPr>
          <p:cNvPr id="56" name="Text Box 20">
            <a:extLst>
              <a:ext uri="{FF2B5EF4-FFF2-40B4-BE49-F238E27FC236}">
                <a16:creationId xmlns:a16="http://schemas.microsoft.com/office/drawing/2014/main" id="{B3C941DA-F6AF-9745-5259-33C302ECCAF8}"/>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1A6146ED-D791-26A7-07C0-819B1CDF98C8}"/>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47D3F94A-F604-CB83-F5C8-748B3F2DC5DC}"/>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D94AC38E-3413-F060-340D-A5B75353C4B2}"/>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12E8FDED-CB01-1B95-E4DC-B2E7D0655E59}"/>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7E1DD428-F0E1-AE83-6285-E5BA32C2A564}"/>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 name="Text Box 5">
            <a:extLst>
              <a:ext uri="{FF2B5EF4-FFF2-40B4-BE49-F238E27FC236}">
                <a16:creationId xmlns:a16="http://schemas.microsoft.com/office/drawing/2014/main" id="{B045FE21-26A5-145F-54D6-ACF7EDCB2DA8}"/>
              </a:ext>
            </a:extLst>
          </p:cNvPr>
          <p:cNvSpPr txBox="1">
            <a:spLocks noChangeArrowheads="1"/>
          </p:cNvSpPr>
          <p:nvPr/>
        </p:nvSpPr>
        <p:spPr bwMode="auto">
          <a:xfrm>
            <a:off x="2068514" y="7086600"/>
            <a:ext cx="16916372" cy="2862322"/>
          </a:xfrm>
          <a:prstGeom prst="rect">
            <a:avLst/>
          </a:prstGeom>
          <a:noFill/>
          <a:ln w="9525">
            <a:noFill/>
            <a:miter lim="800000"/>
            <a:headEnd/>
            <a:tailEnd/>
          </a:ln>
        </p:spPr>
        <p:txBody>
          <a:bodyPr wrap="square">
            <a:prstTxWarp prst="textNoShape">
              <a:avLst/>
            </a:prstTxWarp>
            <a:spAutoFit/>
          </a:bodyPr>
          <a:lstStyle/>
          <a:p>
            <a:r>
              <a:rPr lang="en-US" sz="3600" dirty="0"/>
              <a:t>Maximum likelihood (ML) does not apply Occam’s Razor</a:t>
            </a:r>
          </a:p>
          <a:p>
            <a:endParaRPr lang="en-US" sz="3600" dirty="0"/>
          </a:p>
          <a:p>
            <a:r>
              <a:rPr lang="en-US" sz="3600" dirty="0"/>
              <a:t>ML uses substitution models to better predict which changes have occurred</a:t>
            </a:r>
          </a:p>
          <a:p>
            <a:endParaRPr lang="en-US" sz="3600" dirty="0"/>
          </a:p>
          <a:p>
            <a:r>
              <a:rPr lang="en-US" sz="3600" dirty="0"/>
              <a:t>In ML, the length of the branches is as important as the shape of the tree</a:t>
            </a:r>
          </a:p>
        </p:txBody>
      </p:sp>
    </p:spTree>
    <p:extLst>
      <p:ext uri="{BB962C8B-B14F-4D97-AF65-F5344CB8AC3E}">
        <p14:creationId xmlns:p14="http://schemas.microsoft.com/office/powerpoint/2010/main" val="32129158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2111-4A7D-3936-042C-BD308D85ED7F}"/>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8ECF2F2D-3136-05DE-B818-1E419BFEA70E}"/>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C3A72A75-C44C-2364-9085-5C91E212CE1C}"/>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E50C710A-EE34-2A1F-94D7-25156C868005}"/>
              </a:ext>
            </a:extLst>
          </p:cNvPr>
          <p:cNvSpPr>
            <a:spLocks noGrp="1"/>
          </p:cNvSpPr>
          <p:nvPr>
            <p:ph type="sldNum" sz="quarter" idx="22"/>
          </p:nvPr>
        </p:nvSpPr>
        <p:spPr/>
        <p:txBody>
          <a:bodyPr/>
          <a:lstStyle/>
          <a:p>
            <a:fld id="{991AB9B0-3E43-D847-B073-60FE8FAFFDB7}" type="slidenum">
              <a:rPr lang="en-US" smtClean="0"/>
              <a:pPr/>
              <a:t>37</a:t>
            </a:fld>
            <a:endParaRPr lang="en-US"/>
          </a:p>
        </p:txBody>
      </p:sp>
      <p:sp>
        <p:nvSpPr>
          <p:cNvPr id="6" name="Title 1">
            <a:extLst>
              <a:ext uri="{FF2B5EF4-FFF2-40B4-BE49-F238E27FC236}">
                <a16:creationId xmlns:a16="http://schemas.microsoft.com/office/drawing/2014/main" id="{461FDFAB-DF5C-13EB-EC67-9EA0286A2D49}"/>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2F9933AA-865B-9E2F-266C-150088013836}"/>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D342867B-5EEC-EE8E-6009-93EBE0B72B87}"/>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C9F0E498-C46D-C1D3-ED7F-29EF27E4233F}"/>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832861F-4F62-2AB7-E13F-E4319EE7607F}"/>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C09E7C80-5413-6D82-E604-6C573906E040}"/>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84DD3C94-8322-0005-3ABD-C0BB19D12E3B}"/>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10716F30-2655-D143-D4FC-83122ECFF457}"/>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59D721AA-5DEA-F072-65CB-474EC9E0503D}"/>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622B8D36-D74F-50BF-681F-6431E3F0D2CD}"/>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13D773D1-A589-AB32-9474-4CFBE541D98C}"/>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3BFD9775-3793-F56C-F340-0DEAD6B91491}"/>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B938D274-8C27-4CDA-C269-1278138A29B3}"/>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B34C3EDF-220C-992B-DB4D-9F7584DE0163}"/>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66A39628-7BD3-5F56-5198-014997CC68D4}"/>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5CA6BB1D-C055-4EBA-79BE-0F87688DCFEA}"/>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B0EF52F3-E760-4B94-7CE4-0D2D2AB3FBCF}"/>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01420B7F-3133-14F4-B92F-069775F2C97A}"/>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5" name="Text Box 26">
            <a:extLst>
              <a:ext uri="{FF2B5EF4-FFF2-40B4-BE49-F238E27FC236}">
                <a16:creationId xmlns:a16="http://schemas.microsoft.com/office/drawing/2014/main" id="{8E8A2D5B-3581-49B6-D38E-0E45AAEC1D9D}"/>
              </a:ext>
            </a:extLst>
          </p:cNvPr>
          <p:cNvSpPr txBox="1">
            <a:spLocks noChangeArrowheads="1"/>
          </p:cNvSpPr>
          <p:nvPr/>
        </p:nvSpPr>
        <p:spPr bwMode="auto">
          <a:xfrm>
            <a:off x="9306718" y="5263745"/>
            <a:ext cx="412292" cy="584775"/>
          </a:xfrm>
          <a:prstGeom prst="rect">
            <a:avLst/>
          </a:prstGeom>
          <a:noFill/>
          <a:ln w="9525">
            <a:noFill/>
            <a:miter lim="800000"/>
            <a:headEnd/>
            <a:tailEnd/>
          </a:ln>
        </p:spPr>
        <p:txBody>
          <a:bodyPr wrap="none">
            <a:prstTxWarp prst="textNoShape">
              <a:avLst/>
            </a:prstTxWarp>
            <a:spAutoFit/>
          </a:bodyPr>
          <a:lstStyle/>
          <a:p>
            <a:r>
              <a:rPr lang="en-US" sz="3200"/>
              <a:t>?</a:t>
            </a:r>
          </a:p>
        </p:txBody>
      </p:sp>
      <p:sp>
        <p:nvSpPr>
          <p:cNvPr id="56" name="Text Box 20">
            <a:extLst>
              <a:ext uri="{FF2B5EF4-FFF2-40B4-BE49-F238E27FC236}">
                <a16:creationId xmlns:a16="http://schemas.microsoft.com/office/drawing/2014/main" id="{B6802D32-76E0-3829-C908-554B0D8262CA}"/>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C4D43F32-91BD-BA12-4970-804ED9B8E7E6}"/>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EAA9874A-E2CE-3E10-8BA5-A3CC3FAED3CB}"/>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CD43D42C-DBB5-829C-97E2-4786FBEF12AE}"/>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D880990A-B269-259B-F550-80B4701856C2}"/>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B93530E6-AA6C-F725-3A5D-C0D7686B5BEE}"/>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6DA39346-4AA9-3F09-53DB-611CE04053E9}"/>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No changes required to explain the adenosines</a:t>
            </a:r>
          </a:p>
        </p:txBody>
      </p:sp>
      <p:sp>
        <p:nvSpPr>
          <p:cNvPr id="2" name="Text Box 20">
            <a:extLst>
              <a:ext uri="{FF2B5EF4-FFF2-40B4-BE49-F238E27FC236}">
                <a16:creationId xmlns:a16="http://schemas.microsoft.com/office/drawing/2014/main" id="{1974CB1A-D605-64C9-49A4-E0FF656F95C5}"/>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Tree>
    <p:extLst>
      <p:ext uri="{BB962C8B-B14F-4D97-AF65-F5344CB8AC3E}">
        <p14:creationId xmlns:p14="http://schemas.microsoft.com/office/powerpoint/2010/main" val="4222369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4D9E-1634-C985-36A1-2FB6D267039F}"/>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6705A43B-7B11-220D-4157-1E7754994B7C}"/>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5F169F21-CAA9-6548-B619-D95270680D2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35EDC368-9ECA-321B-413E-48770B106E3E}"/>
              </a:ext>
            </a:extLst>
          </p:cNvPr>
          <p:cNvSpPr>
            <a:spLocks noGrp="1"/>
          </p:cNvSpPr>
          <p:nvPr>
            <p:ph type="sldNum" sz="quarter" idx="22"/>
          </p:nvPr>
        </p:nvSpPr>
        <p:spPr/>
        <p:txBody>
          <a:bodyPr/>
          <a:lstStyle/>
          <a:p>
            <a:fld id="{991AB9B0-3E43-D847-B073-60FE8FAFFDB7}" type="slidenum">
              <a:rPr lang="en-US" smtClean="0"/>
              <a:pPr/>
              <a:t>38</a:t>
            </a:fld>
            <a:endParaRPr lang="en-US"/>
          </a:p>
        </p:txBody>
      </p:sp>
      <p:sp>
        <p:nvSpPr>
          <p:cNvPr id="6" name="Title 1">
            <a:extLst>
              <a:ext uri="{FF2B5EF4-FFF2-40B4-BE49-F238E27FC236}">
                <a16:creationId xmlns:a16="http://schemas.microsoft.com/office/drawing/2014/main" id="{072403E0-5842-3BDA-FEC3-368DBF1518F4}"/>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4F85BF18-698C-8277-5338-4B11A0A4510D}"/>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89DE38A9-5D94-FCFC-26BF-4B2F30480490}"/>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0FA80E56-2C47-E4BC-5C22-748D3C09029E}"/>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A826CA9C-0089-48E3-6AD9-E09276CDAB4B}"/>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86BA995C-7EBF-34E8-A236-5650C5F410B1}"/>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7A6FD85D-6994-CD8D-D4FF-BBAD55EAD2D3}"/>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F61350EA-6D21-F4EB-D233-026ED0770E56}"/>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D11E879C-0C92-528D-E194-0743CAA0B2D4}"/>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8EA0F7AF-9AFB-5508-7BF1-8BC9B12AC8AB}"/>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3D8AD413-8DCA-32BB-FCF0-FACDBB8B19CA}"/>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C7E0CC1F-F034-3CF8-E0CC-202CC44B9B55}"/>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4C962C5D-C7DE-BEA5-B3FF-A5F9C438356B}"/>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4F80FD9C-46ED-43EA-57AD-0FA9FC820DF0}"/>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FCDE21A6-9DAA-DFF3-63C6-BAB4FA707D0B}"/>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56C6F8EA-88CD-1770-2A5B-DAF07BFFA629}"/>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F4AAD8BD-0FB5-A53D-32D8-93635787F49F}"/>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0921727E-1E42-2179-08E3-6DFB91BBDABB}"/>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1AED9B29-1BE5-4D8F-63A5-A4B8D7A5A3B0}"/>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11453757-EA7E-7186-6F0D-E94587C3E633}"/>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B9FCB898-AA79-DB3C-1966-704364171E19}"/>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E88C2DD3-0D22-3594-57C6-5A8449A4AE73}"/>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1E9AC586-6BE7-8381-F8B9-703626F6B785}"/>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221A8034-9F5E-CE88-F3D4-0501341C8D05}"/>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281035B7-CDCF-CBD8-D275-D00B07D62AE5}"/>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A is the most likely as it is the shortest route</a:t>
            </a:r>
          </a:p>
        </p:txBody>
      </p:sp>
      <p:sp>
        <p:nvSpPr>
          <p:cNvPr id="2" name="Text Box 20">
            <a:extLst>
              <a:ext uri="{FF2B5EF4-FFF2-40B4-BE49-F238E27FC236}">
                <a16:creationId xmlns:a16="http://schemas.microsoft.com/office/drawing/2014/main" id="{3A929331-02E4-6447-09D8-58166C6A3879}"/>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FB2D90EE-C3F6-03BC-A2D0-34E85E585BFB}"/>
              </a:ext>
            </a:extLst>
          </p:cNvPr>
          <p:cNvSpPr txBox="1">
            <a:spLocks noChangeArrowheads="1"/>
          </p:cNvSpPr>
          <p:nvPr/>
        </p:nvSpPr>
        <p:spPr bwMode="auto">
          <a:xfrm>
            <a:off x="9335295" y="5233751"/>
            <a:ext cx="723900"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A</a:t>
            </a:r>
          </a:p>
        </p:txBody>
      </p:sp>
    </p:spTree>
    <p:extLst>
      <p:ext uri="{BB962C8B-B14F-4D97-AF65-F5344CB8AC3E}">
        <p14:creationId xmlns:p14="http://schemas.microsoft.com/office/powerpoint/2010/main" val="1242202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03461-1533-9E90-A3B6-4763B3F69CA8}"/>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4E0B732C-9502-0596-AAC9-9A7CFA3E2336}"/>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FA3B863E-AC2A-1183-5E65-281EB2EA1C9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E89D8CB-E7FB-8746-D1F7-BBF911256BBD}"/>
              </a:ext>
            </a:extLst>
          </p:cNvPr>
          <p:cNvSpPr>
            <a:spLocks noGrp="1"/>
          </p:cNvSpPr>
          <p:nvPr>
            <p:ph type="sldNum" sz="quarter" idx="22"/>
          </p:nvPr>
        </p:nvSpPr>
        <p:spPr/>
        <p:txBody>
          <a:bodyPr/>
          <a:lstStyle/>
          <a:p>
            <a:fld id="{991AB9B0-3E43-D847-B073-60FE8FAFFDB7}" type="slidenum">
              <a:rPr lang="en-US" smtClean="0"/>
              <a:pPr/>
              <a:t>39</a:t>
            </a:fld>
            <a:endParaRPr lang="en-US"/>
          </a:p>
        </p:txBody>
      </p:sp>
      <p:sp>
        <p:nvSpPr>
          <p:cNvPr id="6" name="Title 1">
            <a:extLst>
              <a:ext uri="{FF2B5EF4-FFF2-40B4-BE49-F238E27FC236}">
                <a16:creationId xmlns:a16="http://schemas.microsoft.com/office/drawing/2014/main" id="{681BA12D-3EF7-1158-1B1A-AD7F38F94E71}"/>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5B0163B3-1372-EF8E-A56F-B18608BBFCE1}"/>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62183584-4EE6-2C9E-CE31-181E0994F337}"/>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FC04F72D-1A1E-E61B-5B46-7BB985CBDC48}"/>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BB54739B-7018-7465-F534-82ED45E932D6}"/>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29F5C569-8FF9-6D1A-A8B8-EBD33C50A0A9}"/>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75858365-C35A-3826-5A8E-D5B2276DA96E}"/>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2B02571F-84DE-32BF-4789-0E4793648E2A}"/>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4E0B841F-16EA-22C6-E5E6-023E263DEAA5}"/>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86E35E22-26FF-D652-4A54-8189068A4471}"/>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4F802436-F3F3-EACD-BFD2-EE48B281BD13}"/>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F02FB8A1-1B5A-E226-D368-FD4D231E132A}"/>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7454EF59-E8FF-41CE-C3B1-ED6D62B2CFB9}"/>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03608478-8AC3-78B3-1944-13010DDAAE33}"/>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8296627A-EA20-315D-15F9-655EC6CE768D}"/>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BF0F9AB3-96F3-007B-91B9-7BD894BB98DE}"/>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1B127C59-24C4-58BE-F67F-FAF7924D6E0A}"/>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FB077352-2BEB-36BE-2506-4AA983E4F5EB}"/>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C431FC07-240A-2074-8DCB-88128F134B7B}"/>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A4145CA8-4ECC-E5D8-B995-FF6228F2EC0C}"/>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65ADB1E5-1427-3A4D-8689-A2AE93F7BC49}"/>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974A6B39-E895-31E1-4D2A-7D403C8971E9}"/>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EFAFD119-0114-EF63-18B6-E4A151EEB828}"/>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3DAF69A6-7D63-A95C-4708-2A155610F20A}"/>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8752D8B7-9144-329F-A9E9-177B836FA1B1}"/>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C is the next most likely as it is the next shortest route</a:t>
            </a:r>
          </a:p>
        </p:txBody>
      </p:sp>
      <p:sp>
        <p:nvSpPr>
          <p:cNvPr id="2" name="Text Box 20">
            <a:extLst>
              <a:ext uri="{FF2B5EF4-FFF2-40B4-BE49-F238E27FC236}">
                <a16:creationId xmlns:a16="http://schemas.microsoft.com/office/drawing/2014/main" id="{8C28E95C-E155-CCE3-15C5-2E0D17C84492}"/>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FAD9DDC1-5216-6B26-B885-D920BA2FD877}"/>
              </a:ext>
            </a:extLst>
          </p:cNvPr>
          <p:cNvSpPr txBox="1">
            <a:spLocks noChangeArrowheads="1"/>
          </p:cNvSpPr>
          <p:nvPr/>
        </p:nvSpPr>
        <p:spPr bwMode="auto">
          <a:xfrm>
            <a:off x="9335294" y="5233751"/>
            <a:ext cx="1270203"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A&gt;c</a:t>
            </a:r>
          </a:p>
        </p:txBody>
      </p:sp>
    </p:spTree>
    <p:extLst>
      <p:ext uri="{BB962C8B-B14F-4D97-AF65-F5344CB8AC3E}">
        <p14:creationId xmlns:p14="http://schemas.microsoft.com/office/powerpoint/2010/main" val="2598649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0F53-3F43-85A0-430A-EE951A72D0BF}"/>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3A139CA8-EBAC-4D40-52B9-ED5932989D23}"/>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EDC355D6-8F5C-8C23-6461-22D1C8FAD3D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8396C331-2672-F70C-E17E-0D2E8696B038}"/>
              </a:ext>
            </a:extLst>
          </p:cNvPr>
          <p:cNvSpPr>
            <a:spLocks noGrp="1"/>
          </p:cNvSpPr>
          <p:nvPr>
            <p:ph type="sldNum" sz="quarter" idx="22"/>
          </p:nvPr>
        </p:nvSpPr>
        <p:spPr/>
        <p:txBody>
          <a:bodyPr/>
          <a:lstStyle/>
          <a:p>
            <a:fld id="{991AB9B0-3E43-D847-B073-60FE8FAFFDB7}" type="slidenum">
              <a:rPr lang="en-US" smtClean="0"/>
              <a:pPr/>
              <a:t>40</a:t>
            </a:fld>
            <a:endParaRPr lang="en-US"/>
          </a:p>
        </p:txBody>
      </p:sp>
      <p:sp>
        <p:nvSpPr>
          <p:cNvPr id="6" name="Title 1">
            <a:extLst>
              <a:ext uri="{FF2B5EF4-FFF2-40B4-BE49-F238E27FC236}">
                <a16:creationId xmlns:a16="http://schemas.microsoft.com/office/drawing/2014/main" id="{AA2F6DD6-66C0-FF14-9503-3F6296FF1478}"/>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3ACC5767-5D8C-3AE3-B2D1-F25879A0F9B2}"/>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AF3406F9-C4DE-80B4-12DD-6E023E2C9F98}"/>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C7811670-0E15-BB3D-BECB-A85F096306C1}"/>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4CE86993-306A-A66A-4893-2D22C94903B2}"/>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6B31FE8E-676F-A03C-BBD5-C4612BE3E944}"/>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CDB8F338-D152-7E09-EB02-6E4090C3ECD3}"/>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AB1901C2-152C-D483-389B-D5B30B95669D}"/>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36ABE722-84A5-44ED-F2D7-09C412F9F3FB}"/>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DE94C28A-4C04-B92E-A25D-1884AA3D805F}"/>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1C5A308A-CE6D-F742-FC40-E101E0B7B569}"/>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7571E5AA-651D-900B-55E4-B689E602E71C}"/>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3E4FE436-1BCB-9A5F-BF9E-D78DE7BFCB42}"/>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42B13527-ED57-AB6A-5C72-3201200730F2}"/>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FCD59965-B4F2-ED51-7BE9-E979B7D44481}"/>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6DB2FC8F-C507-A47F-4FFE-545240200B6B}"/>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532CBBF3-CB38-9DC9-65DA-AF3A2FE96079}"/>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D484B3E9-44E0-91A9-6E7D-0CE72B8A475E}"/>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6E04C743-6843-74A7-7B42-6470754D57E9}"/>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39D109D0-CA11-7F7F-9FA5-7DD19387DD73}"/>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8651D530-5A25-43E6-B376-0F81D54B1214}"/>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C501E312-BF09-CC88-9897-3C743DDAD6B3}"/>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24E1A90B-E3BD-E2CF-ED4F-8546C2E91879}"/>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B19B5C07-0BFB-B4C2-1732-EAEAD72EB9D3}"/>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62" name="Text Box 5">
            <a:extLst>
              <a:ext uri="{FF2B5EF4-FFF2-40B4-BE49-F238E27FC236}">
                <a16:creationId xmlns:a16="http://schemas.microsoft.com/office/drawing/2014/main" id="{8BC2DA79-B38D-5C5D-7B48-64CEE57D669B}"/>
              </a:ext>
            </a:extLst>
          </p:cNvPr>
          <p:cNvSpPr txBox="1">
            <a:spLocks noChangeArrowheads="1"/>
          </p:cNvSpPr>
          <p:nvPr/>
        </p:nvSpPr>
        <p:spPr bwMode="auto">
          <a:xfrm>
            <a:off x="5245549" y="7980517"/>
            <a:ext cx="11475138" cy="646331"/>
          </a:xfrm>
          <a:prstGeom prst="rect">
            <a:avLst/>
          </a:prstGeom>
          <a:noFill/>
          <a:ln w="9525">
            <a:noFill/>
            <a:miter lim="800000"/>
            <a:headEnd/>
            <a:tailEnd/>
          </a:ln>
        </p:spPr>
        <p:txBody>
          <a:bodyPr wrap="square">
            <a:prstTxWarp prst="textNoShape">
              <a:avLst/>
            </a:prstTxWarp>
            <a:spAutoFit/>
          </a:bodyPr>
          <a:lstStyle/>
          <a:p>
            <a:r>
              <a:rPr lang="en-US" sz="3600" dirty="0"/>
              <a:t>G is the third most likely as it is the third shortest route</a:t>
            </a:r>
          </a:p>
        </p:txBody>
      </p:sp>
      <p:sp>
        <p:nvSpPr>
          <p:cNvPr id="2" name="Text Box 20">
            <a:extLst>
              <a:ext uri="{FF2B5EF4-FFF2-40B4-BE49-F238E27FC236}">
                <a16:creationId xmlns:a16="http://schemas.microsoft.com/office/drawing/2014/main" id="{FB179132-64A5-FD69-D4D5-9030B9E53085}"/>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E2A533C6-053B-7E3D-65B3-671CA46FCA86}"/>
              </a:ext>
            </a:extLst>
          </p:cNvPr>
          <p:cNvSpPr txBox="1">
            <a:spLocks noChangeArrowheads="1"/>
          </p:cNvSpPr>
          <p:nvPr/>
        </p:nvSpPr>
        <p:spPr bwMode="auto">
          <a:xfrm>
            <a:off x="9335294" y="5233751"/>
            <a:ext cx="1270203" cy="523220"/>
          </a:xfrm>
          <a:prstGeom prst="rect">
            <a:avLst/>
          </a:prstGeom>
          <a:noFill/>
          <a:ln w="9525">
            <a:noFill/>
            <a:miter lim="800000"/>
            <a:headEnd/>
            <a:tailEnd/>
          </a:ln>
        </p:spPr>
        <p:txBody>
          <a:bodyPr wrap="square">
            <a:prstTxWarp prst="textNoShape">
              <a:avLst/>
            </a:prstTxWarp>
            <a:spAutoFit/>
          </a:bodyPr>
          <a:lstStyle/>
          <a:p>
            <a:r>
              <a:rPr lang="en-US" sz="2800" dirty="0">
                <a:solidFill>
                  <a:srgbClr val="C00000"/>
                </a:solidFill>
              </a:rPr>
              <a:t>A&gt;c&gt;g</a:t>
            </a:r>
          </a:p>
        </p:txBody>
      </p:sp>
    </p:spTree>
    <p:extLst>
      <p:ext uri="{BB962C8B-B14F-4D97-AF65-F5344CB8AC3E}">
        <p14:creationId xmlns:p14="http://schemas.microsoft.com/office/powerpoint/2010/main" val="7749039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2235-BE64-0C89-5979-70F787CC0180}"/>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0EDF33B2-F287-3BA4-4197-09CF4C10C0BC}"/>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1A7730B3-D12F-4EF0-1F5E-B996D92114C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82BF283D-0538-8A14-BCBB-7C7A051A7D8A}"/>
              </a:ext>
            </a:extLst>
          </p:cNvPr>
          <p:cNvSpPr>
            <a:spLocks noGrp="1"/>
          </p:cNvSpPr>
          <p:nvPr>
            <p:ph type="sldNum" sz="quarter" idx="22"/>
          </p:nvPr>
        </p:nvSpPr>
        <p:spPr/>
        <p:txBody>
          <a:bodyPr/>
          <a:lstStyle/>
          <a:p>
            <a:fld id="{991AB9B0-3E43-D847-B073-60FE8FAFFDB7}" type="slidenum">
              <a:rPr lang="en-US" smtClean="0"/>
              <a:pPr/>
              <a:t>41</a:t>
            </a:fld>
            <a:endParaRPr lang="en-US"/>
          </a:p>
        </p:txBody>
      </p:sp>
      <p:sp>
        <p:nvSpPr>
          <p:cNvPr id="6" name="Title 1">
            <a:extLst>
              <a:ext uri="{FF2B5EF4-FFF2-40B4-BE49-F238E27FC236}">
                <a16:creationId xmlns:a16="http://schemas.microsoft.com/office/drawing/2014/main" id="{BC300FD9-3B4B-E822-6FA1-9DBC31D01ECF}"/>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1491A782-AB4D-3972-131C-52046791E8B6}"/>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10" name="Oval 9">
            <a:extLst>
              <a:ext uri="{FF2B5EF4-FFF2-40B4-BE49-F238E27FC236}">
                <a16:creationId xmlns:a16="http://schemas.microsoft.com/office/drawing/2014/main" id="{F2969E27-D131-C641-6364-930EE6E972E1}"/>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39" name="Line 4">
            <a:extLst>
              <a:ext uri="{FF2B5EF4-FFF2-40B4-BE49-F238E27FC236}">
                <a16:creationId xmlns:a16="http://schemas.microsoft.com/office/drawing/2014/main" id="{7F0D11D4-26FE-7C14-36B0-3D08BC48BFFD}"/>
              </a:ext>
            </a:extLst>
          </p:cNvPr>
          <p:cNvSpPr>
            <a:spLocks noChangeShapeType="1"/>
          </p:cNvSpPr>
          <p:nvPr/>
        </p:nvSpPr>
        <p:spPr bwMode="auto">
          <a:xfrm flipH="1">
            <a:off x="11135518" y="42731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0" name="Line 5">
            <a:extLst>
              <a:ext uri="{FF2B5EF4-FFF2-40B4-BE49-F238E27FC236}">
                <a16:creationId xmlns:a16="http://schemas.microsoft.com/office/drawing/2014/main" id="{9960E56B-F553-3818-7BDC-ADC5B95DDF56}"/>
              </a:ext>
            </a:extLst>
          </p:cNvPr>
          <p:cNvSpPr>
            <a:spLocks noChangeShapeType="1"/>
          </p:cNvSpPr>
          <p:nvPr/>
        </p:nvSpPr>
        <p:spPr bwMode="auto">
          <a:xfrm flipH="1">
            <a:off x="11135518" y="47303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1" name="Line 6">
            <a:extLst>
              <a:ext uri="{FF2B5EF4-FFF2-40B4-BE49-F238E27FC236}">
                <a16:creationId xmlns:a16="http://schemas.microsoft.com/office/drawing/2014/main" id="{5890F457-92EF-61B1-90E8-F7ED433C63C5}"/>
              </a:ext>
            </a:extLst>
          </p:cNvPr>
          <p:cNvSpPr>
            <a:spLocks noChangeShapeType="1"/>
          </p:cNvSpPr>
          <p:nvPr/>
        </p:nvSpPr>
        <p:spPr bwMode="auto">
          <a:xfrm flipH="1">
            <a:off x="9840118" y="4501745"/>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2" name="Line 7">
            <a:extLst>
              <a:ext uri="{FF2B5EF4-FFF2-40B4-BE49-F238E27FC236}">
                <a16:creationId xmlns:a16="http://schemas.microsoft.com/office/drawing/2014/main" id="{83AA5C5F-A611-C56A-8CF6-F3E2E6E483D7}"/>
              </a:ext>
            </a:extLst>
          </p:cNvPr>
          <p:cNvSpPr>
            <a:spLocks noChangeShapeType="1"/>
          </p:cNvSpPr>
          <p:nvPr/>
        </p:nvSpPr>
        <p:spPr bwMode="auto">
          <a:xfrm flipH="1">
            <a:off x="10983118" y="50351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3" name="Line 8">
            <a:extLst>
              <a:ext uri="{FF2B5EF4-FFF2-40B4-BE49-F238E27FC236}">
                <a16:creationId xmlns:a16="http://schemas.microsoft.com/office/drawing/2014/main" id="{A46F0DB4-2005-6D47-E87D-9AB82022178B}"/>
              </a:ext>
            </a:extLst>
          </p:cNvPr>
          <p:cNvSpPr>
            <a:spLocks noChangeShapeType="1"/>
          </p:cNvSpPr>
          <p:nvPr/>
        </p:nvSpPr>
        <p:spPr bwMode="auto">
          <a:xfrm flipH="1">
            <a:off x="9840118" y="52637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4" name="Line 9">
            <a:extLst>
              <a:ext uri="{FF2B5EF4-FFF2-40B4-BE49-F238E27FC236}">
                <a16:creationId xmlns:a16="http://schemas.microsoft.com/office/drawing/2014/main" id="{C5263BB7-A5AB-007F-AC71-60C006CE5A6E}"/>
              </a:ext>
            </a:extLst>
          </p:cNvPr>
          <p:cNvSpPr>
            <a:spLocks noChangeShapeType="1"/>
          </p:cNvSpPr>
          <p:nvPr/>
        </p:nvSpPr>
        <p:spPr bwMode="auto">
          <a:xfrm flipH="1">
            <a:off x="10983118" y="5492345"/>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5" name="Line 10">
            <a:extLst>
              <a:ext uri="{FF2B5EF4-FFF2-40B4-BE49-F238E27FC236}">
                <a16:creationId xmlns:a16="http://schemas.microsoft.com/office/drawing/2014/main" id="{F4FB22B1-7202-7A47-37D6-1877B9F73D98}"/>
              </a:ext>
            </a:extLst>
          </p:cNvPr>
          <p:cNvSpPr>
            <a:spLocks noChangeShapeType="1"/>
          </p:cNvSpPr>
          <p:nvPr/>
        </p:nvSpPr>
        <p:spPr bwMode="auto">
          <a:xfrm flipH="1" flipV="1">
            <a:off x="9840118" y="4501745"/>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6" name="Line 11">
            <a:extLst>
              <a:ext uri="{FF2B5EF4-FFF2-40B4-BE49-F238E27FC236}">
                <a16:creationId xmlns:a16="http://schemas.microsoft.com/office/drawing/2014/main" id="{204D866A-3CEC-223C-78DA-403B0AD94F23}"/>
              </a:ext>
            </a:extLst>
          </p:cNvPr>
          <p:cNvSpPr>
            <a:spLocks noChangeShapeType="1"/>
          </p:cNvSpPr>
          <p:nvPr/>
        </p:nvSpPr>
        <p:spPr bwMode="auto">
          <a:xfrm flipH="1" flipV="1">
            <a:off x="10983118" y="5035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7" name="Line 12">
            <a:extLst>
              <a:ext uri="{FF2B5EF4-FFF2-40B4-BE49-F238E27FC236}">
                <a16:creationId xmlns:a16="http://schemas.microsoft.com/office/drawing/2014/main" id="{25923DC5-51A0-F67B-92AD-A363222DF64E}"/>
              </a:ext>
            </a:extLst>
          </p:cNvPr>
          <p:cNvSpPr>
            <a:spLocks noChangeShapeType="1"/>
          </p:cNvSpPr>
          <p:nvPr/>
        </p:nvSpPr>
        <p:spPr bwMode="auto">
          <a:xfrm flipH="1" flipV="1">
            <a:off x="11135518" y="4273145"/>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8" name="Line 13">
            <a:extLst>
              <a:ext uri="{FF2B5EF4-FFF2-40B4-BE49-F238E27FC236}">
                <a16:creationId xmlns:a16="http://schemas.microsoft.com/office/drawing/2014/main" id="{795C6DAE-2863-BB0B-DE57-484D43A88BFD}"/>
              </a:ext>
            </a:extLst>
          </p:cNvPr>
          <p:cNvSpPr>
            <a:spLocks noChangeShapeType="1"/>
          </p:cNvSpPr>
          <p:nvPr/>
        </p:nvSpPr>
        <p:spPr bwMode="auto">
          <a:xfrm flipH="1">
            <a:off x="9306718" y="4882745"/>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49" name="Line 14">
            <a:extLst>
              <a:ext uri="{FF2B5EF4-FFF2-40B4-BE49-F238E27FC236}">
                <a16:creationId xmlns:a16="http://schemas.microsoft.com/office/drawing/2014/main" id="{DE947830-BA51-DCA6-D688-E517C35A5A1E}"/>
              </a:ext>
            </a:extLst>
          </p:cNvPr>
          <p:cNvSpPr>
            <a:spLocks noChangeShapeType="1"/>
          </p:cNvSpPr>
          <p:nvPr/>
        </p:nvSpPr>
        <p:spPr bwMode="auto">
          <a:xfrm flipH="1">
            <a:off x="9306718" y="6025745"/>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0" name="Line 15">
            <a:extLst>
              <a:ext uri="{FF2B5EF4-FFF2-40B4-BE49-F238E27FC236}">
                <a16:creationId xmlns:a16="http://schemas.microsoft.com/office/drawing/2014/main" id="{5B3BEFB5-CD94-B33D-27C0-5F73D6ABEC7C}"/>
              </a:ext>
            </a:extLst>
          </p:cNvPr>
          <p:cNvSpPr>
            <a:spLocks noChangeShapeType="1"/>
          </p:cNvSpPr>
          <p:nvPr/>
        </p:nvSpPr>
        <p:spPr bwMode="auto">
          <a:xfrm flipH="1" flipV="1">
            <a:off x="9306718" y="48827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1" name="Line 16">
            <a:extLst>
              <a:ext uri="{FF2B5EF4-FFF2-40B4-BE49-F238E27FC236}">
                <a16:creationId xmlns:a16="http://schemas.microsoft.com/office/drawing/2014/main" id="{09611723-1B5A-C357-70F8-696A4B2C8281}"/>
              </a:ext>
            </a:extLst>
          </p:cNvPr>
          <p:cNvSpPr>
            <a:spLocks noChangeShapeType="1"/>
          </p:cNvSpPr>
          <p:nvPr/>
        </p:nvSpPr>
        <p:spPr bwMode="auto">
          <a:xfrm flipH="1">
            <a:off x="8163718" y="5492345"/>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2" name="Line 17">
            <a:extLst>
              <a:ext uri="{FF2B5EF4-FFF2-40B4-BE49-F238E27FC236}">
                <a16:creationId xmlns:a16="http://schemas.microsoft.com/office/drawing/2014/main" id="{C38F56B4-1E82-BF69-DD1A-DD9C74C97F39}"/>
              </a:ext>
            </a:extLst>
          </p:cNvPr>
          <p:cNvSpPr>
            <a:spLocks noChangeShapeType="1"/>
          </p:cNvSpPr>
          <p:nvPr/>
        </p:nvSpPr>
        <p:spPr bwMode="auto">
          <a:xfrm flipH="1" flipV="1">
            <a:off x="8163718" y="5492345"/>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3" name="Line 18">
            <a:extLst>
              <a:ext uri="{FF2B5EF4-FFF2-40B4-BE49-F238E27FC236}">
                <a16:creationId xmlns:a16="http://schemas.microsoft.com/office/drawing/2014/main" id="{FC7353DB-12BB-DA0D-8B31-F566C31FD789}"/>
              </a:ext>
            </a:extLst>
          </p:cNvPr>
          <p:cNvSpPr>
            <a:spLocks noChangeShapeType="1"/>
          </p:cNvSpPr>
          <p:nvPr/>
        </p:nvSpPr>
        <p:spPr bwMode="auto">
          <a:xfrm flipH="1">
            <a:off x="8163718" y="6635345"/>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6" name="Text Box 20">
            <a:extLst>
              <a:ext uri="{FF2B5EF4-FFF2-40B4-BE49-F238E27FC236}">
                <a16:creationId xmlns:a16="http://schemas.microsoft.com/office/drawing/2014/main" id="{4C5BA958-F096-CA7C-E740-405F023EADD1}"/>
              </a:ext>
            </a:extLst>
          </p:cNvPr>
          <p:cNvSpPr txBox="1">
            <a:spLocks noChangeArrowheads="1"/>
          </p:cNvSpPr>
          <p:nvPr/>
        </p:nvSpPr>
        <p:spPr bwMode="auto">
          <a:xfrm>
            <a:off x="11748503" y="4381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7" name="Text Box 21">
            <a:extLst>
              <a:ext uri="{FF2B5EF4-FFF2-40B4-BE49-F238E27FC236}">
                <a16:creationId xmlns:a16="http://schemas.microsoft.com/office/drawing/2014/main" id="{E1B0F757-B1FE-4742-7D04-51CC8DF227C6}"/>
              </a:ext>
            </a:extLst>
          </p:cNvPr>
          <p:cNvSpPr txBox="1">
            <a:spLocks noChangeArrowheads="1"/>
          </p:cNvSpPr>
          <p:nvPr/>
        </p:nvSpPr>
        <p:spPr bwMode="auto">
          <a:xfrm>
            <a:off x="11748503" y="47625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8" name="Text Box 22">
            <a:extLst>
              <a:ext uri="{FF2B5EF4-FFF2-40B4-BE49-F238E27FC236}">
                <a16:creationId xmlns:a16="http://schemas.microsoft.com/office/drawing/2014/main" id="{F79F893C-DF15-C6D8-2A52-6D4DE4EB991E}"/>
              </a:ext>
            </a:extLst>
          </p:cNvPr>
          <p:cNvSpPr txBox="1">
            <a:spLocks noChangeArrowheads="1"/>
          </p:cNvSpPr>
          <p:nvPr/>
        </p:nvSpPr>
        <p:spPr bwMode="auto">
          <a:xfrm>
            <a:off x="11748503" y="5181600"/>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59" name="Text Box 23">
            <a:extLst>
              <a:ext uri="{FF2B5EF4-FFF2-40B4-BE49-F238E27FC236}">
                <a16:creationId xmlns:a16="http://schemas.microsoft.com/office/drawing/2014/main" id="{062E1201-084D-9A51-293D-BBF1DF6C8438}"/>
              </a:ext>
            </a:extLst>
          </p:cNvPr>
          <p:cNvSpPr txBox="1">
            <a:spLocks noChangeArrowheads="1"/>
          </p:cNvSpPr>
          <p:nvPr/>
        </p:nvSpPr>
        <p:spPr bwMode="auto">
          <a:xfrm>
            <a:off x="11748503" y="5715000"/>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60" name="Text Box 24">
            <a:extLst>
              <a:ext uri="{FF2B5EF4-FFF2-40B4-BE49-F238E27FC236}">
                <a16:creationId xmlns:a16="http://schemas.microsoft.com/office/drawing/2014/main" id="{A2250090-6659-3D40-A9FE-2AE3135520E5}"/>
              </a:ext>
            </a:extLst>
          </p:cNvPr>
          <p:cNvSpPr txBox="1">
            <a:spLocks noChangeArrowheads="1"/>
          </p:cNvSpPr>
          <p:nvPr/>
        </p:nvSpPr>
        <p:spPr bwMode="auto">
          <a:xfrm>
            <a:off x="11748503" y="6400800"/>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61" name="Text Box 20">
            <a:extLst>
              <a:ext uri="{FF2B5EF4-FFF2-40B4-BE49-F238E27FC236}">
                <a16:creationId xmlns:a16="http://schemas.microsoft.com/office/drawing/2014/main" id="{A41C59C5-CB43-D152-6543-76AB1215ACF9}"/>
              </a:ext>
            </a:extLst>
          </p:cNvPr>
          <p:cNvSpPr txBox="1">
            <a:spLocks noChangeArrowheads="1"/>
          </p:cNvSpPr>
          <p:nvPr/>
        </p:nvSpPr>
        <p:spPr bwMode="auto">
          <a:xfrm>
            <a:off x="11748503" y="3962400"/>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 name="Text Box 20">
            <a:extLst>
              <a:ext uri="{FF2B5EF4-FFF2-40B4-BE49-F238E27FC236}">
                <a16:creationId xmlns:a16="http://schemas.microsoft.com/office/drawing/2014/main" id="{9ACB03E8-2043-13A6-EE5D-4EC895373DDB}"/>
              </a:ext>
            </a:extLst>
          </p:cNvPr>
          <p:cNvSpPr txBox="1">
            <a:spLocks noChangeArrowheads="1"/>
          </p:cNvSpPr>
          <p:nvPr/>
        </p:nvSpPr>
        <p:spPr bwMode="auto">
          <a:xfrm>
            <a:off x="9871447" y="4580945"/>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3" name="Text Box 23">
            <a:extLst>
              <a:ext uri="{FF2B5EF4-FFF2-40B4-BE49-F238E27FC236}">
                <a16:creationId xmlns:a16="http://schemas.microsoft.com/office/drawing/2014/main" id="{7DDEDDB8-7343-B819-81B6-D8E6E47278CF}"/>
              </a:ext>
            </a:extLst>
          </p:cNvPr>
          <p:cNvSpPr txBox="1">
            <a:spLocks noChangeArrowheads="1"/>
          </p:cNvSpPr>
          <p:nvPr/>
        </p:nvSpPr>
        <p:spPr bwMode="auto">
          <a:xfrm>
            <a:off x="9335294" y="5233751"/>
            <a:ext cx="1647821" cy="523220"/>
          </a:xfrm>
          <a:prstGeom prst="rect">
            <a:avLst/>
          </a:prstGeom>
          <a:noFill/>
          <a:ln w="9525">
            <a:noFill/>
            <a:miter lim="800000"/>
            <a:headEnd/>
            <a:tailEnd/>
          </a:ln>
        </p:spPr>
        <p:txBody>
          <a:bodyPr wrap="square">
            <a:prstTxWarp prst="textNoShape">
              <a:avLst/>
            </a:prstTxWarp>
            <a:spAutoFit/>
          </a:bodyPr>
          <a:lstStyle/>
          <a:p>
            <a:r>
              <a:rPr lang="en-US" sz="2800" dirty="0"/>
              <a:t>A&gt;c&gt;g&gt;t</a:t>
            </a:r>
          </a:p>
        </p:txBody>
      </p:sp>
      <p:sp>
        <p:nvSpPr>
          <p:cNvPr id="4" name="Text Box 5">
            <a:extLst>
              <a:ext uri="{FF2B5EF4-FFF2-40B4-BE49-F238E27FC236}">
                <a16:creationId xmlns:a16="http://schemas.microsoft.com/office/drawing/2014/main" id="{D0B1A54A-1C94-1E2E-6FF3-0A980A2269E8}"/>
              </a:ext>
            </a:extLst>
          </p:cNvPr>
          <p:cNvSpPr txBox="1">
            <a:spLocks noChangeArrowheads="1"/>
          </p:cNvSpPr>
          <p:nvPr/>
        </p:nvSpPr>
        <p:spPr bwMode="auto">
          <a:xfrm>
            <a:off x="629389" y="4180380"/>
            <a:ext cx="6977558" cy="3416320"/>
          </a:xfrm>
          <a:prstGeom prst="rect">
            <a:avLst/>
          </a:prstGeom>
          <a:noFill/>
          <a:ln w="9525">
            <a:noFill/>
            <a:miter lim="800000"/>
            <a:headEnd/>
            <a:tailEnd/>
          </a:ln>
        </p:spPr>
        <p:txBody>
          <a:bodyPr wrap="square">
            <a:prstTxWarp prst="textNoShape">
              <a:avLst/>
            </a:prstTxWarp>
            <a:spAutoFit/>
          </a:bodyPr>
          <a:lstStyle/>
          <a:p>
            <a:r>
              <a:rPr lang="en-US" sz="3600" dirty="0"/>
              <a:t>BRANCH LENGTHS (e.g. shortest route) COME FROM A SUBSTITUTION MODEL</a:t>
            </a:r>
          </a:p>
          <a:p>
            <a:endParaRPr lang="en-US" sz="3600" dirty="0"/>
          </a:p>
          <a:p>
            <a:r>
              <a:rPr lang="en-US" sz="3600" dirty="0"/>
              <a:t>A SUBSTITUTION MODEL ADDS RESOLUTION!</a:t>
            </a:r>
          </a:p>
        </p:txBody>
      </p:sp>
      <p:sp>
        <p:nvSpPr>
          <p:cNvPr id="9" name="Text Box 5">
            <a:extLst>
              <a:ext uri="{FF2B5EF4-FFF2-40B4-BE49-F238E27FC236}">
                <a16:creationId xmlns:a16="http://schemas.microsoft.com/office/drawing/2014/main" id="{608F00B5-C2D3-3D44-21AE-92AEF1AFCE1F}"/>
              </a:ext>
            </a:extLst>
          </p:cNvPr>
          <p:cNvSpPr txBox="1">
            <a:spLocks noChangeArrowheads="1"/>
          </p:cNvSpPr>
          <p:nvPr/>
        </p:nvSpPr>
        <p:spPr bwMode="auto">
          <a:xfrm>
            <a:off x="3919485" y="8356130"/>
            <a:ext cx="14127259" cy="1200329"/>
          </a:xfrm>
          <a:prstGeom prst="rect">
            <a:avLst/>
          </a:prstGeom>
          <a:noFill/>
          <a:ln w="9525">
            <a:noFill/>
            <a:miter lim="800000"/>
            <a:headEnd/>
            <a:tailEnd/>
          </a:ln>
        </p:spPr>
        <p:txBody>
          <a:bodyPr wrap="square">
            <a:prstTxWarp prst="textNoShape">
              <a:avLst/>
            </a:prstTxWarp>
            <a:spAutoFit/>
          </a:bodyPr>
          <a:lstStyle/>
          <a:p>
            <a:r>
              <a:rPr lang="en-US" sz="3600" dirty="0"/>
              <a:t>Each possible solution has a likelihood and must be considered – ML is more complex, slower, but more accurate</a:t>
            </a:r>
          </a:p>
        </p:txBody>
      </p:sp>
      <p:sp>
        <p:nvSpPr>
          <p:cNvPr id="12" name="Oval 11">
            <a:extLst>
              <a:ext uri="{FF2B5EF4-FFF2-40B4-BE49-F238E27FC236}">
                <a16:creationId xmlns:a16="http://schemas.microsoft.com/office/drawing/2014/main" id="{2D092210-1141-3BFD-4431-661027E4CC81}"/>
              </a:ext>
            </a:extLst>
          </p:cNvPr>
          <p:cNvSpPr/>
          <p:nvPr/>
        </p:nvSpPr>
        <p:spPr>
          <a:xfrm>
            <a:off x="9154319" y="5223129"/>
            <a:ext cx="1867688" cy="75225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1598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DFA4B-E0A3-1BBC-763C-4EEE47D066A2}"/>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380A88B-79A9-8597-88C4-E56FD87B446B}"/>
              </a:ext>
            </a:extLst>
          </p:cNvPr>
          <p:cNvSpPr/>
          <p:nvPr/>
        </p:nvSpPr>
        <p:spPr>
          <a:xfrm>
            <a:off x="3771900" y="2217221"/>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84337E2D-9B21-24F3-E436-9EC4EF6ACF2B}"/>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2B416AA-E5BB-E745-7ACA-691DCA62933B}"/>
              </a:ext>
            </a:extLst>
          </p:cNvPr>
          <p:cNvSpPr>
            <a:spLocks noGrp="1"/>
          </p:cNvSpPr>
          <p:nvPr>
            <p:ph type="sldNum" sz="quarter" idx="22"/>
          </p:nvPr>
        </p:nvSpPr>
        <p:spPr/>
        <p:txBody>
          <a:bodyPr/>
          <a:lstStyle/>
          <a:p>
            <a:fld id="{991AB9B0-3E43-D847-B073-60FE8FAFFDB7}" type="slidenum">
              <a:rPr lang="en-US" smtClean="0"/>
              <a:pPr/>
              <a:t>42</a:t>
            </a:fld>
            <a:endParaRPr lang="en-US"/>
          </a:p>
        </p:txBody>
      </p:sp>
      <p:sp>
        <p:nvSpPr>
          <p:cNvPr id="6" name="Title 1">
            <a:extLst>
              <a:ext uri="{FF2B5EF4-FFF2-40B4-BE49-F238E27FC236}">
                <a16:creationId xmlns:a16="http://schemas.microsoft.com/office/drawing/2014/main" id="{E05A569F-B519-8908-2E99-FD3937E2196E}"/>
              </a:ext>
            </a:extLst>
          </p:cNvPr>
          <p:cNvSpPr>
            <a:spLocks noGrp="1"/>
          </p:cNvSpPr>
          <p:nvPr>
            <p:ph type="ctrTitle"/>
          </p:nvPr>
        </p:nvSpPr>
        <p:spPr>
          <a:xfrm>
            <a:off x="420771" y="382587"/>
            <a:ext cx="17277825" cy="1032203"/>
          </a:xfrm>
        </p:spPr>
        <p:txBody>
          <a:bodyPr>
            <a:noAutofit/>
          </a:bodyPr>
          <a:lstStyle/>
          <a:p>
            <a:r>
              <a:rPr lang="en-US" sz="6000" dirty="0"/>
              <a:t>Optimality Criteria</a:t>
            </a:r>
            <a:endParaRPr lang="en-US" sz="6000" dirty="0">
              <a:latin typeface="Raleway" pitchFamily="2" charset="77"/>
            </a:endParaRPr>
          </a:p>
        </p:txBody>
      </p:sp>
      <p:sp>
        <p:nvSpPr>
          <p:cNvPr id="5" name="Text Box 5">
            <a:extLst>
              <a:ext uri="{FF2B5EF4-FFF2-40B4-BE49-F238E27FC236}">
                <a16:creationId xmlns:a16="http://schemas.microsoft.com/office/drawing/2014/main" id="{9117413C-4C2E-5B58-D698-79A1C96CC966}"/>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Parsimony</a:t>
            </a:r>
          </a:p>
        </p:txBody>
      </p:sp>
      <p:sp>
        <p:nvSpPr>
          <p:cNvPr id="10" name="Oval 9">
            <a:extLst>
              <a:ext uri="{FF2B5EF4-FFF2-40B4-BE49-F238E27FC236}">
                <a16:creationId xmlns:a16="http://schemas.microsoft.com/office/drawing/2014/main" id="{A2D4D2F9-E3E0-D5C4-C780-9994F1494F8E}"/>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1</a:t>
            </a:r>
            <a:endParaRPr lang="en-US" b="1" strike="sngStrike" dirty="0">
              <a:solidFill>
                <a:schemeClr val="tx1"/>
              </a:solidFill>
            </a:endParaRPr>
          </a:p>
        </p:txBody>
      </p:sp>
      <p:sp>
        <p:nvSpPr>
          <p:cNvPr id="16" name="Rounded Rectangle 15">
            <a:extLst>
              <a:ext uri="{FF2B5EF4-FFF2-40B4-BE49-F238E27FC236}">
                <a16:creationId xmlns:a16="http://schemas.microsoft.com/office/drawing/2014/main" id="{3366E874-AAE9-E61E-F43C-4FFC168D27C9}"/>
              </a:ext>
            </a:extLst>
          </p:cNvPr>
          <p:cNvSpPr/>
          <p:nvPr/>
        </p:nvSpPr>
        <p:spPr>
          <a:xfrm>
            <a:off x="3771900" y="4296905"/>
            <a:ext cx="12555622"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CE6B89C-3300-8029-02F2-DE6D4B17A893}"/>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D3795D97-44C6-0836-EF2D-778E9D495B94}"/>
              </a:ext>
            </a:extLst>
          </p:cNvPr>
          <p:cNvSpPr/>
          <p:nvPr/>
        </p:nvSpPr>
        <p:spPr>
          <a:xfrm>
            <a:off x="3771900" y="6376589"/>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13B47E3-3919-3995-FDF1-C5891E3A1DED}"/>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23F44593-435B-914C-26BD-A3DFE5563303}"/>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785EA1B7-EBCD-B906-A905-1534F059F80E}"/>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a:t>
            </a:r>
          </a:p>
        </p:txBody>
      </p:sp>
      <p:sp>
        <p:nvSpPr>
          <p:cNvPr id="2" name="Rounded Rectangle 1">
            <a:extLst>
              <a:ext uri="{FF2B5EF4-FFF2-40B4-BE49-F238E27FC236}">
                <a16:creationId xmlns:a16="http://schemas.microsoft.com/office/drawing/2014/main" id="{9A1884A4-865C-A18E-09BD-CBE29CA412BF}"/>
              </a:ext>
            </a:extLst>
          </p:cNvPr>
          <p:cNvSpPr/>
          <p:nvPr/>
        </p:nvSpPr>
        <p:spPr>
          <a:xfrm>
            <a:off x="3771899" y="8456274"/>
            <a:ext cx="1264040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094FA27-1FEA-3E32-2700-970F90F116F4}"/>
              </a:ext>
            </a:extLst>
          </p:cNvPr>
          <p:cNvSpPr/>
          <p:nvPr/>
        </p:nvSpPr>
        <p:spPr>
          <a:xfrm>
            <a:off x="1485873" y="8605702"/>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4</a:t>
            </a:r>
            <a:endParaRPr lang="en-US" b="1" dirty="0">
              <a:solidFill>
                <a:schemeClr val="tx1"/>
              </a:solidFill>
            </a:endParaRPr>
          </a:p>
        </p:txBody>
      </p:sp>
      <p:sp>
        <p:nvSpPr>
          <p:cNvPr id="9" name="Text Box 5">
            <a:extLst>
              <a:ext uri="{FF2B5EF4-FFF2-40B4-BE49-F238E27FC236}">
                <a16:creationId xmlns:a16="http://schemas.microsoft.com/office/drawing/2014/main" id="{39B4B040-C86A-F504-99CF-87CF682F6AAE}"/>
              </a:ext>
            </a:extLst>
          </p:cNvPr>
          <p:cNvSpPr txBox="1">
            <a:spLocks noChangeArrowheads="1"/>
          </p:cNvSpPr>
          <p:nvPr/>
        </p:nvSpPr>
        <p:spPr bwMode="auto">
          <a:xfrm>
            <a:off x="4284578" y="8795229"/>
            <a:ext cx="14989822" cy="769441"/>
          </a:xfrm>
          <a:prstGeom prst="rect">
            <a:avLst/>
          </a:prstGeom>
          <a:noFill/>
          <a:ln w="9525">
            <a:noFill/>
            <a:miter lim="800000"/>
            <a:headEnd/>
            <a:tailEnd/>
          </a:ln>
        </p:spPr>
        <p:txBody>
          <a:bodyPr wrap="square">
            <a:prstTxWarp prst="textNoShape">
              <a:avLst/>
            </a:prstTxWarp>
            <a:spAutoFit/>
          </a:bodyPr>
          <a:lstStyle/>
          <a:p>
            <a:r>
              <a:rPr lang="en-US" sz="4400" b="1" dirty="0"/>
              <a:t>Bayesian Inference </a:t>
            </a:r>
            <a:r>
              <a:rPr lang="en-US" sz="4400" dirty="0"/>
              <a:t>– extension of ML</a:t>
            </a:r>
          </a:p>
        </p:txBody>
      </p:sp>
    </p:spTree>
    <p:extLst>
      <p:ext uri="{BB962C8B-B14F-4D97-AF65-F5344CB8AC3E}">
        <p14:creationId xmlns:p14="http://schemas.microsoft.com/office/powerpoint/2010/main" val="96249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CA10-D317-080A-5D1A-C1429F69BB9B}"/>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57A86A93-6DD8-997B-02CD-53BD12173737}"/>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45FE37F-7F39-85B1-26C2-CABA75A47CC7}"/>
              </a:ext>
            </a:extLst>
          </p:cNvPr>
          <p:cNvSpPr>
            <a:spLocks noGrp="1"/>
          </p:cNvSpPr>
          <p:nvPr>
            <p:ph type="sldNum" sz="quarter" idx="22"/>
          </p:nvPr>
        </p:nvSpPr>
        <p:spPr/>
        <p:txBody>
          <a:bodyPr/>
          <a:lstStyle/>
          <a:p>
            <a:fld id="{991AB9B0-3E43-D847-B073-60FE8FAFFDB7}" type="slidenum">
              <a:rPr lang="en-US" smtClean="0"/>
              <a:pPr/>
              <a:t>43</a:t>
            </a:fld>
            <a:endParaRPr lang="en-US"/>
          </a:p>
        </p:txBody>
      </p:sp>
      <p:sp>
        <p:nvSpPr>
          <p:cNvPr id="6" name="Title 1">
            <a:extLst>
              <a:ext uri="{FF2B5EF4-FFF2-40B4-BE49-F238E27FC236}">
                <a16:creationId xmlns:a16="http://schemas.microsoft.com/office/drawing/2014/main" id="{82B37CC1-37F7-FEB7-03D3-3C292117E221}"/>
              </a:ext>
            </a:extLst>
          </p:cNvPr>
          <p:cNvSpPr>
            <a:spLocks noGrp="1"/>
          </p:cNvSpPr>
          <p:nvPr>
            <p:ph type="ctrTitle"/>
          </p:nvPr>
        </p:nvSpPr>
        <p:spPr>
          <a:xfrm>
            <a:off x="420771" y="382587"/>
            <a:ext cx="17277825" cy="1032203"/>
          </a:xfrm>
        </p:spPr>
        <p:txBody>
          <a:bodyPr>
            <a:noAutofit/>
          </a:bodyPr>
          <a:lstStyle/>
          <a:p>
            <a:r>
              <a:rPr lang="en-US" sz="6000" dirty="0"/>
              <a:t>Substitution Models</a:t>
            </a:r>
            <a:endParaRPr lang="en-US" sz="6000" dirty="0">
              <a:latin typeface="Raleway" pitchFamily="2" charset="77"/>
            </a:endParaRPr>
          </a:p>
        </p:txBody>
      </p:sp>
      <p:pic>
        <p:nvPicPr>
          <p:cNvPr id="14" name="Picture 13" descr="A diagram of numbers and letters&#10;&#10;AI-generated content may be incorrect.">
            <a:extLst>
              <a:ext uri="{FF2B5EF4-FFF2-40B4-BE49-F238E27FC236}">
                <a16:creationId xmlns:a16="http://schemas.microsoft.com/office/drawing/2014/main" id="{36A5AF67-6740-607D-1BD0-01BEE92DFCB2}"/>
              </a:ext>
            </a:extLst>
          </p:cNvPr>
          <p:cNvPicPr>
            <a:picLocks noChangeAspect="1"/>
          </p:cNvPicPr>
          <p:nvPr/>
        </p:nvPicPr>
        <p:blipFill>
          <a:blip r:embed="rId3"/>
          <a:stretch>
            <a:fillRect/>
          </a:stretch>
        </p:blipFill>
        <p:spPr>
          <a:xfrm>
            <a:off x="10159206" y="382587"/>
            <a:ext cx="10159207" cy="5807426"/>
          </a:xfrm>
          <a:prstGeom prst="rect">
            <a:avLst/>
          </a:prstGeom>
        </p:spPr>
      </p:pic>
      <p:sp>
        <p:nvSpPr>
          <p:cNvPr id="15" name="Text Box 5">
            <a:extLst>
              <a:ext uri="{FF2B5EF4-FFF2-40B4-BE49-F238E27FC236}">
                <a16:creationId xmlns:a16="http://schemas.microsoft.com/office/drawing/2014/main" id="{0D23B5EA-A2F6-8011-D2FC-A9CE9FF134BD}"/>
              </a:ext>
            </a:extLst>
          </p:cNvPr>
          <p:cNvSpPr txBox="1">
            <a:spLocks noChangeArrowheads="1"/>
          </p:cNvSpPr>
          <p:nvPr/>
        </p:nvSpPr>
        <p:spPr bwMode="auto">
          <a:xfrm>
            <a:off x="8754591" y="6414163"/>
            <a:ext cx="11283347" cy="3970318"/>
          </a:xfrm>
          <a:prstGeom prst="rect">
            <a:avLst/>
          </a:prstGeom>
          <a:noFill/>
          <a:ln w="9525">
            <a:noFill/>
            <a:miter lim="800000"/>
            <a:headEnd/>
            <a:tailEnd/>
          </a:ln>
        </p:spPr>
        <p:txBody>
          <a:bodyPr wrap="square">
            <a:prstTxWarp prst="textNoShape">
              <a:avLst/>
            </a:prstTxWarp>
            <a:spAutoFit/>
          </a:bodyPr>
          <a:lstStyle/>
          <a:p>
            <a:r>
              <a:rPr lang="en-US" sz="3600" dirty="0"/>
              <a:t>There are wide diversity of substitution models that can be used and you can design your own. Key aspects:</a:t>
            </a:r>
          </a:p>
          <a:p>
            <a:endParaRPr lang="en-US" sz="3600" dirty="0"/>
          </a:p>
          <a:p>
            <a:pPr marL="285750" indent="-285750">
              <a:buFont typeface="Arial"/>
              <a:buChar char="•"/>
            </a:pPr>
            <a:r>
              <a:rPr lang="en-US" sz="3600" dirty="0"/>
              <a:t>Unequal rates of substitution</a:t>
            </a:r>
          </a:p>
          <a:p>
            <a:pPr marL="285750" indent="-285750">
              <a:buFont typeface="Arial"/>
              <a:buChar char="•"/>
            </a:pPr>
            <a:r>
              <a:rPr lang="en-US" sz="3600" dirty="0"/>
              <a:t>Unequal amino acid / nucleotide frequencies</a:t>
            </a:r>
          </a:p>
          <a:p>
            <a:pPr marL="285750" indent="-285750">
              <a:buFont typeface="Arial"/>
              <a:buChar char="•"/>
            </a:pPr>
            <a:endParaRPr lang="en-US" sz="3600" dirty="0"/>
          </a:p>
        </p:txBody>
      </p:sp>
      <p:sp>
        <p:nvSpPr>
          <p:cNvPr id="16" name="Text Box 5">
            <a:extLst>
              <a:ext uri="{FF2B5EF4-FFF2-40B4-BE49-F238E27FC236}">
                <a16:creationId xmlns:a16="http://schemas.microsoft.com/office/drawing/2014/main" id="{D27B226A-511A-C5AE-D935-330D43145047}"/>
              </a:ext>
            </a:extLst>
          </p:cNvPr>
          <p:cNvSpPr txBox="1">
            <a:spLocks noChangeArrowheads="1"/>
          </p:cNvSpPr>
          <p:nvPr/>
        </p:nvSpPr>
        <p:spPr bwMode="auto">
          <a:xfrm>
            <a:off x="16412307" y="845403"/>
            <a:ext cx="3112438" cy="1138773"/>
          </a:xfrm>
          <a:prstGeom prst="rect">
            <a:avLst/>
          </a:prstGeom>
          <a:noFill/>
          <a:ln w="9525">
            <a:noFill/>
            <a:miter lim="800000"/>
            <a:headEnd/>
            <a:tailEnd/>
          </a:ln>
        </p:spPr>
        <p:txBody>
          <a:bodyPr wrap="square">
            <a:prstTxWarp prst="textNoShape">
              <a:avLst/>
            </a:prstTxWarp>
            <a:spAutoFit/>
          </a:bodyPr>
          <a:lstStyle/>
          <a:p>
            <a:r>
              <a:rPr lang="en-US" sz="3600" dirty="0"/>
              <a:t>Empirical</a:t>
            </a:r>
          </a:p>
          <a:p>
            <a:pPr marL="285750" indent="-285750">
              <a:buFont typeface="Arial"/>
              <a:buChar char="•"/>
            </a:pPr>
            <a:endParaRPr lang="en-US" sz="3200" dirty="0"/>
          </a:p>
        </p:txBody>
      </p:sp>
      <p:pic>
        <p:nvPicPr>
          <p:cNvPr id="18" name="Picture 17" descr="A screenshot of a grid&#10;&#10;AI-generated content may be incorrect.">
            <a:extLst>
              <a:ext uri="{FF2B5EF4-FFF2-40B4-BE49-F238E27FC236}">
                <a16:creationId xmlns:a16="http://schemas.microsoft.com/office/drawing/2014/main" id="{EF2ED093-597B-535D-4EA6-D687817DD9C5}"/>
              </a:ext>
            </a:extLst>
          </p:cNvPr>
          <p:cNvPicPr>
            <a:picLocks noChangeAspect="1"/>
          </p:cNvPicPr>
          <p:nvPr/>
        </p:nvPicPr>
        <p:blipFill>
          <a:blip r:embed="rId4"/>
          <a:stretch>
            <a:fillRect/>
          </a:stretch>
        </p:blipFill>
        <p:spPr>
          <a:xfrm>
            <a:off x="583666" y="4085945"/>
            <a:ext cx="7213600" cy="5842000"/>
          </a:xfrm>
          <a:prstGeom prst="rect">
            <a:avLst/>
          </a:prstGeom>
        </p:spPr>
      </p:pic>
      <p:sp>
        <p:nvSpPr>
          <p:cNvPr id="19" name="Text Box 5">
            <a:extLst>
              <a:ext uri="{FF2B5EF4-FFF2-40B4-BE49-F238E27FC236}">
                <a16:creationId xmlns:a16="http://schemas.microsoft.com/office/drawing/2014/main" id="{9CE0CBD0-1E9D-4B91-15D1-337DAA49F0B6}"/>
              </a:ext>
            </a:extLst>
          </p:cNvPr>
          <p:cNvSpPr txBox="1">
            <a:spLocks noChangeArrowheads="1"/>
          </p:cNvSpPr>
          <p:nvPr/>
        </p:nvSpPr>
        <p:spPr bwMode="auto">
          <a:xfrm>
            <a:off x="1078028" y="2947172"/>
            <a:ext cx="3112438" cy="1138773"/>
          </a:xfrm>
          <a:prstGeom prst="rect">
            <a:avLst/>
          </a:prstGeom>
          <a:noFill/>
          <a:ln w="9525">
            <a:noFill/>
            <a:miter lim="800000"/>
            <a:headEnd/>
            <a:tailEnd/>
          </a:ln>
        </p:spPr>
        <p:txBody>
          <a:bodyPr wrap="square">
            <a:prstTxWarp prst="textNoShape">
              <a:avLst/>
            </a:prstTxWarp>
            <a:spAutoFit/>
          </a:bodyPr>
          <a:lstStyle/>
          <a:p>
            <a:r>
              <a:rPr lang="en-US" sz="3600" dirty="0"/>
              <a:t>Theoretical</a:t>
            </a:r>
          </a:p>
          <a:p>
            <a:pPr marL="285750" indent="-285750">
              <a:buFont typeface="Arial"/>
              <a:buChar char="•"/>
            </a:pPr>
            <a:endParaRPr lang="en-US" sz="3200" dirty="0"/>
          </a:p>
        </p:txBody>
      </p:sp>
    </p:spTree>
    <p:extLst>
      <p:ext uri="{BB962C8B-B14F-4D97-AF65-F5344CB8AC3E}">
        <p14:creationId xmlns:p14="http://schemas.microsoft.com/office/powerpoint/2010/main" val="2204767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E68B-A1DC-FB25-DF3F-79E3830E148F}"/>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4D998A3-1871-1965-B3E0-2E4F7A1B78B4}"/>
              </a:ext>
            </a:extLst>
          </p:cNvPr>
          <p:cNvSpPr/>
          <p:nvPr/>
        </p:nvSpPr>
        <p:spPr>
          <a:xfrm>
            <a:off x="3695727" y="282682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E98933A6-87F3-1761-1DBD-D1B9F9441CE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AF91518E-6D25-A545-7052-387A012295E6}"/>
              </a:ext>
            </a:extLst>
          </p:cNvPr>
          <p:cNvSpPr>
            <a:spLocks noGrp="1"/>
          </p:cNvSpPr>
          <p:nvPr>
            <p:ph type="sldNum" sz="quarter" idx="22"/>
          </p:nvPr>
        </p:nvSpPr>
        <p:spPr/>
        <p:txBody>
          <a:bodyPr/>
          <a:lstStyle/>
          <a:p>
            <a:fld id="{991AB9B0-3E43-D847-B073-60FE8FAFFDB7}" type="slidenum">
              <a:rPr lang="en-US" smtClean="0"/>
              <a:pPr/>
              <a:t>44</a:t>
            </a:fld>
            <a:endParaRPr lang="en-US"/>
          </a:p>
        </p:txBody>
      </p:sp>
      <p:sp>
        <p:nvSpPr>
          <p:cNvPr id="6" name="Title 1">
            <a:extLst>
              <a:ext uri="{FF2B5EF4-FFF2-40B4-BE49-F238E27FC236}">
                <a16:creationId xmlns:a16="http://schemas.microsoft.com/office/drawing/2014/main" id="{800DDF12-30E3-40EE-8D7B-8E8967730242}"/>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5" name="Text Box 5">
            <a:extLst>
              <a:ext uri="{FF2B5EF4-FFF2-40B4-BE49-F238E27FC236}">
                <a16:creationId xmlns:a16="http://schemas.microsoft.com/office/drawing/2014/main" id="{8DC8E09E-887A-7D0C-3B7F-4F2839768AE0}"/>
              </a:ext>
            </a:extLst>
          </p:cNvPr>
          <p:cNvSpPr txBox="1">
            <a:spLocks noChangeArrowheads="1"/>
          </p:cNvSpPr>
          <p:nvPr/>
        </p:nvSpPr>
        <p:spPr bwMode="auto">
          <a:xfrm>
            <a:off x="4589405" y="3144725"/>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find homologous sites?</a:t>
            </a:r>
          </a:p>
        </p:txBody>
      </p:sp>
      <p:sp>
        <p:nvSpPr>
          <p:cNvPr id="10" name="Oval 9">
            <a:extLst>
              <a:ext uri="{FF2B5EF4-FFF2-40B4-BE49-F238E27FC236}">
                <a16:creationId xmlns:a16="http://schemas.microsoft.com/office/drawing/2014/main" id="{17264434-3124-81A5-C8AC-142FB97B9CD5}"/>
              </a:ext>
            </a:extLst>
          </p:cNvPr>
          <p:cNvSpPr/>
          <p:nvPr/>
        </p:nvSpPr>
        <p:spPr>
          <a:xfrm>
            <a:off x="1409700" y="297624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1</a:t>
            </a:r>
            <a:endParaRPr lang="en-US" b="1" dirty="0">
              <a:solidFill>
                <a:schemeClr val="tx1"/>
              </a:solidFill>
            </a:endParaRPr>
          </a:p>
        </p:txBody>
      </p:sp>
      <p:sp>
        <p:nvSpPr>
          <p:cNvPr id="16" name="Rounded Rectangle 15">
            <a:extLst>
              <a:ext uri="{FF2B5EF4-FFF2-40B4-BE49-F238E27FC236}">
                <a16:creationId xmlns:a16="http://schemas.microsoft.com/office/drawing/2014/main" id="{CDA98B58-1E3D-63F2-DCE3-02EF7725FB4E}"/>
              </a:ext>
            </a:extLst>
          </p:cNvPr>
          <p:cNvSpPr/>
          <p:nvPr/>
        </p:nvSpPr>
        <p:spPr>
          <a:xfrm>
            <a:off x="3695727" y="4941477"/>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C53176E-8F56-074A-4172-CD1838246124}"/>
              </a:ext>
            </a:extLst>
          </p:cNvPr>
          <p:cNvSpPr/>
          <p:nvPr/>
        </p:nvSpPr>
        <p:spPr>
          <a:xfrm>
            <a:off x="1409700" y="5090905"/>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2</a:t>
            </a:r>
            <a:endParaRPr lang="en-US" b="1" dirty="0">
              <a:solidFill>
                <a:schemeClr val="tx1"/>
              </a:solidFill>
            </a:endParaRPr>
          </a:p>
        </p:txBody>
      </p:sp>
      <p:sp>
        <p:nvSpPr>
          <p:cNvPr id="19" name="Rounded Rectangle 18">
            <a:extLst>
              <a:ext uri="{FF2B5EF4-FFF2-40B4-BE49-F238E27FC236}">
                <a16:creationId xmlns:a16="http://schemas.microsoft.com/office/drawing/2014/main" id="{7D599227-1D91-69A2-6104-E52D531E960C}"/>
              </a:ext>
            </a:extLst>
          </p:cNvPr>
          <p:cNvSpPr/>
          <p:nvPr/>
        </p:nvSpPr>
        <p:spPr>
          <a:xfrm>
            <a:off x="3695727" y="720556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356D27B-616E-E739-9E2A-7B576CFB946C}"/>
              </a:ext>
            </a:extLst>
          </p:cNvPr>
          <p:cNvSpPr/>
          <p:nvPr/>
        </p:nvSpPr>
        <p:spPr>
          <a:xfrm>
            <a:off x="1409700" y="735498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B6C90B20-2744-D95D-5675-C5F2321EDD69}"/>
              </a:ext>
            </a:extLst>
          </p:cNvPr>
          <p:cNvSpPr txBox="1">
            <a:spLocks noChangeArrowheads="1"/>
          </p:cNvSpPr>
          <p:nvPr/>
        </p:nvSpPr>
        <p:spPr bwMode="auto">
          <a:xfrm>
            <a:off x="4589405" y="5239306"/>
            <a:ext cx="9753600" cy="769441"/>
          </a:xfrm>
          <a:prstGeom prst="rect">
            <a:avLst/>
          </a:prstGeom>
          <a:noFill/>
          <a:ln w="9525">
            <a:noFill/>
            <a:miter lim="800000"/>
            <a:headEnd/>
            <a:tailEnd/>
          </a:ln>
        </p:spPr>
        <p:txBody>
          <a:bodyPr wrap="square">
            <a:prstTxWarp prst="textNoShape">
              <a:avLst/>
            </a:prstTxWarp>
            <a:spAutoFit/>
          </a:bodyPr>
          <a:lstStyle/>
          <a:p>
            <a:r>
              <a:rPr lang="en-US" sz="4400" b="1" dirty="0"/>
              <a:t>How do we model substitution?</a:t>
            </a:r>
          </a:p>
        </p:txBody>
      </p:sp>
      <p:sp>
        <p:nvSpPr>
          <p:cNvPr id="26" name="Text Box 5">
            <a:extLst>
              <a:ext uri="{FF2B5EF4-FFF2-40B4-BE49-F238E27FC236}">
                <a16:creationId xmlns:a16="http://schemas.microsoft.com/office/drawing/2014/main" id="{77A5E812-3F45-DDAC-75C6-D2B1ED3CB9E4}"/>
              </a:ext>
            </a:extLst>
          </p:cNvPr>
          <p:cNvSpPr txBox="1">
            <a:spLocks noChangeArrowheads="1"/>
          </p:cNvSpPr>
          <p:nvPr/>
        </p:nvSpPr>
        <p:spPr bwMode="auto">
          <a:xfrm>
            <a:off x="4589404" y="7523465"/>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How do we search for the best tree?</a:t>
            </a:r>
          </a:p>
        </p:txBody>
      </p:sp>
    </p:spTree>
    <p:extLst>
      <p:ext uri="{BB962C8B-B14F-4D97-AF65-F5344CB8AC3E}">
        <p14:creationId xmlns:p14="http://schemas.microsoft.com/office/powerpoint/2010/main" val="3263012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A5E1-9212-5B97-7D26-7D7A0D03D82F}"/>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D7FEE03D-ECA0-9732-1FC2-2598731E6CD7}"/>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EE145B46-5943-E983-D41E-9A2D2E57946F}"/>
              </a:ext>
            </a:extLst>
          </p:cNvPr>
          <p:cNvSpPr>
            <a:spLocks noGrp="1"/>
          </p:cNvSpPr>
          <p:nvPr>
            <p:ph type="sldNum" sz="quarter" idx="22"/>
          </p:nvPr>
        </p:nvSpPr>
        <p:spPr/>
        <p:txBody>
          <a:bodyPr/>
          <a:lstStyle/>
          <a:p>
            <a:fld id="{991AB9B0-3E43-D847-B073-60FE8FAFFDB7}" type="slidenum">
              <a:rPr lang="en-US" smtClean="0"/>
              <a:pPr/>
              <a:t>45</a:t>
            </a:fld>
            <a:endParaRPr lang="en-US"/>
          </a:p>
        </p:txBody>
      </p:sp>
      <p:sp>
        <p:nvSpPr>
          <p:cNvPr id="6" name="Title 1">
            <a:extLst>
              <a:ext uri="{FF2B5EF4-FFF2-40B4-BE49-F238E27FC236}">
                <a16:creationId xmlns:a16="http://schemas.microsoft.com/office/drawing/2014/main" id="{E07CB459-AA47-74B5-9587-C197FAB75CDD}"/>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19" name="Rounded Rectangle 18">
            <a:extLst>
              <a:ext uri="{FF2B5EF4-FFF2-40B4-BE49-F238E27FC236}">
                <a16:creationId xmlns:a16="http://schemas.microsoft.com/office/drawing/2014/main" id="{122786AB-D319-8FE9-B0E0-0DA596D9F808}"/>
              </a:ext>
            </a:extLst>
          </p:cNvPr>
          <p:cNvSpPr/>
          <p:nvPr/>
        </p:nvSpPr>
        <p:spPr>
          <a:xfrm>
            <a:off x="3695727" y="7205561"/>
            <a:ext cx="15212986" cy="1405251"/>
          </a:xfrm>
          <a:prstGeom prst="roundRect">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BFD5213-C79C-EB03-DB05-67EEE9C80169}"/>
              </a:ext>
            </a:extLst>
          </p:cNvPr>
          <p:cNvSpPr/>
          <p:nvPr/>
        </p:nvSpPr>
        <p:spPr>
          <a:xfrm>
            <a:off x="1409700" y="7354989"/>
            <a:ext cx="1333500" cy="1106396"/>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6" name="Text Box 5">
            <a:extLst>
              <a:ext uri="{FF2B5EF4-FFF2-40B4-BE49-F238E27FC236}">
                <a16:creationId xmlns:a16="http://schemas.microsoft.com/office/drawing/2014/main" id="{B06CCC2F-B53B-FD1B-0A37-2268B787223E}"/>
              </a:ext>
            </a:extLst>
          </p:cNvPr>
          <p:cNvSpPr txBox="1">
            <a:spLocks noChangeArrowheads="1"/>
          </p:cNvSpPr>
          <p:nvPr/>
        </p:nvSpPr>
        <p:spPr bwMode="auto">
          <a:xfrm>
            <a:off x="4589404" y="7523465"/>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How do we search for the best tree?</a:t>
            </a:r>
          </a:p>
        </p:txBody>
      </p:sp>
      <p:sp>
        <p:nvSpPr>
          <p:cNvPr id="2" name="Text Box 5">
            <a:extLst>
              <a:ext uri="{FF2B5EF4-FFF2-40B4-BE49-F238E27FC236}">
                <a16:creationId xmlns:a16="http://schemas.microsoft.com/office/drawing/2014/main" id="{5AA1C075-F244-673D-1F9C-AE07844E5FB3}"/>
              </a:ext>
            </a:extLst>
          </p:cNvPr>
          <p:cNvSpPr txBox="1">
            <a:spLocks noChangeArrowheads="1"/>
          </p:cNvSpPr>
          <p:nvPr/>
        </p:nvSpPr>
        <p:spPr bwMode="auto">
          <a:xfrm>
            <a:off x="2761946" y="2602015"/>
            <a:ext cx="16222940" cy="3416320"/>
          </a:xfrm>
          <a:prstGeom prst="rect">
            <a:avLst/>
          </a:prstGeom>
          <a:noFill/>
          <a:ln w="9525">
            <a:noFill/>
            <a:miter lim="800000"/>
            <a:headEnd/>
            <a:tailEnd/>
          </a:ln>
        </p:spPr>
        <p:txBody>
          <a:bodyPr wrap="square">
            <a:prstTxWarp prst="textNoShape">
              <a:avLst/>
            </a:prstTxWarp>
            <a:spAutoFit/>
          </a:bodyPr>
          <a:lstStyle/>
          <a:p>
            <a:r>
              <a:rPr lang="en-US" sz="3600" dirty="0"/>
              <a:t>The “best tree” is a function of the data (i.e. multiple sequence alignment) and substitution model.</a:t>
            </a:r>
          </a:p>
          <a:p>
            <a:endParaRPr lang="en-US" sz="3600" dirty="0"/>
          </a:p>
          <a:p>
            <a:r>
              <a:rPr lang="en-US" sz="3600" dirty="0"/>
              <a:t>bad alignment = bad tree</a:t>
            </a:r>
          </a:p>
          <a:p>
            <a:endParaRPr lang="en-US" sz="3600" dirty="0"/>
          </a:p>
          <a:p>
            <a:r>
              <a:rPr lang="en-US" sz="3600" dirty="0"/>
              <a:t>bad model = bad tree</a:t>
            </a:r>
          </a:p>
        </p:txBody>
      </p:sp>
    </p:spTree>
    <p:extLst>
      <p:ext uri="{BB962C8B-B14F-4D97-AF65-F5344CB8AC3E}">
        <p14:creationId xmlns:p14="http://schemas.microsoft.com/office/powerpoint/2010/main" val="1400454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3EE6A-B2A4-A91B-795E-A015C63AF4C0}"/>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4539B5B5-0A14-4C42-205C-B8692CF1611C}"/>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F584D23-3699-D072-5533-DE4C20007B80}"/>
              </a:ext>
            </a:extLst>
          </p:cNvPr>
          <p:cNvSpPr>
            <a:spLocks noGrp="1"/>
          </p:cNvSpPr>
          <p:nvPr>
            <p:ph type="sldNum" sz="quarter" idx="22"/>
          </p:nvPr>
        </p:nvSpPr>
        <p:spPr/>
        <p:txBody>
          <a:bodyPr/>
          <a:lstStyle/>
          <a:p>
            <a:fld id="{991AB9B0-3E43-D847-B073-60FE8FAFFDB7}" type="slidenum">
              <a:rPr lang="en-US" smtClean="0"/>
              <a:pPr/>
              <a:t>46</a:t>
            </a:fld>
            <a:endParaRPr lang="en-US"/>
          </a:p>
        </p:txBody>
      </p:sp>
      <p:sp>
        <p:nvSpPr>
          <p:cNvPr id="6" name="Title 1">
            <a:extLst>
              <a:ext uri="{FF2B5EF4-FFF2-40B4-BE49-F238E27FC236}">
                <a16:creationId xmlns:a16="http://schemas.microsoft.com/office/drawing/2014/main" id="{3D4A5D8E-612A-B4DF-DC4F-55951F405624}"/>
              </a:ext>
            </a:extLst>
          </p:cNvPr>
          <p:cNvSpPr>
            <a:spLocks noGrp="1"/>
          </p:cNvSpPr>
          <p:nvPr>
            <p:ph type="ctrTitle"/>
          </p:nvPr>
        </p:nvSpPr>
        <p:spPr>
          <a:xfrm>
            <a:off x="420771" y="382587"/>
            <a:ext cx="17277825" cy="1032203"/>
          </a:xfrm>
        </p:spPr>
        <p:txBody>
          <a:bodyPr>
            <a:noAutofit/>
          </a:bodyPr>
          <a:lstStyle/>
          <a:p>
            <a:r>
              <a:rPr lang="en-US" sz="6000" dirty="0"/>
              <a:t>Key Issues of Phylogenetics</a:t>
            </a:r>
            <a:endParaRPr lang="en-US" sz="6000" dirty="0">
              <a:latin typeface="Raleway" pitchFamily="2" charset="77"/>
            </a:endParaRPr>
          </a:p>
        </p:txBody>
      </p:sp>
      <p:sp>
        <p:nvSpPr>
          <p:cNvPr id="2" name="Text Box 5">
            <a:extLst>
              <a:ext uri="{FF2B5EF4-FFF2-40B4-BE49-F238E27FC236}">
                <a16:creationId xmlns:a16="http://schemas.microsoft.com/office/drawing/2014/main" id="{07B046C6-D4FF-BF32-92E7-18A2F82B6A8F}"/>
              </a:ext>
            </a:extLst>
          </p:cNvPr>
          <p:cNvSpPr txBox="1">
            <a:spLocks noChangeArrowheads="1"/>
          </p:cNvSpPr>
          <p:nvPr/>
        </p:nvSpPr>
        <p:spPr bwMode="auto">
          <a:xfrm>
            <a:off x="1092172" y="3478794"/>
            <a:ext cx="9761358" cy="5078313"/>
          </a:xfrm>
          <a:prstGeom prst="rect">
            <a:avLst/>
          </a:prstGeom>
          <a:noFill/>
          <a:ln w="9525">
            <a:noFill/>
            <a:miter lim="800000"/>
            <a:headEnd/>
            <a:tailEnd/>
          </a:ln>
        </p:spPr>
        <p:txBody>
          <a:bodyPr wrap="square">
            <a:prstTxWarp prst="textNoShape">
              <a:avLst/>
            </a:prstTxWarp>
            <a:spAutoFit/>
          </a:bodyPr>
          <a:lstStyle/>
          <a:p>
            <a:r>
              <a:rPr lang="en-US" sz="3600" dirty="0"/>
              <a:t>The “search space” in phylogenetics is huge! We cannot search all of it.</a:t>
            </a:r>
          </a:p>
          <a:p>
            <a:endParaRPr lang="en-US" sz="3600" dirty="0"/>
          </a:p>
          <a:p>
            <a:r>
              <a:rPr lang="en-US" sz="3600" dirty="0"/>
              <a:t>Yet we need to find the tree with the best “score”</a:t>
            </a:r>
          </a:p>
          <a:p>
            <a:endParaRPr lang="en-US" sz="3600" dirty="0"/>
          </a:p>
          <a:p>
            <a:r>
              <a:rPr lang="en-US" sz="3600" dirty="0"/>
              <a:t>Two tasks:</a:t>
            </a:r>
          </a:p>
          <a:p>
            <a:pPr marL="285750" indent="-285750">
              <a:buFont typeface="Arial"/>
              <a:buChar char="•"/>
            </a:pPr>
            <a:r>
              <a:rPr lang="en-US" sz="3600" dirty="0"/>
              <a:t>Scoring trees</a:t>
            </a:r>
          </a:p>
          <a:p>
            <a:pPr marL="285750" indent="-285750">
              <a:buFont typeface="Arial"/>
              <a:buChar char="•"/>
            </a:pPr>
            <a:r>
              <a:rPr lang="en-US" sz="3600" dirty="0"/>
              <a:t>Searching trees</a:t>
            </a:r>
          </a:p>
        </p:txBody>
      </p:sp>
      <p:pic>
        <p:nvPicPr>
          <p:cNvPr id="4" name="Picture 3" descr="A table with numbers and a number of trees&#10;&#10;AI-generated content may be incorrect.">
            <a:extLst>
              <a:ext uri="{FF2B5EF4-FFF2-40B4-BE49-F238E27FC236}">
                <a16:creationId xmlns:a16="http://schemas.microsoft.com/office/drawing/2014/main" id="{4DA9D7CC-318F-CCFB-B1FA-744C43368B20}"/>
              </a:ext>
            </a:extLst>
          </p:cNvPr>
          <p:cNvPicPr>
            <a:picLocks noChangeAspect="1"/>
          </p:cNvPicPr>
          <p:nvPr/>
        </p:nvPicPr>
        <p:blipFill>
          <a:blip r:embed="rId3"/>
          <a:stretch>
            <a:fillRect/>
          </a:stretch>
        </p:blipFill>
        <p:spPr>
          <a:xfrm>
            <a:off x="11058844" y="2646093"/>
            <a:ext cx="8979094" cy="6741492"/>
          </a:xfrm>
          <a:prstGeom prst="rect">
            <a:avLst/>
          </a:prstGeom>
        </p:spPr>
      </p:pic>
    </p:spTree>
    <p:extLst>
      <p:ext uri="{BB962C8B-B14F-4D97-AF65-F5344CB8AC3E}">
        <p14:creationId xmlns:p14="http://schemas.microsoft.com/office/powerpoint/2010/main" val="2680098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88655-7FEB-8C1F-63E9-A6F1975877E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FE46AAEE-283F-F551-080B-FADA159E9338}"/>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6AD15DC-5C0A-AED5-B7A0-35E24C6E0D01}"/>
              </a:ext>
            </a:extLst>
          </p:cNvPr>
          <p:cNvSpPr>
            <a:spLocks noGrp="1"/>
          </p:cNvSpPr>
          <p:nvPr>
            <p:ph type="sldNum" sz="quarter" idx="22"/>
          </p:nvPr>
        </p:nvSpPr>
        <p:spPr/>
        <p:txBody>
          <a:bodyPr/>
          <a:lstStyle/>
          <a:p>
            <a:fld id="{991AB9B0-3E43-D847-B073-60FE8FAFFDB7}" type="slidenum">
              <a:rPr lang="en-US" smtClean="0"/>
              <a:pPr/>
              <a:t>47</a:t>
            </a:fld>
            <a:endParaRPr lang="en-US"/>
          </a:p>
        </p:txBody>
      </p:sp>
      <p:sp>
        <p:nvSpPr>
          <p:cNvPr id="6" name="Title 1">
            <a:extLst>
              <a:ext uri="{FF2B5EF4-FFF2-40B4-BE49-F238E27FC236}">
                <a16:creationId xmlns:a16="http://schemas.microsoft.com/office/drawing/2014/main" id="{CF4D32DE-ED90-A33B-68DD-E729E62E5796}"/>
              </a:ext>
            </a:extLst>
          </p:cNvPr>
          <p:cNvSpPr>
            <a:spLocks noGrp="1"/>
          </p:cNvSpPr>
          <p:nvPr>
            <p:ph type="ctrTitle"/>
          </p:nvPr>
        </p:nvSpPr>
        <p:spPr>
          <a:xfrm>
            <a:off x="420771" y="382587"/>
            <a:ext cx="17277825" cy="1032203"/>
          </a:xfrm>
        </p:spPr>
        <p:txBody>
          <a:bodyPr>
            <a:noAutofit/>
          </a:bodyPr>
          <a:lstStyle/>
          <a:p>
            <a:r>
              <a:rPr lang="en-US" sz="6000" dirty="0"/>
              <a:t>Scoring a Single Tree</a:t>
            </a:r>
            <a:endParaRPr lang="en-US" sz="6000" dirty="0">
              <a:latin typeface="Raleway" pitchFamily="2" charset="77"/>
            </a:endParaRPr>
          </a:p>
        </p:txBody>
      </p:sp>
      <p:sp>
        <p:nvSpPr>
          <p:cNvPr id="3" name="Line 4">
            <a:extLst>
              <a:ext uri="{FF2B5EF4-FFF2-40B4-BE49-F238E27FC236}">
                <a16:creationId xmlns:a16="http://schemas.microsoft.com/office/drawing/2014/main" id="{F7259213-8D5D-0404-43B1-C7AD8F5F1CB5}"/>
              </a:ext>
            </a:extLst>
          </p:cNvPr>
          <p:cNvSpPr>
            <a:spLocks noChangeShapeType="1"/>
          </p:cNvSpPr>
          <p:nvPr/>
        </p:nvSpPr>
        <p:spPr bwMode="auto">
          <a:xfrm flipH="1">
            <a:off x="5649118" y="25636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 name="Line 5">
            <a:extLst>
              <a:ext uri="{FF2B5EF4-FFF2-40B4-BE49-F238E27FC236}">
                <a16:creationId xmlns:a16="http://schemas.microsoft.com/office/drawing/2014/main" id="{D11ACF6F-1222-48F5-542E-DE4EDDB743A3}"/>
              </a:ext>
            </a:extLst>
          </p:cNvPr>
          <p:cNvSpPr>
            <a:spLocks noChangeShapeType="1"/>
          </p:cNvSpPr>
          <p:nvPr/>
        </p:nvSpPr>
        <p:spPr bwMode="auto">
          <a:xfrm flipH="1">
            <a:off x="5649118" y="30208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9" name="Line 6">
            <a:extLst>
              <a:ext uri="{FF2B5EF4-FFF2-40B4-BE49-F238E27FC236}">
                <a16:creationId xmlns:a16="http://schemas.microsoft.com/office/drawing/2014/main" id="{1DBDA299-6513-37CD-5128-22D52B3C234F}"/>
              </a:ext>
            </a:extLst>
          </p:cNvPr>
          <p:cNvSpPr>
            <a:spLocks noChangeShapeType="1"/>
          </p:cNvSpPr>
          <p:nvPr/>
        </p:nvSpPr>
        <p:spPr bwMode="auto">
          <a:xfrm flipH="1">
            <a:off x="4353718" y="2792214"/>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0" name="Line 7">
            <a:extLst>
              <a:ext uri="{FF2B5EF4-FFF2-40B4-BE49-F238E27FC236}">
                <a16:creationId xmlns:a16="http://schemas.microsoft.com/office/drawing/2014/main" id="{5F93E083-51BD-94C9-1A32-822D0B94CEAE}"/>
              </a:ext>
            </a:extLst>
          </p:cNvPr>
          <p:cNvSpPr>
            <a:spLocks noChangeShapeType="1"/>
          </p:cNvSpPr>
          <p:nvPr/>
        </p:nvSpPr>
        <p:spPr bwMode="auto">
          <a:xfrm flipH="1">
            <a:off x="5496718" y="33256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1" name="Line 8">
            <a:extLst>
              <a:ext uri="{FF2B5EF4-FFF2-40B4-BE49-F238E27FC236}">
                <a16:creationId xmlns:a16="http://schemas.microsoft.com/office/drawing/2014/main" id="{AB8D69FC-8BC8-EB5D-5889-9A2B49512CD1}"/>
              </a:ext>
            </a:extLst>
          </p:cNvPr>
          <p:cNvSpPr>
            <a:spLocks noChangeShapeType="1"/>
          </p:cNvSpPr>
          <p:nvPr/>
        </p:nvSpPr>
        <p:spPr bwMode="auto">
          <a:xfrm flipH="1">
            <a:off x="4353718" y="35542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2" name="Line 9">
            <a:extLst>
              <a:ext uri="{FF2B5EF4-FFF2-40B4-BE49-F238E27FC236}">
                <a16:creationId xmlns:a16="http://schemas.microsoft.com/office/drawing/2014/main" id="{486473F5-5E00-1021-6A60-27B4AC9CDF8B}"/>
              </a:ext>
            </a:extLst>
          </p:cNvPr>
          <p:cNvSpPr>
            <a:spLocks noChangeShapeType="1"/>
          </p:cNvSpPr>
          <p:nvPr/>
        </p:nvSpPr>
        <p:spPr bwMode="auto">
          <a:xfrm flipH="1">
            <a:off x="5496718" y="37828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3" name="Line 10">
            <a:extLst>
              <a:ext uri="{FF2B5EF4-FFF2-40B4-BE49-F238E27FC236}">
                <a16:creationId xmlns:a16="http://schemas.microsoft.com/office/drawing/2014/main" id="{F74B4C2F-CF8A-C023-E22A-517CC18D24B6}"/>
              </a:ext>
            </a:extLst>
          </p:cNvPr>
          <p:cNvSpPr>
            <a:spLocks noChangeShapeType="1"/>
          </p:cNvSpPr>
          <p:nvPr/>
        </p:nvSpPr>
        <p:spPr bwMode="auto">
          <a:xfrm flipH="1" flipV="1">
            <a:off x="4353718" y="2792214"/>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4" name="Line 11">
            <a:extLst>
              <a:ext uri="{FF2B5EF4-FFF2-40B4-BE49-F238E27FC236}">
                <a16:creationId xmlns:a16="http://schemas.microsoft.com/office/drawing/2014/main" id="{30BD6980-FE90-9018-B622-AFF5ED8BD08F}"/>
              </a:ext>
            </a:extLst>
          </p:cNvPr>
          <p:cNvSpPr>
            <a:spLocks noChangeShapeType="1"/>
          </p:cNvSpPr>
          <p:nvPr/>
        </p:nvSpPr>
        <p:spPr bwMode="auto">
          <a:xfrm flipH="1" flipV="1">
            <a:off x="5496718" y="3325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5" name="Line 12">
            <a:extLst>
              <a:ext uri="{FF2B5EF4-FFF2-40B4-BE49-F238E27FC236}">
                <a16:creationId xmlns:a16="http://schemas.microsoft.com/office/drawing/2014/main" id="{5869C686-8118-F120-AB14-581C4F8F32BF}"/>
              </a:ext>
            </a:extLst>
          </p:cNvPr>
          <p:cNvSpPr>
            <a:spLocks noChangeShapeType="1"/>
          </p:cNvSpPr>
          <p:nvPr/>
        </p:nvSpPr>
        <p:spPr bwMode="auto">
          <a:xfrm flipH="1" flipV="1">
            <a:off x="5649118" y="2563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6" name="Line 13">
            <a:extLst>
              <a:ext uri="{FF2B5EF4-FFF2-40B4-BE49-F238E27FC236}">
                <a16:creationId xmlns:a16="http://schemas.microsoft.com/office/drawing/2014/main" id="{7E7F4EB3-A4BE-00A7-7BDB-044047E69D10}"/>
              </a:ext>
            </a:extLst>
          </p:cNvPr>
          <p:cNvSpPr>
            <a:spLocks noChangeShapeType="1"/>
          </p:cNvSpPr>
          <p:nvPr/>
        </p:nvSpPr>
        <p:spPr bwMode="auto">
          <a:xfrm flipH="1">
            <a:off x="3820318" y="31732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7" name="Line 14">
            <a:extLst>
              <a:ext uri="{FF2B5EF4-FFF2-40B4-BE49-F238E27FC236}">
                <a16:creationId xmlns:a16="http://schemas.microsoft.com/office/drawing/2014/main" id="{AC4BA9E6-32B6-7B8E-6EE5-A5D4117DD3F9}"/>
              </a:ext>
            </a:extLst>
          </p:cNvPr>
          <p:cNvSpPr>
            <a:spLocks noChangeShapeType="1"/>
          </p:cNvSpPr>
          <p:nvPr/>
        </p:nvSpPr>
        <p:spPr bwMode="auto">
          <a:xfrm flipH="1">
            <a:off x="3820318" y="4316214"/>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8" name="Line 15">
            <a:extLst>
              <a:ext uri="{FF2B5EF4-FFF2-40B4-BE49-F238E27FC236}">
                <a16:creationId xmlns:a16="http://schemas.microsoft.com/office/drawing/2014/main" id="{476B2DBC-8499-F983-CD84-9C3F367550C3}"/>
              </a:ext>
            </a:extLst>
          </p:cNvPr>
          <p:cNvSpPr>
            <a:spLocks noChangeShapeType="1"/>
          </p:cNvSpPr>
          <p:nvPr/>
        </p:nvSpPr>
        <p:spPr bwMode="auto">
          <a:xfrm flipH="1" flipV="1">
            <a:off x="3820318" y="31732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9" name="Line 16">
            <a:extLst>
              <a:ext uri="{FF2B5EF4-FFF2-40B4-BE49-F238E27FC236}">
                <a16:creationId xmlns:a16="http://schemas.microsoft.com/office/drawing/2014/main" id="{9DB24141-9AAB-29C4-123F-68486E72426C}"/>
              </a:ext>
            </a:extLst>
          </p:cNvPr>
          <p:cNvSpPr>
            <a:spLocks noChangeShapeType="1"/>
          </p:cNvSpPr>
          <p:nvPr/>
        </p:nvSpPr>
        <p:spPr bwMode="auto">
          <a:xfrm flipH="1">
            <a:off x="2677318" y="37828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0" name="Line 17">
            <a:extLst>
              <a:ext uri="{FF2B5EF4-FFF2-40B4-BE49-F238E27FC236}">
                <a16:creationId xmlns:a16="http://schemas.microsoft.com/office/drawing/2014/main" id="{15AF9A63-8881-23E0-E1CB-6A4696DF3F84}"/>
              </a:ext>
            </a:extLst>
          </p:cNvPr>
          <p:cNvSpPr>
            <a:spLocks noChangeShapeType="1"/>
          </p:cNvSpPr>
          <p:nvPr/>
        </p:nvSpPr>
        <p:spPr bwMode="auto">
          <a:xfrm flipH="1" flipV="1">
            <a:off x="2677318" y="37828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1" name="Line 18">
            <a:extLst>
              <a:ext uri="{FF2B5EF4-FFF2-40B4-BE49-F238E27FC236}">
                <a16:creationId xmlns:a16="http://schemas.microsoft.com/office/drawing/2014/main" id="{D1A67BAF-5565-9C5A-EDC4-1A1E905F46D8}"/>
              </a:ext>
            </a:extLst>
          </p:cNvPr>
          <p:cNvSpPr>
            <a:spLocks noChangeShapeType="1"/>
          </p:cNvSpPr>
          <p:nvPr/>
        </p:nvSpPr>
        <p:spPr bwMode="auto">
          <a:xfrm flipH="1">
            <a:off x="2677318" y="4925814"/>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2" name="Text Box 20">
            <a:extLst>
              <a:ext uri="{FF2B5EF4-FFF2-40B4-BE49-F238E27FC236}">
                <a16:creationId xmlns:a16="http://schemas.microsoft.com/office/drawing/2014/main" id="{BFFBCAC5-B8A4-428D-22DA-35EA32B384AD}"/>
              </a:ext>
            </a:extLst>
          </p:cNvPr>
          <p:cNvSpPr txBox="1">
            <a:spLocks noChangeArrowheads="1"/>
          </p:cNvSpPr>
          <p:nvPr/>
        </p:nvSpPr>
        <p:spPr bwMode="auto">
          <a:xfrm>
            <a:off x="6262103" y="2671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3" name="Text Box 21">
            <a:extLst>
              <a:ext uri="{FF2B5EF4-FFF2-40B4-BE49-F238E27FC236}">
                <a16:creationId xmlns:a16="http://schemas.microsoft.com/office/drawing/2014/main" id="{DAFA7C28-94B7-DCEE-9040-0966C4ACC335}"/>
              </a:ext>
            </a:extLst>
          </p:cNvPr>
          <p:cNvSpPr txBox="1">
            <a:spLocks noChangeArrowheads="1"/>
          </p:cNvSpPr>
          <p:nvPr/>
        </p:nvSpPr>
        <p:spPr bwMode="auto">
          <a:xfrm>
            <a:off x="6262103" y="3052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4" name="Text Box 22">
            <a:extLst>
              <a:ext uri="{FF2B5EF4-FFF2-40B4-BE49-F238E27FC236}">
                <a16:creationId xmlns:a16="http://schemas.microsoft.com/office/drawing/2014/main" id="{C8559D90-0547-B6AB-9BD1-017A0A0B46BF}"/>
              </a:ext>
            </a:extLst>
          </p:cNvPr>
          <p:cNvSpPr txBox="1">
            <a:spLocks noChangeArrowheads="1"/>
          </p:cNvSpPr>
          <p:nvPr/>
        </p:nvSpPr>
        <p:spPr bwMode="auto">
          <a:xfrm>
            <a:off x="6262103" y="34720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5" name="Text Box 23">
            <a:extLst>
              <a:ext uri="{FF2B5EF4-FFF2-40B4-BE49-F238E27FC236}">
                <a16:creationId xmlns:a16="http://schemas.microsoft.com/office/drawing/2014/main" id="{99C3980D-CB40-98E3-6D78-0C0D44805F61}"/>
              </a:ext>
            </a:extLst>
          </p:cNvPr>
          <p:cNvSpPr txBox="1">
            <a:spLocks noChangeArrowheads="1"/>
          </p:cNvSpPr>
          <p:nvPr/>
        </p:nvSpPr>
        <p:spPr bwMode="auto">
          <a:xfrm>
            <a:off x="6262103" y="4005469"/>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26" name="Text Box 24">
            <a:extLst>
              <a:ext uri="{FF2B5EF4-FFF2-40B4-BE49-F238E27FC236}">
                <a16:creationId xmlns:a16="http://schemas.microsoft.com/office/drawing/2014/main" id="{92CFCE5B-E287-692C-EDC8-99B4B5559620}"/>
              </a:ext>
            </a:extLst>
          </p:cNvPr>
          <p:cNvSpPr txBox="1">
            <a:spLocks noChangeArrowheads="1"/>
          </p:cNvSpPr>
          <p:nvPr/>
        </p:nvSpPr>
        <p:spPr bwMode="auto">
          <a:xfrm>
            <a:off x="6262103" y="4691269"/>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27" name="Text Box 20">
            <a:extLst>
              <a:ext uri="{FF2B5EF4-FFF2-40B4-BE49-F238E27FC236}">
                <a16:creationId xmlns:a16="http://schemas.microsoft.com/office/drawing/2014/main" id="{A6CA553D-4585-CE08-3045-92F236BC347D}"/>
              </a:ext>
            </a:extLst>
          </p:cNvPr>
          <p:cNvSpPr txBox="1">
            <a:spLocks noChangeArrowheads="1"/>
          </p:cNvSpPr>
          <p:nvPr/>
        </p:nvSpPr>
        <p:spPr bwMode="auto">
          <a:xfrm>
            <a:off x="6262103" y="2252869"/>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8" name="Text Box 20">
            <a:extLst>
              <a:ext uri="{FF2B5EF4-FFF2-40B4-BE49-F238E27FC236}">
                <a16:creationId xmlns:a16="http://schemas.microsoft.com/office/drawing/2014/main" id="{4CCFC72B-ED67-64D8-4483-CEE19DE5F96F}"/>
              </a:ext>
            </a:extLst>
          </p:cNvPr>
          <p:cNvSpPr txBox="1">
            <a:spLocks noChangeArrowheads="1"/>
          </p:cNvSpPr>
          <p:nvPr/>
        </p:nvSpPr>
        <p:spPr bwMode="auto">
          <a:xfrm>
            <a:off x="4385047" y="2871414"/>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9" name="Text Box 23">
            <a:extLst>
              <a:ext uri="{FF2B5EF4-FFF2-40B4-BE49-F238E27FC236}">
                <a16:creationId xmlns:a16="http://schemas.microsoft.com/office/drawing/2014/main" id="{36D859B8-7DB4-64EB-8B77-08B5737E2722}"/>
              </a:ext>
            </a:extLst>
          </p:cNvPr>
          <p:cNvSpPr txBox="1">
            <a:spLocks noChangeArrowheads="1"/>
          </p:cNvSpPr>
          <p:nvPr/>
        </p:nvSpPr>
        <p:spPr bwMode="auto">
          <a:xfrm>
            <a:off x="3848894" y="3524220"/>
            <a:ext cx="1647821" cy="523220"/>
          </a:xfrm>
          <a:prstGeom prst="rect">
            <a:avLst/>
          </a:prstGeom>
          <a:noFill/>
          <a:ln w="9525">
            <a:noFill/>
            <a:miter lim="800000"/>
            <a:headEnd/>
            <a:tailEnd/>
          </a:ln>
        </p:spPr>
        <p:txBody>
          <a:bodyPr wrap="square">
            <a:prstTxWarp prst="textNoShape">
              <a:avLst/>
            </a:prstTxWarp>
            <a:spAutoFit/>
          </a:bodyPr>
          <a:lstStyle/>
          <a:p>
            <a:r>
              <a:rPr lang="en-US" sz="2800" dirty="0"/>
              <a:t>A&gt;c&gt;g&gt;t</a:t>
            </a:r>
          </a:p>
        </p:txBody>
      </p:sp>
      <p:pic>
        <p:nvPicPr>
          <p:cNvPr id="31" name="Picture 30" descr="A screenshot of a grid&#10;&#10;AI-generated content may be incorrect.">
            <a:extLst>
              <a:ext uri="{FF2B5EF4-FFF2-40B4-BE49-F238E27FC236}">
                <a16:creationId xmlns:a16="http://schemas.microsoft.com/office/drawing/2014/main" id="{2D1EEB0A-6802-0D50-FE1A-3B3AEBB21A43}"/>
              </a:ext>
            </a:extLst>
          </p:cNvPr>
          <p:cNvPicPr>
            <a:picLocks noChangeAspect="1"/>
          </p:cNvPicPr>
          <p:nvPr/>
        </p:nvPicPr>
        <p:blipFill>
          <a:blip r:embed="rId3"/>
          <a:stretch>
            <a:fillRect/>
          </a:stretch>
        </p:blipFill>
        <p:spPr>
          <a:xfrm>
            <a:off x="1554294" y="5545594"/>
            <a:ext cx="5598847" cy="4534278"/>
          </a:xfrm>
          <a:prstGeom prst="rect">
            <a:avLst/>
          </a:prstGeom>
        </p:spPr>
      </p:pic>
      <p:cxnSp>
        <p:nvCxnSpPr>
          <p:cNvPr id="33" name="Straight Arrow Connector 32">
            <a:extLst>
              <a:ext uri="{FF2B5EF4-FFF2-40B4-BE49-F238E27FC236}">
                <a16:creationId xmlns:a16="http://schemas.microsoft.com/office/drawing/2014/main" id="{7151E687-0E22-76ED-1ED0-0659FEE18A92}"/>
              </a:ext>
            </a:extLst>
          </p:cNvPr>
          <p:cNvCxnSpPr>
            <a:cxnSpLocks/>
          </p:cNvCxnSpPr>
          <p:nvPr/>
        </p:nvCxnSpPr>
        <p:spPr>
          <a:xfrm>
            <a:off x="7325517" y="3445004"/>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663AA34-057A-D55F-EF4C-9992421950CF}"/>
              </a:ext>
            </a:extLst>
          </p:cNvPr>
          <p:cNvCxnSpPr>
            <a:cxnSpLocks/>
          </p:cNvCxnSpPr>
          <p:nvPr/>
        </p:nvCxnSpPr>
        <p:spPr>
          <a:xfrm flipV="1">
            <a:off x="7325517" y="6229155"/>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 Box 53">
            <a:extLst>
              <a:ext uri="{FF2B5EF4-FFF2-40B4-BE49-F238E27FC236}">
                <a16:creationId xmlns:a16="http://schemas.microsoft.com/office/drawing/2014/main" id="{D8269C62-A0F4-DD5D-A64F-D03ED867A924}"/>
              </a:ext>
            </a:extLst>
          </p:cNvPr>
          <p:cNvSpPr txBox="1">
            <a:spLocks noChangeArrowheads="1"/>
          </p:cNvSpPr>
          <p:nvPr/>
        </p:nvSpPr>
        <p:spPr bwMode="auto">
          <a:xfrm>
            <a:off x="11330609" y="5160873"/>
            <a:ext cx="3048000" cy="769441"/>
          </a:xfrm>
          <a:prstGeom prst="rect">
            <a:avLst/>
          </a:prstGeom>
          <a:noFill/>
          <a:ln w="9525">
            <a:noFill/>
            <a:miter lim="800000"/>
            <a:headEnd/>
            <a:tailEnd/>
          </a:ln>
        </p:spPr>
        <p:txBody>
          <a:bodyPr>
            <a:prstTxWarp prst="textNoShape">
              <a:avLst/>
            </a:prstTxWarp>
            <a:spAutoFit/>
          </a:bodyPr>
          <a:lstStyle/>
          <a:p>
            <a:pPr algn="ctr"/>
            <a:r>
              <a:rPr lang="en-US" sz="4400" dirty="0">
                <a:solidFill>
                  <a:srgbClr val="ED181E"/>
                </a:solidFill>
              </a:rPr>
              <a:t>SCORE</a:t>
            </a:r>
          </a:p>
        </p:txBody>
      </p:sp>
    </p:spTree>
    <p:extLst>
      <p:ext uri="{BB962C8B-B14F-4D97-AF65-F5344CB8AC3E}">
        <p14:creationId xmlns:p14="http://schemas.microsoft.com/office/powerpoint/2010/main" val="34384582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864A-9EE9-134B-49BE-0A4310D732F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16CC29CF-74AF-4EAF-F4CC-37C0C69C125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98DB72F-FBF4-FC22-FCEA-45FDDDABE63B}"/>
              </a:ext>
            </a:extLst>
          </p:cNvPr>
          <p:cNvSpPr>
            <a:spLocks noGrp="1"/>
          </p:cNvSpPr>
          <p:nvPr>
            <p:ph type="sldNum" sz="quarter" idx="22"/>
          </p:nvPr>
        </p:nvSpPr>
        <p:spPr/>
        <p:txBody>
          <a:bodyPr/>
          <a:lstStyle/>
          <a:p>
            <a:fld id="{991AB9B0-3E43-D847-B073-60FE8FAFFDB7}" type="slidenum">
              <a:rPr lang="en-US" smtClean="0"/>
              <a:pPr/>
              <a:t>48</a:t>
            </a:fld>
            <a:endParaRPr lang="en-US"/>
          </a:p>
        </p:txBody>
      </p:sp>
      <p:sp>
        <p:nvSpPr>
          <p:cNvPr id="6" name="Title 1">
            <a:extLst>
              <a:ext uri="{FF2B5EF4-FFF2-40B4-BE49-F238E27FC236}">
                <a16:creationId xmlns:a16="http://schemas.microsoft.com/office/drawing/2014/main" id="{2E3090F9-16CD-1186-B211-45EFC61308DE}"/>
              </a:ext>
            </a:extLst>
          </p:cNvPr>
          <p:cNvSpPr>
            <a:spLocks noGrp="1"/>
          </p:cNvSpPr>
          <p:nvPr>
            <p:ph type="ctrTitle"/>
          </p:nvPr>
        </p:nvSpPr>
        <p:spPr>
          <a:xfrm>
            <a:off x="420771" y="382587"/>
            <a:ext cx="17277825" cy="1032203"/>
          </a:xfrm>
        </p:spPr>
        <p:txBody>
          <a:bodyPr>
            <a:noAutofit/>
          </a:bodyPr>
          <a:lstStyle/>
          <a:p>
            <a:r>
              <a:rPr lang="en-US" sz="6000" dirty="0"/>
              <a:t>Scoring a Single Tree</a:t>
            </a:r>
            <a:endParaRPr lang="en-US" sz="6000" dirty="0">
              <a:latin typeface="Raleway" pitchFamily="2" charset="77"/>
            </a:endParaRPr>
          </a:p>
        </p:txBody>
      </p:sp>
      <p:sp>
        <p:nvSpPr>
          <p:cNvPr id="3" name="Line 4">
            <a:extLst>
              <a:ext uri="{FF2B5EF4-FFF2-40B4-BE49-F238E27FC236}">
                <a16:creationId xmlns:a16="http://schemas.microsoft.com/office/drawing/2014/main" id="{06BAC0E7-E875-94AB-D8A2-4FA1EFEE2EF5}"/>
              </a:ext>
            </a:extLst>
          </p:cNvPr>
          <p:cNvSpPr>
            <a:spLocks noChangeShapeType="1"/>
          </p:cNvSpPr>
          <p:nvPr/>
        </p:nvSpPr>
        <p:spPr bwMode="auto">
          <a:xfrm flipH="1">
            <a:off x="5649118" y="25636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 name="Line 5">
            <a:extLst>
              <a:ext uri="{FF2B5EF4-FFF2-40B4-BE49-F238E27FC236}">
                <a16:creationId xmlns:a16="http://schemas.microsoft.com/office/drawing/2014/main" id="{F8C370B4-93EB-2D45-02C5-6279EF57E337}"/>
              </a:ext>
            </a:extLst>
          </p:cNvPr>
          <p:cNvSpPr>
            <a:spLocks noChangeShapeType="1"/>
          </p:cNvSpPr>
          <p:nvPr/>
        </p:nvSpPr>
        <p:spPr bwMode="auto">
          <a:xfrm flipH="1">
            <a:off x="5649118" y="30208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9" name="Line 6">
            <a:extLst>
              <a:ext uri="{FF2B5EF4-FFF2-40B4-BE49-F238E27FC236}">
                <a16:creationId xmlns:a16="http://schemas.microsoft.com/office/drawing/2014/main" id="{2F70EE54-268C-221D-3895-F4472755796B}"/>
              </a:ext>
            </a:extLst>
          </p:cNvPr>
          <p:cNvSpPr>
            <a:spLocks noChangeShapeType="1"/>
          </p:cNvSpPr>
          <p:nvPr/>
        </p:nvSpPr>
        <p:spPr bwMode="auto">
          <a:xfrm flipH="1">
            <a:off x="4353718" y="2792214"/>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0" name="Line 7">
            <a:extLst>
              <a:ext uri="{FF2B5EF4-FFF2-40B4-BE49-F238E27FC236}">
                <a16:creationId xmlns:a16="http://schemas.microsoft.com/office/drawing/2014/main" id="{54259D30-11DC-A1D7-0BE8-D53E11B04410}"/>
              </a:ext>
            </a:extLst>
          </p:cNvPr>
          <p:cNvSpPr>
            <a:spLocks noChangeShapeType="1"/>
          </p:cNvSpPr>
          <p:nvPr/>
        </p:nvSpPr>
        <p:spPr bwMode="auto">
          <a:xfrm flipH="1">
            <a:off x="5496718" y="33256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1" name="Line 8">
            <a:extLst>
              <a:ext uri="{FF2B5EF4-FFF2-40B4-BE49-F238E27FC236}">
                <a16:creationId xmlns:a16="http://schemas.microsoft.com/office/drawing/2014/main" id="{12807DCD-1BDC-4F3E-A766-BA1FF9A45E56}"/>
              </a:ext>
            </a:extLst>
          </p:cNvPr>
          <p:cNvSpPr>
            <a:spLocks noChangeShapeType="1"/>
          </p:cNvSpPr>
          <p:nvPr/>
        </p:nvSpPr>
        <p:spPr bwMode="auto">
          <a:xfrm flipH="1">
            <a:off x="4353718" y="35542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2" name="Line 9">
            <a:extLst>
              <a:ext uri="{FF2B5EF4-FFF2-40B4-BE49-F238E27FC236}">
                <a16:creationId xmlns:a16="http://schemas.microsoft.com/office/drawing/2014/main" id="{6F483BC4-998C-B1A9-167F-3809C6AB8855}"/>
              </a:ext>
            </a:extLst>
          </p:cNvPr>
          <p:cNvSpPr>
            <a:spLocks noChangeShapeType="1"/>
          </p:cNvSpPr>
          <p:nvPr/>
        </p:nvSpPr>
        <p:spPr bwMode="auto">
          <a:xfrm flipH="1">
            <a:off x="5496718" y="37828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3" name="Line 10">
            <a:extLst>
              <a:ext uri="{FF2B5EF4-FFF2-40B4-BE49-F238E27FC236}">
                <a16:creationId xmlns:a16="http://schemas.microsoft.com/office/drawing/2014/main" id="{099E7B31-715E-1A52-CC86-96DBC2F4CD99}"/>
              </a:ext>
            </a:extLst>
          </p:cNvPr>
          <p:cNvSpPr>
            <a:spLocks noChangeShapeType="1"/>
          </p:cNvSpPr>
          <p:nvPr/>
        </p:nvSpPr>
        <p:spPr bwMode="auto">
          <a:xfrm flipH="1" flipV="1">
            <a:off x="4353718" y="2792214"/>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4" name="Line 11">
            <a:extLst>
              <a:ext uri="{FF2B5EF4-FFF2-40B4-BE49-F238E27FC236}">
                <a16:creationId xmlns:a16="http://schemas.microsoft.com/office/drawing/2014/main" id="{6096776C-BBF0-E670-74AF-0AD8D98605FC}"/>
              </a:ext>
            </a:extLst>
          </p:cNvPr>
          <p:cNvSpPr>
            <a:spLocks noChangeShapeType="1"/>
          </p:cNvSpPr>
          <p:nvPr/>
        </p:nvSpPr>
        <p:spPr bwMode="auto">
          <a:xfrm flipH="1" flipV="1">
            <a:off x="5496718" y="3325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5" name="Line 12">
            <a:extLst>
              <a:ext uri="{FF2B5EF4-FFF2-40B4-BE49-F238E27FC236}">
                <a16:creationId xmlns:a16="http://schemas.microsoft.com/office/drawing/2014/main" id="{C26B9638-5D5A-5D45-3095-89597E85C595}"/>
              </a:ext>
            </a:extLst>
          </p:cNvPr>
          <p:cNvSpPr>
            <a:spLocks noChangeShapeType="1"/>
          </p:cNvSpPr>
          <p:nvPr/>
        </p:nvSpPr>
        <p:spPr bwMode="auto">
          <a:xfrm flipH="1" flipV="1">
            <a:off x="5649118" y="2563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6" name="Line 13">
            <a:extLst>
              <a:ext uri="{FF2B5EF4-FFF2-40B4-BE49-F238E27FC236}">
                <a16:creationId xmlns:a16="http://schemas.microsoft.com/office/drawing/2014/main" id="{F4127FE1-B0C8-2F99-9F7B-2C450ECD4DB2}"/>
              </a:ext>
            </a:extLst>
          </p:cNvPr>
          <p:cNvSpPr>
            <a:spLocks noChangeShapeType="1"/>
          </p:cNvSpPr>
          <p:nvPr/>
        </p:nvSpPr>
        <p:spPr bwMode="auto">
          <a:xfrm flipH="1">
            <a:off x="3820318" y="31732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7" name="Line 14">
            <a:extLst>
              <a:ext uri="{FF2B5EF4-FFF2-40B4-BE49-F238E27FC236}">
                <a16:creationId xmlns:a16="http://schemas.microsoft.com/office/drawing/2014/main" id="{CE3AF186-8C3F-2F36-C0D0-94AEA0069162}"/>
              </a:ext>
            </a:extLst>
          </p:cNvPr>
          <p:cNvSpPr>
            <a:spLocks noChangeShapeType="1"/>
          </p:cNvSpPr>
          <p:nvPr/>
        </p:nvSpPr>
        <p:spPr bwMode="auto">
          <a:xfrm flipH="1">
            <a:off x="3820318" y="4316214"/>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8" name="Line 15">
            <a:extLst>
              <a:ext uri="{FF2B5EF4-FFF2-40B4-BE49-F238E27FC236}">
                <a16:creationId xmlns:a16="http://schemas.microsoft.com/office/drawing/2014/main" id="{125594C9-FC3A-B44A-BDB2-15C0DD9A0258}"/>
              </a:ext>
            </a:extLst>
          </p:cNvPr>
          <p:cNvSpPr>
            <a:spLocks noChangeShapeType="1"/>
          </p:cNvSpPr>
          <p:nvPr/>
        </p:nvSpPr>
        <p:spPr bwMode="auto">
          <a:xfrm flipH="1" flipV="1">
            <a:off x="3820318" y="31732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9" name="Line 16">
            <a:extLst>
              <a:ext uri="{FF2B5EF4-FFF2-40B4-BE49-F238E27FC236}">
                <a16:creationId xmlns:a16="http://schemas.microsoft.com/office/drawing/2014/main" id="{23D066A2-92C4-361B-8B4A-2AA3523C5907}"/>
              </a:ext>
            </a:extLst>
          </p:cNvPr>
          <p:cNvSpPr>
            <a:spLocks noChangeShapeType="1"/>
          </p:cNvSpPr>
          <p:nvPr/>
        </p:nvSpPr>
        <p:spPr bwMode="auto">
          <a:xfrm flipH="1">
            <a:off x="2677318" y="37828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0" name="Line 17">
            <a:extLst>
              <a:ext uri="{FF2B5EF4-FFF2-40B4-BE49-F238E27FC236}">
                <a16:creationId xmlns:a16="http://schemas.microsoft.com/office/drawing/2014/main" id="{29A033AA-2680-B14E-9360-704A761C1612}"/>
              </a:ext>
            </a:extLst>
          </p:cNvPr>
          <p:cNvSpPr>
            <a:spLocks noChangeShapeType="1"/>
          </p:cNvSpPr>
          <p:nvPr/>
        </p:nvSpPr>
        <p:spPr bwMode="auto">
          <a:xfrm flipH="1" flipV="1">
            <a:off x="2677318" y="37828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1" name="Line 18">
            <a:extLst>
              <a:ext uri="{FF2B5EF4-FFF2-40B4-BE49-F238E27FC236}">
                <a16:creationId xmlns:a16="http://schemas.microsoft.com/office/drawing/2014/main" id="{5F6BE2EF-8399-009E-5271-AF34748DAC42}"/>
              </a:ext>
            </a:extLst>
          </p:cNvPr>
          <p:cNvSpPr>
            <a:spLocks noChangeShapeType="1"/>
          </p:cNvSpPr>
          <p:nvPr/>
        </p:nvSpPr>
        <p:spPr bwMode="auto">
          <a:xfrm flipH="1">
            <a:off x="2677318" y="4925814"/>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2" name="Text Box 20">
            <a:extLst>
              <a:ext uri="{FF2B5EF4-FFF2-40B4-BE49-F238E27FC236}">
                <a16:creationId xmlns:a16="http://schemas.microsoft.com/office/drawing/2014/main" id="{BF32FF47-EF70-88E9-9769-1C08F343FF83}"/>
              </a:ext>
            </a:extLst>
          </p:cNvPr>
          <p:cNvSpPr txBox="1">
            <a:spLocks noChangeArrowheads="1"/>
          </p:cNvSpPr>
          <p:nvPr/>
        </p:nvSpPr>
        <p:spPr bwMode="auto">
          <a:xfrm>
            <a:off x="6262103" y="2671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3" name="Text Box 21">
            <a:extLst>
              <a:ext uri="{FF2B5EF4-FFF2-40B4-BE49-F238E27FC236}">
                <a16:creationId xmlns:a16="http://schemas.microsoft.com/office/drawing/2014/main" id="{07EEB7A2-B9F3-A9FC-6F66-F8B9D8EA35BC}"/>
              </a:ext>
            </a:extLst>
          </p:cNvPr>
          <p:cNvSpPr txBox="1">
            <a:spLocks noChangeArrowheads="1"/>
          </p:cNvSpPr>
          <p:nvPr/>
        </p:nvSpPr>
        <p:spPr bwMode="auto">
          <a:xfrm>
            <a:off x="6262103" y="3052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4" name="Text Box 22">
            <a:extLst>
              <a:ext uri="{FF2B5EF4-FFF2-40B4-BE49-F238E27FC236}">
                <a16:creationId xmlns:a16="http://schemas.microsoft.com/office/drawing/2014/main" id="{03577179-9975-C101-009D-D81314DB0724}"/>
              </a:ext>
            </a:extLst>
          </p:cNvPr>
          <p:cNvSpPr txBox="1">
            <a:spLocks noChangeArrowheads="1"/>
          </p:cNvSpPr>
          <p:nvPr/>
        </p:nvSpPr>
        <p:spPr bwMode="auto">
          <a:xfrm>
            <a:off x="6262103" y="34720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5" name="Text Box 23">
            <a:extLst>
              <a:ext uri="{FF2B5EF4-FFF2-40B4-BE49-F238E27FC236}">
                <a16:creationId xmlns:a16="http://schemas.microsoft.com/office/drawing/2014/main" id="{86802212-EAA2-34CD-B7D7-8E7AC8AB1853}"/>
              </a:ext>
            </a:extLst>
          </p:cNvPr>
          <p:cNvSpPr txBox="1">
            <a:spLocks noChangeArrowheads="1"/>
          </p:cNvSpPr>
          <p:nvPr/>
        </p:nvSpPr>
        <p:spPr bwMode="auto">
          <a:xfrm>
            <a:off x="6262103" y="4005469"/>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26" name="Text Box 24">
            <a:extLst>
              <a:ext uri="{FF2B5EF4-FFF2-40B4-BE49-F238E27FC236}">
                <a16:creationId xmlns:a16="http://schemas.microsoft.com/office/drawing/2014/main" id="{C58BA5B3-111D-9686-FDAC-26F04BD35E69}"/>
              </a:ext>
            </a:extLst>
          </p:cNvPr>
          <p:cNvSpPr txBox="1">
            <a:spLocks noChangeArrowheads="1"/>
          </p:cNvSpPr>
          <p:nvPr/>
        </p:nvSpPr>
        <p:spPr bwMode="auto">
          <a:xfrm>
            <a:off x="6262103" y="4691269"/>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27" name="Text Box 20">
            <a:extLst>
              <a:ext uri="{FF2B5EF4-FFF2-40B4-BE49-F238E27FC236}">
                <a16:creationId xmlns:a16="http://schemas.microsoft.com/office/drawing/2014/main" id="{D61B10C9-EE2C-1A07-3B2E-EDD16814C7FB}"/>
              </a:ext>
            </a:extLst>
          </p:cNvPr>
          <p:cNvSpPr txBox="1">
            <a:spLocks noChangeArrowheads="1"/>
          </p:cNvSpPr>
          <p:nvPr/>
        </p:nvSpPr>
        <p:spPr bwMode="auto">
          <a:xfrm>
            <a:off x="6262103" y="2252869"/>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8" name="Text Box 20">
            <a:extLst>
              <a:ext uri="{FF2B5EF4-FFF2-40B4-BE49-F238E27FC236}">
                <a16:creationId xmlns:a16="http://schemas.microsoft.com/office/drawing/2014/main" id="{BE12E5C0-A4CE-93E3-26A1-96E08AB4DDB8}"/>
              </a:ext>
            </a:extLst>
          </p:cNvPr>
          <p:cNvSpPr txBox="1">
            <a:spLocks noChangeArrowheads="1"/>
          </p:cNvSpPr>
          <p:nvPr/>
        </p:nvSpPr>
        <p:spPr bwMode="auto">
          <a:xfrm>
            <a:off x="4385047" y="2871414"/>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9" name="Text Box 23">
            <a:extLst>
              <a:ext uri="{FF2B5EF4-FFF2-40B4-BE49-F238E27FC236}">
                <a16:creationId xmlns:a16="http://schemas.microsoft.com/office/drawing/2014/main" id="{9D8C38E5-24E5-5357-206C-D5A6A466118D}"/>
              </a:ext>
            </a:extLst>
          </p:cNvPr>
          <p:cNvSpPr txBox="1">
            <a:spLocks noChangeArrowheads="1"/>
          </p:cNvSpPr>
          <p:nvPr/>
        </p:nvSpPr>
        <p:spPr bwMode="auto">
          <a:xfrm>
            <a:off x="3848894" y="3524220"/>
            <a:ext cx="1647821" cy="523220"/>
          </a:xfrm>
          <a:prstGeom prst="rect">
            <a:avLst/>
          </a:prstGeom>
          <a:noFill/>
          <a:ln w="9525">
            <a:noFill/>
            <a:miter lim="800000"/>
            <a:headEnd/>
            <a:tailEnd/>
          </a:ln>
        </p:spPr>
        <p:txBody>
          <a:bodyPr wrap="square">
            <a:prstTxWarp prst="textNoShape">
              <a:avLst/>
            </a:prstTxWarp>
            <a:spAutoFit/>
          </a:bodyPr>
          <a:lstStyle/>
          <a:p>
            <a:r>
              <a:rPr lang="en-US" sz="2800" dirty="0"/>
              <a:t>A&gt;c&gt;g&gt;t</a:t>
            </a:r>
          </a:p>
        </p:txBody>
      </p:sp>
      <p:pic>
        <p:nvPicPr>
          <p:cNvPr id="31" name="Picture 30" descr="A screenshot of a grid&#10;&#10;AI-generated content may be incorrect.">
            <a:extLst>
              <a:ext uri="{FF2B5EF4-FFF2-40B4-BE49-F238E27FC236}">
                <a16:creationId xmlns:a16="http://schemas.microsoft.com/office/drawing/2014/main" id="{C4551837-F3CA-3EF0-1134-C8E4F7136078}"/>
              </a:ext>
            </a:extLst>
          </p:cNvPr>
          <p:cNvPicPr>
            <a:picLocks noChangeAspect="1"/>
          </p:cNvPicPr>
          <p:nvPr/>
        </p:nvPicPr>
        <p:blipFill>
          <a:blip r:embed="rId3"/>
          <a:stretch>
            <a:fillRect/>
          </a:stretch>
        </p:blipFill>
        <p:spPr>
          <a:xfrm>
            <a:off x="1554294" y="5545594"/>
            <a:ext cx="5598847" cy="4534278"/>
          </a:xfrm>
          <a:prstGeom prst="rect">
            <a:avLst/>
          </a:prstGeom>
        </p:spPr>
      </p:pic>
      <p:cxnSp>
        <p:nvCxnSpPr>
          <p:cNvPr id="33" name="Straight Arrow Connector 32">
            <a:extLst>
              <a:ext uri="{FF2B5EF4-FFF2-40B4-BE49-F238E27FC236}">
                <a16:creationId xmlns:a16="http://schemas.microsoft.com/office/drawing/2014/main" id="{61C2BB1B-43E4-5001-51AC-C825A9A11AC8}"/>
              </a:ext>
            </a:extLst>
          </p:cNvPr>
          <p:cNvCxnSpPr>
            <a:cxnSpLocks/>
          </p:cNvCxnSpPr>
          <p:nvPr/>
        </p:nvCxnSpPr>
        <p:spPr>
          <a:xfrm>
            <a:off x="7325517" y="3445004"/>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B633B4B-36AE-7CF5-4D4B-EA6218028ECC}"/>
              </a:ext>
            </a:extLst>
          </p:cNvPr>
          <p:cNvCxnSpPr>
            <a:cxnSpLocks/>
          </p:cNvCxnSpPr>
          <p:nvPr/>
        </p:nvCxnSpPr>
        <p:spPr>
          <a:xfrm flipV="1">
            <a:off x="7325517" y="6229155"/>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 Box 53">
            <a:extLst>
              <a:ext uri="{FF2B5EF4-FFF2-40B4-BE49-F238E27FC236}">
                <a16:creationId xmlns:a16="http://schemas.microsoft.com/office/drawing/2014/main" id="{954C1C78-6F8B-995B-48B0-AB28D07D126E}"/>
              </a:ext>
            </a:extLst>
          </p:cNvPr>
          <p:cNvSpPr txBox="1">
            <a:spLocks noChangeArrowheads="1"/>
          </p:cNvSpPr>
          <p:nvPr/>
        </p:nvSpPr>
        <p:spPr bwMode="auto">
          <a:xfrm>
            <a:off x="11330609" y="5160873"/>
            <a:ext cx="3048000" cy="769441"/>
          </a:xfrm>
          <a:prstGeom prst="rect">
            <a:avLst/>
          </a:prstGeom>
          <a:noFill/>
          <a:ln w="9525">
            <a:noFill/>
            <a:miter lim="800000"/>
            <a:headEnd/>
            <a:tailEnd/>
          </a:ln>
        </p:spPr>
        <p:txBody>
          <a:bodyPr>
            <a:prstTxWarp prst="textNoShape">
              <a:avLst/>
            </a:prstTxWarp>
            <a:spAutoFit/>
          </a:bodyPr>
          <a:lstStyle/>
          <a:p>
            <a:pPr algn="ctr"/>
            <a:r>
              <a:rPr lang="en-US" sz="4400" dirty="0">
                <a:solidFill>
                  <a:srgbClr val="ED181E"/>
                </a:solidFill>
              </a:rPr>
              <a:t>SCORE</a:t>
            </a:r>
          </a:p>
        </p:txBody>
      </p:sp>
      <p:pic>
        <p:nvPicPr>
          <p:cNvPr id="2" name="Picture 56">
            <a:extLst>
              <a:ext uri="{FF2B5EF4-FFF2-40B4-BE49-F238E27FC236}">
                <a16:creationId xmlns:a16="http://schemas.microsoft.com/office/drawing/2014/main" id="{D82B7EDF-8611-FEC7-8CDF-478B02252ACF}"/>
              </a:ext>
            </a:extLst>
          </p:cNvPr>
          <p:cNvPicPr>
            <a:picLocks noChangeAspect="1" noChangeArrowheads="1"/>
          </p:cNvPicPr>
          <p:nvPr/>
        </p:nvPicPr>
        <p:blipFill>
          <a:blip r:embed="rId4"/>
          <a:srcRect/>
          <a:stretch>
            <a:fillRect/>
          </a:stretch>
        </p:blipFill>
        <p:spPr bwMode="auto">
          <a:xfrm>
            <a:off x="14491320" y="5169185"/>
            <a:ext cx="5164849" cy="3647674"/>
          </a:xfrm>
          <a:prstGeom prst="rect">
            <a:avLst/>
          </a:prstGeom>
          <a:noFill/>
          <a:ln w="9525">
            <a:noFill/>
            <a:miter lim="800000"/>
            <a:headEnd/>
            <a:tailEnd/>
          </a:ln>
        </p:spPr>
      </p:pic>
      <p:sp>
        <p:nvSpPr>
          <p:cNvPr id="4" name="Line 57">
            <a:extLst>
              <a:ext uri="{FF2B5EF4-FFF2-40B4-BE49-F238E27FC236}">
                <a16:creationId xmlns:a16="http://schemas.microsoft.com/office/drawing/2014/main" id="{E5879899-A509-7AFB-0B29-2F5DF951A570}"/>
              </a:ext>
            </a:extLst>
          </p:cNvPr>
          <p:cNvSpPr>
            <a:spLocks noChangeShapeType="1"/>
          </p:cNvSpPr>
          <p:nvPr/>
        </p:nvSpPr>
        <p:spPr bwMode="auto">
          <a:xfrm flipH="1" flipV="1">
            <a:off x="12960625" y="6229153"/>
            <a:ext cx="1033670" cy="1507873"/>
          </a:xfrm>
          <a:prstGeom prst="line">
            <a:avLst/>
          </a:prstGeom>
          <a:noFill/>
          <a:ln w="57150">
            <a:solidFill>
              <a:schemeClr val="tx1"/>
            </a:solidFill>
            <a:round/>
            <a:headEnd/>
            <a:tailEnd type="triangle" w="med" len="med"/>
          </a:ln>
        </p:spPr>
        <p:txBody>
          <a:bodyPr wrap="none" anchor="ctr">
            <a:prstTxWarp prst="textNoShape">
              <a:avLst/>
            </a:prstTxWarp>
          </a:bodyPr>
          <a:lstStyle/>
          <a:p>
            <a:endParaRPr lang="en-US"/>
          </a:p>
        </p:txBody>
      </p:sp>
      <p:sp>
        <p:nvSpPr>
          <p:cNvPr id="30" name="Text Box 5">
            <a:extLst>
              <a:ext uri="{FF2B5EF4-FFF2-40B4-BE49-F238E27FC236}">
                <a16:creationId xmlns:a16="http://schemas.microsoft.com/office/drawing/2014/main" id="{EF244F62-2C0B-4F2D-43C5-4CA9A9C5CBE6}"/>
              </a:ext>
            </a:extLst>
          </p:cNvPr>
          <p:cNvSpPr txBox="1">
            <a:spLocks noChangeArrowheads="1"/>
          </p:cNvSpPr>
          <p:nvPr/>
        </p:nvSpPr>
        <p:spPr bwMode="auto">
          <a:xfrm>
            <a:off x="11098792" y="8983168"/>
            <a:ext cx="8939145" cy="1200329"/>
          </a:xfrm>
          <a:prstGeom prst="rect">
            <a:avLst/>
          </a:prstGeom>
          <a:noFill/>
          <a:ln w="9525">
            <a:noFill/>
            <a:miter lim="800000"/>
            <a:headEnd/>
            <a:tailEnd/>
          </a:ln>
        </p:spPr>
        <p:txBody>
          <a:bodyPr wrap="square">
            <a:prstTxWarp prst="textNoShape">
              <a:avLst/>
            </a:prstTxWarp>
            <a:spAutoFit/>
          </a:bodyPr>
          <a:lstStyle/>
          <a:p>
            <a:r>
              <a:rPr lang="en-US" sz="3600" dirty="0"/>
              <a:t>Each site (i.e. column) contributes to the score given the substitution model</a:t>
            </a:r>
          </a:p>
        </p:txBody>
      </p:sp>
    </p:spTree>
    <p:extLst>
      <p:ext uri="{BB962C8B-B14F-4D97-AF65-F5344CB8AC3E}">
        <p14:creationId xmlns:p14="http://schemas.microsoft.com/office/powerpoint/2010/main" val="948541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5D242-410D-C03A-5805-251AB07A7D85}"/>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6730FA51-C6D1-4B6B-7C67-842781D3E7D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21E3C7DD-9534-44CA-A1D6-74F8F3A904C1}"/>
              </a:ext>
            </a:extLst>
          </p:cNvPr>
          <p:cNvSpPr>
            <a:spLocks noGrp="1"/>
          </p:cNvSpPr>
          <p:nvPr>
            <p:ph type="sldNum" sz="quarter" idx="22"/>
          </p:nvPr>
        </p:nvSpPr>
        <p:spPr/>
        <p:txBody>
          <a:bodyPr/>
          <a:lstStyle/>
          <a:p>
            <a:fld id="{991AB9B0-3E43-D847-B073-60FE8FAFFDB7}" type="slidenum">
              <a:rPr lang="en-US" smtClean="0"/>
              <a:pPr/>
              <a:t>49</a:t>
            </a:fld>
            <a:endParaRPr lang="en-US"/>
          </a:p>
        </p:txBody>
      </p:sp>
      <p:sp>
        <p:nvSpPr>
          <p:cNvPr id="6" name="Title 1">
            <a:extLst>
              <a:ext uri="{FF2B5EF4-FFF2-40B4-BE49-F238E27FC236}">
                <a16:creationId xmlns:a16="http://schemas.microsoft.com/office/drawing/2014/main" id="{46212530-526F-01E4-6EEC-5484AE41538A}"/>
              </a:ext>
            </a:extLst>
          </p:cNvPr>
          <p:cNvSpPr>
            <a:spLocks noGrp="1"/>
          </p:cNvSpPr>
          <p:nvPr>
            <p:ph type="ctrTitle"/>
          </p:nvPr>
        </p:nvSpPr>
        <p:spPr>
          <a:xfrm>
            <a:off x="420771" y="382587"/>
            <a:ext cx="17277825" cy="1032203"/>
          </a:xfrm>
        </p:spPr>
        <p:txBody>
          <a:bodyPr>
            <a:noAutofit/>
          </a:bodyPr>
          <a:lstStyle/>
          <a:p>
            <a:r>
              <a:rPr lang="en-US" sz="6000" dirty="0"/>
              <a:t>Scoring a Single Tree</a:t>
            </a:r>
            <a:endParaRPr lang="en-US" sz="6000" dirty="0">
              <a:latin typeface="Raleway" pitchFamily="2" charset="77"/>
            </a:endParaRPr>
          </a:p>
        </p:txBody>
      </p:sp>
      <p:sp>
        <p:nvSpPr>
          <p:cNvPr id="3" name="Line 4">
            <a:extLst>
              <a:ext uri="{FF2B5EF4-FFF2-40B4-BE49-F238E27FC236}">
                <a16:creationId xmlns:a16="http://schemas.microsoft.com/office/drawing/2014/main" id="{53FF6FB3-E3F8-9382-BEBB-A77E463DC88E}"/>
              </a:ext>
            </a:extLst>
          </p:cNvPr>
          <p:cNvSpPr>
            <a:spLocks noChangeShapeType="1"/>
          </p:cNvSpPr>
          <p:nvPr/>
        </p:nvSpPr>
        <p:spPr bwMode="auto">
          <a:xfrm flipH="1">
            <a:off x="5649118" y="25636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5" name="Line 5">
            <a:extLst>
              <a:ext uri="{FF2B5EF4-FFF2-40B4-BE49-F238E27FC236}">
                <a16:creationId xmlns:a16="http://schemas.microsoft.com/office/drawing/2014/main" id="{E96674E2-BE8F-FA19-ACA2-3B820291CDD5}"/>
              </a:ext>
            </a:extLst>
          </p:cNvPr>
          <p:cNvSpPr>
            <a:spLocks noChangeShapeType="1"/>
          </p:cNvSpPr>
          <p:nvPr/>
        </p:nvSpPr>
        <p:spPr bwMode="auto">
          <a:xfrm flipH="1">
            <a:off x="5649118" y="30208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9" name="Line 6">
            <a:extLst>
              <a:ext uri="{FF2B5EF4-FFF2-40B4-BE49-F238E27FC236}">
                <a16:creationId xmlns:a16="http://schemas.microsoft.com/office/drawing/2014/main" id="{DFB62839-2DD5-C51F-0446-CDE3797C8521}"/>
              </a:ext>
            </a:extLst>
          </p:cNvPr>
          <p:cNvSpPr>
            <a:spLocks noChangeShapeType="1"/>
          </p:cNvSpPr>
          <p:nvPr/>
        </p:nvSpPr>
        <p:spPr bwMode="auto">
          <a:xfrm flipH="1">
            <a:off x="4353718" y="2792214"/>
            <a:ext cx="1295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0" name="Line 7">
            <a:extLst>
              <a:ext uri="{FF2B5EF4-FFF2-40B4-BE49-F238E27FC236}">
                <a16:creationId xmlns:a16="http://schemas.microsoft.com/office/drawing/2014/main" id="{D0F92EF5-05D2-223E-65AA-AE4BCC4D9FD1}"/>
              </a:ext>
            </a:extLst>
          </p:cNvPr>
          <p:cNvSpPr>
            <a:spLocks noChangeShapeType="1"/>
          </p:cNvSpPr>
          <p:nvPr/>
        </p:nvSpPr>
        <p:spPr bwMode="auto">
          <a:xfrm flipH="1">
            <a:off x="5496718" y="33256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1" name="Line 8">
            <a:extLst>
              <a:ext uri="{FF2B5EF4-FFF2-40B4-BE49-F238E27FC236}">
                <a16:creationId xmlns:a16="http://schemas.microsoft.com/office/drawing/2014/main" id="{FBE9E10E-0468-33D5-46C6-53F0CDC563E0}"/>
              </a:ext>
            </a:extLst>
          </p:cNvPr>
          <p:cNvSpPr>
            <a:spLocks noChangeShapeType="1"/>
          </p:cNvSpPr>
          <p:nvPr/>
        </p:nvSpPr>
        <p:spPr bwMode="auto">
          <a:xfrm flipH="1">
            <a:off x="4353718" y="35542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2" name="Line 9">
            <a:extLst>
              <a:ext uri="{FF2B5EF4-FFF2-40B4-BE49-F238E27FC236}">
                <a16:creationId xmlns:a16="http://schemas.microsoft.com/office/drawing/2014/main" id="{723E045C-37D0-E5E0-F69B-42ADA6C4C726}"/>
              </a:ext>
            </a:extLst>
          </p:cNvPr>
          <p:cNvSpPr>
            <a:spLocks noChangeShapeType="1"/>
          </p:cNvSpPr>
          <p:nvPr/>
        </p:nvSpPr>
        <p:spPr bwMode="auto">
          <a:xfrm flipH="1">
            <a:off x="5496718" y="3782814"/>
            <a:ext cx="6858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3" name="Line 10">
            <a:extLst>
              <a:ext uri="{FF2B5EF4-FFF2-40B4-BE49-F238E27FC236}">
                <a16:creationId xmlns:a16="http://schemas.microsoft.com/office/drawing/2014/main" id="{14F8A6AF-4485-46F3-AFDD-CF9B41185B02}"/>
              </a:ext>
            </a:extLst>
          </p:cNvPr>
          <p:cNvSpPr>
            <a:spLocks noChangeShapeType="1"/>
          </p:cNvSpPr>
          <p:nvPr/>
        </p:nvSpPr>
        <p:spPr bwMode="auto">
          <a:xfrm flipH="1" flipV="1">
            <a:off x="4353718" y="2792214"/>
            <a:ext cx="0" cy="762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4" name="Line 11">
            <a:extLst>
              <a:ext uri="{FF2B5EF4-FFF2-40B4-BE49-F238E27FC236}">
                <a16:creationId xmlns:a16="http://schemas.microsoft.com/office/drawing/2014/main" id="{B1755820-08C9-C5FB-A652-3C129DBF1354}"/>
              </a:ext>
            </a:extLst>
          </p:cNvPr>
          <p:cNvSpPr>
            <a:spLocks noChangeShapeType="1"/>
          </p:cNvSpPr>
          <p:nvPr/>
        </p:nvSpPr>
        <p:spPr bwMode="auto">
          <a:xfrm flipH="1" flipV="1">
            <a:off x="5496718" y="3325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5" name="Line 12">
            <a:extLst>
              <a:ext uri="{FF2B5EF4-FFF2-40B4-BE49-F238E27FC236}">
                <a16:creationId xmlns:a16="http://schemas.microsoft.com/office/drawing/2014/main" id="{3CA5E14C-6EDE-317A-81F4-412DB05CFB06}"/>
              </a:ext>
            </a:extLst>
          </p:cNvPr>
          <p:cNvSpPr>
            <a:spLocks noChangeShapeType="1"/>
          </p:cNvSpPr>
          <p:nvPr/>
        </p:nvSpPr>
        <p:spPr bwMode="auto">
          <a:xfrm flipH="1" flipV="1">
            <a:off x="5649118" y="2563614"/>
            <a:ext cx="0" cy="4572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6" name="Line 13">
            <a:extLst>
              <a:ext uri="{FF2B5EF4-FFF2-40B4-BE49-F238E27FC236}">
                <a16:creationId xmlns:a16="http://schemas.microsoft.com/office/drawing/2014/main" id="{C182E864-5410-4C51-B79E-C92A6E0087BA}"/>
              </a:ext>
            </a:extLst>
          </p:cNvPr>
          <p:cNvSpPr>
            <a:spLocks noChangeShapeType="1"/>
          </p:cNvSpPr>
          <p:nvPr/>
        </p:nvSpPr>
        <p:spPr bwMode="auto">
          <a:xfrm flipH="1">
            <a:off x="3820318" y="3173214"/>
            <a:ext cx="5334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7" name="Line 14">
            <a:extLst>
              <a:ext uri="{FF2B5EF4-FFF2-40B4-BE49-F238E27FC236}">
                <a16:creationId xmlns:a16="http://schemas.microsoft.com/office/drawing/2014/main" id="{D45CD62B-EEB8-980C-7DED-73A0B4CCCCB5}"/>
              </a:ext>
            </a:extLst>
          </p:cNvPr>
          <p:cNvSpPr>
            <a:spLocks noChangeShapeType="1"/>
          </p:cNvSpPr>
          <p:nvPr/>
        </p:nvSpPr>
        <p:spPr bwMode="auto">
          <a:xfrm flipH="1">
            <a:off x="3820318" y="4316214"/>
            <a:ext cx="2362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8" name="Line 15">
            <a:extLst>
              <a:ext uri="{FF2B5EF4-FFF2-40B4-BE49-F238E27FC236}">
                <a16:creationId xmlns:a16="http://schemas.microsoft.com/office/drawing/2014/main" id="{668744B6-7746-6563-7DB3-F1BDA17CB418}"/>
              </a:ext>
            </a:extLst>
          </p:cNvPr>
          <p:cNvSpPr>
            <a:spLocks noChangeShapeType="1"/>
          </p:cNvSpPr>
          <p:nvPr/>
        </p:nvSpPr>
        <p:spPr bwMode="auto">
          <a:xfrm flipH="1" flipV="1">
            <a:off x="3820318" y="31732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19" name="Line 16">
            <a:extLst>
              <a:ext uri="{FF2B5EF4-FFF2-40B4-BE49-F238E27FC236}">
                <a16:creationId xmlns:a16="http://schemas.microsoft.com/office/drawing/2014/main" id="{D71C9547-F2E5-AB37-6CF6-7D977982CA7B}"/>
              </a:ext>
            </a:extLst>
          </p:cNvPr>
          <p:cNvSpPr>
            <a:spLocks noChangeShapeType="1"/>
          </p:cNvSpPr>
          <p:nvPr/>
        </p:nvSpPr>
        <p:spPr bwMode="auto">
          <a:xfrm flipH="1">
            <a:off x="2677318" y="3782814"/>
            <a:ext cx="11430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0" name="Line 17">
            <a:extLst>
              <a:ext uri="{FF2B5EF4-FFF2-40B4-BE49-F238E27FC236}">
                <a16:creationId xmlns:a16="http://schemas.microsoft.com/office/drawing/2014/main" id="{51DF7BF8-6D75-8F81-B496-0CAF1F5C93E4}"/>
              </a:ext>
            </a:extLst>
          </p:cNvPr>
          <p:cNvSpPr>
            <a:spLocks noChangeShapeType="1"/>
          </p:cNvSpPr>
          <p:nvPr/>
        </p:nvSpPr>
        <p:spPr bwMode="auto">
          <a:xfrm flipH="1" flipV="1">
            <a:off x="2677318" y="3782814"/>
            <a:ext cx="0" cy="114300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1" name="Line 18">
            <a:extLst>
              <a:ext uri="{FF2B5EF4-FFF2-40B4-BE49-F238E27FC236}">
                <a16:creationId xmlns:a16="http://schemas.microsoft.com/office/drawing/2014/main" id="{D84E7C97-6498-79FF-86CA-E9C10C3A480D}"/>
              </a:ext>
            </a:extLst>
          </p:cNvPr>
          <p:cNvSpPr>
            <a:spLocks noChangeShapeType="1"/>
          </p:cNvSpPr>
          <p:nvPr/>
        </p:nvSpPr>
        <p:spPr bwMode="auto">
          <a:xfrm flipH="1">
            <a:off x="2677318" y="4925814"/>
            <a:ext cx="3505200" cy="0"/>
          </a:xfrm>
          <a:prstGeom prst="line">
            <a:avLst/>
          </a:prstGeom>
          <a:noFill/>
          <a:ln w="57150">
            <a:solidFill>
              <a:schemeClr val="tx1"/>
            </a:solidFill>
            <a:round/>
            <a:headEnd/>
            <a:tailEnd/>
          </a:ln>
        </p:spPr>
        <p:txBody>
          <a:bodyPr wrap="none" anchor="ctr">
            <a:prstTxWarp prst="textNoShape">
              <a:avLst/>
            </a:prstTxWarp>
          </a:bodyPr>
          <a:lstStyle/>
          <a:p>
            <a:endParaRPr lang="en-US"/>
          </a:p>
        </p:txBody>
      </p:sp>
      <p:sp>
        <p:nvSpPr>
          <p:cNvPr id="22" name="Text Box 20">
            <a:extLst>
              <a:ext uri="{FF2B5EF4-FFF2-40B4-BE49-F238E27FC236}">
                <a16:creationId xmlns:a16="http://schemas.microsoft.com/office/drawing/2014/main" id="{A983CD41-AC46-544F-1C55-4D0266C5DCDD}"/>
              </a:ext>
            </a:extLst>
          </p:cNvPr>
          <p:cNvSpPr txBox="1">
            <a:spLocks noChangeArrowheads="1"/>
          </p:cNvSpPr>
          <p:nvPr/>
        </p:nvSpPr>
        <p:spPr bwMode="auto">
          <a:xfrm>
            <a:off x="6262103" y="2671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3" name="Text Box 21">
            <a:extLst>
              <a:ext uri="{FF2B5EF4-FFF2-40B4-BE49-F238E27FC236}">
                <a16:creationId xmlns:a16="http://schemas.microsoft.com/office/drawing/2014/main" id="{0258CFB6-D951-6F65-B251-D1973BAAAD02}"/>
              </a:ext>
            </a:extLst>
          </p:cNvPr>
          <p:cNvSpPr txBox="1">
            <a:spLocks noChangeArrowheads="1"/>
          </p:cNvSpPr>
          <p:nvPr/>
        </p:nvSpPr>
        <p:spPr bwMode="auto">
          <a:xfrm>
            <a:off x="6262103" y="30529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4" name="Text Box 22">
            <a:extLst>
              <a:ext uri="{FF2B5EF4-FFF2-40B4-BE49-F238E27FC236}">
                <a16:creationId xmlns:a16="http://schemas.microsoft.com/office/drawing/2014/main" id="{B4C80A8E-05FE-F120-3694-7CB47440E56A}"/>
              </a:ext>
            </a:extLst>
          </p:cNvPr>
          <p:cNvSpPr txBox="1">
            <a:spLocks noChangeArrowheads="1"/>
          </p:cNvSpPr>
          <p:nvPr/>
        </p:nvSpPr>
        <p:spPr bwMode="auto">
          <a:xfrm>
            <a:off x="6262103" y="3472069"/>
            <a:ext cx="692573" cy="523220"/>
          </a:xfrm>
          <a:prstGeom prst="rect">
            <a:avLst/>
          </a:prstGeom>
          <a:noFill/>
          <a:ln w="9525">
            <a:noFill/>
            <a:miter lim="800000"/>
            <a:headEnd/>
            <a:tailEnd/>
          </a:ln>
        </p:spPr>
        <p:txBody>
          <a:bodyPr wrap="square">
            <a:prstTxWarp prst="textNoShape">
              <a:avLst/>
            </a:prstTxWarp>
            <a:spAutoFit/>
          </a:bodyPr>
          <a:lstStyle/>
          <a:p>
            <a:r>
              <a:rPr lang="en-US" sz="2800"/>
              <a:t>A</a:t>
            </a:r>
          </a:p>
        </p:txBody>
      </p:sp>
      <p:sp>
        <p:nvSpPr>
          <p:cNvPr id="25" name="Text Box 23">
            <a:extLst>
              <a:ext uri="{FF2B5EF4-FFF2-40B4-BE49-F238E27FC236}">
                <a16:creationId xmlns:a16="http://schemas.microsoft.com/office/drawing/2014/main" id="{EC027956-A45C-E711-3C0A-CC4CB6E1C12E}"/>
              </a:ext>
            </a:extLst>
          </p:cNvPr>
          <p:cNvSpPr txBox="1">
            <a:spLocks noChangeArrowheads="1"/>
          </p:cNvSpPr>
          <p:nvPr/>
        </p:nvSpPr>
        <p:spPr bwMode="auto">
          <a:xfrm>
            <a:off x="6262103" y="4005469"/>
            <a:ext cx="723900" cy="523220"/>
          </a:xfrm>
          <a:prstGeom prst="rect">
            <a:avLst/>
          </a:prstGeom>
          <a:noFill/>
          <a:ln w="9525">
            <a:noFill/>
            <a:miter lim="800000"/>
            <a:headEnd/>
            <a:tailEnd/>
          </a:ln>
        </p:spPr>
        <p:txBody>
          <a:bodyPr wrap="square">
            <a:prstTxWarp prst="textNoShape">
              <a:avLst/>
            </a:prstTxWarp>
            <a:spAutoFit/>
          </a:bodyPr>
          <a:lstStyle/>
          <a:p>
            <a:r>
              <a:rPr lang="en-US" sz="2800"/>
              <a:t>C</a:t>
            </a:r>
          </a:p>
        </p:txBody>
      </p:sp>
      <p:sp>
        <p:nvSpPr>
          <p:cNvPr id="26" name="Text Box 24">
            <a:extLst>
              <a:ext uri="{FF2B5EF4-FFF2-40B4-BE49-F238E27FC236}">
                <a16:creationId xmlns:a16="http://schemas.microsoft.com/office/drawing/2014/main" id="{8082536A-704C-AE10-D583-E4AB16F5CB58}"/>
              </a:ext>
            </a:extLst>
          </p:cNvPr>
          <p:cNvSpPr txBox="1">
            <a:spLocks noChangeArrowheads="1"/>
          </p:cNvSpPr>
          <p:nvPr/>
        </p:nvSpPr>
        <p:spPr bwMode="auto">
          <a:xfrm>
            <a:off x="6262103" y="4691269"/>
            <a:ext cx="752377" cy="523220"/>
          </a:xfrm>
          <a:prstGeom prst="rect">
            <a:avLst/>
          </a:prstGeom>
          <a:noFill/>
          <a:ln w="9525">
            <a:noFill/>
            <a:miter lim="800000"/>
            <a:headEnd/>
            <a:tailEnd/>
          </a:ln>
        </p:spPr>
        <p:txBody>
          <a:bodyPr wrap="square">
            <a:prstTxWarp prst="textNoShape">
              <a:avLst/>
            </a:prstTxWarp>
            <a:spAutoFit/>
          </a:bodyPr>
          <a:lstStyle/>
          <a:p>
            <a:r>
              <a:rPr lang="en-US" sz="2800"/>
              <a:t>G</a:t>
            </a:r>
          </a:p>
        </p:txBody>
      </p:sp>
      <p:sp>
        <p:nvSpPr>
          <p:cNvPr id="27" name="Text Box 20">
            <a:extLst>
              <a:ext uri="{FF2B5EF4-FFF2-40B4-BE49-F238E27FC236}">
                <a16:creationId xmlns:a16="http://schemas.microsoft.com/office/drawing/2014/main" id="{8E8FF168-AFD8-0D65-713C-B035977027BE}"/>
              </a:ext>
            </a:extLst>
          </p:cNvPr>
          <p:cNvSpPr txBox="1">
            <a:spLocks noChangeArrowheads="1"/>
          </p:cNvSpPr>
          <p:nvPr/>
        </p:nvSpPr>
        <p:spPr bwMode="auto">
          <a:xfrm>
            <a:off x="6262103" y="2252869"/>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8" name="Text Box 20">
            <a:extLst>
              <a:ext uri="{FF2B5EF4-FFF2-40B4-BE49-F238E27FC236}">
                <a16:creationId xmlns:a16="http://schemas.microsoft.com/office/drawing/2014/main" id="{174C9E69-4F51-8821-CF9F-0C29399C26CA}"/>
              </a:ext>
            </a:extLst>
          </p:cNvPr>
          <p:cNvSpPr txBox="1">
            <a:spLocks noChangeArrowheads="1"/>
          </p:cNvSpPr>
          <p:nvPr/>
        </p:nvSpPr>
        <p:spPr bwMode="auto">
          <a:xfrm>
            <a:off x="4385047" y="2871414"/>
            <a:ext cx="692573" cy="523220"/>
          </a:xfrm>
          <a:prstGeom prst="rect">
            <a:avLst/>
          </a:prstGeom>
          <a:noFill/>
          <a:ln w="9525">
            <a:noFill/>
            <a:miter lim="800000"/>
            <a:headEnd/>
            <a:tailEnd/>
          </a:ln>
        </p:spPr>
        <p:txBody>
          <a:bodyPr wrap="square">
            <a:prstTxWarp prst="textNoShape">
              <a:avLst/>
            </a:prstTxWarp>
            <a:spAutoFit/>
          </a:bodyPr>
          <a:lstStyle/>
          <a:p>
            <a:r>
              <a:rPr lang="en-US" sz="2800" dirty="0"/>
              <a:t>A</a:t>
            </a:r>
          </a:p>
        </p:txBody>
      </p:sp>
      <p:sp>
        <p:nvSpPr>
          <p:cNvPr id="29" name="Text Box 23">
            <a:extLst>
              <a:ext uri="{FF2B5EF4-FFF2-40B4-BE49-F238E27FC236}">
                <a16:creationId xmlns:a16="http://schemas.microsoft.com/office/drawing/2014/main" id="{25BFD891-C1F9-B973-8E21-3FEE9C371DB6}"/>
              </a:ext>
            </a:extLst>
          </p:cNvPr>
          <p:cNvSpPr txBox="1">
            <a:spLocks noChangeArrowheads="1"/>
          </p:cNvSpPr>
          <p:nvPr/>
        </p:nvSpPr>
        <p:spPr bwMode="auto">
          <a:xfrm>
            <a:off x="3848894" y="3524220"/>
            <a:ext cx="1647821" cy="523220"/>
          </a:xfrm>
          <a:prstGeom prst="rect">
            <a:avLst/>
          </a:prstGeom>
          <a:noFill/>
          <a:ln w="9525">
            <a:noFill/>
            <a:miter lim="800000"/>
            <a:headEnd/>
            <a:tailEnd/>
          </a:ln>
        </p:spPr>
        <p:txBody>
          <a:bodyPr wrap="square">
            <a:prstTxWarp prst="textNoShape">
              <a:avLst/>
            </a:prstTxWarp>
            <a:spAutoFit/>
          </a:bodyPr>
          <a:lstStyle/>
          <a:p>
            <a:r>
              <a:rPr lang="en-US" sz="2800" dirty="0"/>
              <a:t>A&gt;c&gt;g&gt;t</a:t>
            </a:r>
          </a:p>
        </p:txBody>
      </p:sp>
      <p:pic>
        <p:nvPicPr>
          <p:cNvPr id="31" name="Picture 30" descr="A screenshot of a grid&#10;&#10;AI-generated content may be incorrect.">
            <a:extLst>
              <a:ext uri="{FF2B5EF4-FFF2-40B4-BE49-F238E27FC236}">
                <a16:creationId xmlns:a16="http://schemas.microsoft.com/office/drawing/2014/main" id="{0814C988-3D7C-27E6-2A6F-A281B0FDB887}"/>
              </a:ext>
            </a:extLst>
          </p:cNvPr>
          <p:cNvPicPr>
            <a:picLocks noChangeAspect="1"/>
          </p:cNvPicPr>
          <p:nvPr/>
        </p:nvPicPr>
        <p:blipFill>
          <a:blip r:embed="rId3"/>
          <a:stretch>
            <a:fillRect/>
          </a:stretch>
        </p:blipFill>
        <p:spPr>
          <a:xfrm>
            <a:off x="1554294" y="5545594"/>
            <a:ext cx="5598847" cy="4534278"/>
          </a:xfrm>
          <a:prstGeom prst="rect">
            <a:avLst/>
          </a:prstGeom>
        </p:spPr>
      </p:pic>
      <p:cxnSp>
        <p:nvCxnSpPr>
          <p:cNvPr id="33" name="Straight Arrow Connector 32">
            <a:extLst>
              <a:ext uri="{FF2B5EF4-FFF2-40B4-BE49-F238E27FC236}">
                <a16:creationId xmlns:a16="http://schemas.microsoft.com/office/drawing/2014/main" id="{33367353-3F97-6132-E233-E016C9302776}"/>
              </a:ext>
            </a:extLst>
          </p:cNvPr>
          <p:cNvCxnSpPr>
            <a:cxnSpLocks/>
          </p:cNvCxnSpPr>
          <p:nvPr/>
        </p:nvCxnSpPr>
        <p:spPr>
          <a:xfrm>
            <a:off x="7325517" y="3445004"/>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0D8DF4F-D2F1-33A7-A5A2-F4093919B7D4}"/>
              </a:ext>
            </a:extLst>
          </p:cNvPr>
          <p:cNvCxnSpPr>
            <a:cxnSpLocks/>
          </p:cNvCxnSpPr>
          <p:nvPr/>
        </p:nvCxnSpPr>
        <p:spPr>
          <a:xfrm flipV="1">
            <a:off x="7325517" y="6229155"/>
            <a:ext cx="4005092" cy="150787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 Box 53">
            <a:extLst>
              <a:ext uri="{FF2B5EF4-FFF2-40B4-BE49-F238E27FC236}">
                <a16:creationId xmlns:a16="http://schemas.microsoft.com/office/drawing/2014/main" id="{56C4A901-F0C5-9337-2380-6C6F8E08B8BE}"/>
              </a:ext>
            </a:extLst>
          </p:cNvPr>
          <p:cNvSpPr txBox="1">
            <a:spLocks noChangeArrowheads="1"/>
          </p:cNvSpPr>
          <p:nvPr/>
        </p:nvSpPr>
        <p:spPr bwMode="auto">
          <a:xfrm>
            <a:off x="11330609" y="5160873"/>
            <a:ext cx="3048000" cy="769441"/>
          </a:xfrm>
          <a:prstGeom prst="rect">
            <a:avLst/>
          </a:prstGeom>
          <a:noFill/>
          <a:ln w="9525">
            <a:noFill/>
            <a:miter lim="800000"/>
            <a:headEnd/>
            <a:tailEnd/>
          </a:ln>
        </p:spPr>
        <p:txBody>
          <a:bodyPr>
            <a:prstTxWarp prst="textNoShape">
              <a:avLst/>
            </a:prstTxWarp>
            <a:spAutoFit/>
          </a:bodyPr>
          <a:lstStyle/>
          <a:p>
            <a:pPr algn="ctr"/>
            <a:r>
              <a:rPr lang="en-US" sz="4400" dirty="0">
                <a:solidFill>
                  <a:srgbClr val="ED181E"/>
                </a:solidFill>
              </a:rPr>
              <a:t>SCORE</a:t>
            </a:r>
          </a:p>
        </p:txBody>
      </p:sp>
      <p:pic>
        <p:nvPicPr>
          <p:cNvPr id="2" name="Picture 56">
            <a:extLst>
              <a:ext uri="{FF2B5EF4-FFF2-40B4-BE49-F238E27FC236}">
                <a16:creationId xmlns:a16="http://schemas.microsoft.com/office/drawing/2014/main" id="{102E1596-5C8F-1B53-85C8-B98CE4F78329}"/>
              </a:ext>
            </a:extLst>
          </p:cNvPr>
          <p:cNvPicPr>
            <a:picLocks noChangeAspect="1" noChangeArrowheads="1"/>
          </p:cNvPicPr>
          <p:nvPr/>
        </p:nvPicPr>
        <p:blipFill>
          <a:blip r:embed="rId4"/>
          <a:srcRect/>
          <a:stretch>
            <a:fillRect/>
          </a:stretch>
        </p:blipFill>
        <p:spPr bwMode="auto">
          <a:xfrm>
            <a:off x="14491320" y="5169185"/>
            <a:ext cx="5164849" cy="3647674"/>
          </a:xfrm>
          <a:prstGeom prst="rect">
            <a:avLst/>
          </a:prstGeom>
          <a:noFill/>
          <a:ln w="9525">
            <a:noFill/>
            <a:miter lim="800000"/>
            <a:headEnd/>
            <a:tailEnd/>
          </a:ln>
        </p:spPr>
      </p:pic>
      <p:sp>
        <p:nvSpPr>
          <p:cNvPr id="4" name="Line 57">
            <a:extLst>
              <a:ext uri="{FF2B5EF4-FFF2-40B4-BE49-F238E27FC236}">
                <a16:creationId xmlns:a16="http://schemas.microsoft.com/office/drawing/2014/main" id="{8E08BA37-A003-815F-8334-21A546E77E4E}"/>
              </a:ext>
            </a:extLst>
          </p:cNvPr>
          <p:cNvSpPr>
            <a:spLocks noChangeShapeType="1"/>
          </p:cNvSpPr>
          <p:nvPr/>
        </p:nvSpPr>
        <p:spPr bwMode="auto">
          <a:xfrm flipH="1" flipV="1">
            <a:off x="12960625" y="6229153"/>
            <a:ext cx="1033670" cy="1507873"/>
          </a:xfrm>
          <a:prstGeom prst="line">
            <a:avLst/>
          </a:prstGeom>
          <a:noFill/>
          <a:ln w="57150">
            <a:solidFill>
              <a:schemeClr val="tx1"/>
            </a:solidFill>
            <a:round/>
            <a:headEnd/>
            <a:tailEnd type="triangle" w="med" len="med"/>
          </a:ln>
        </p:spPr>
        <p:txBody>
          <a:bodyPr wrap="none" anchor="ctr">
            <a:prstTxWarp prst="textNoShape">
              <a:avLst/>
            </a:prstTxWarp>
          </a:bodyPr>
          <a:lstStyle/>
          <a:p>
            <a:endParaRPr lang="en-US"/>
          </a:p>
        </p:txBody>
      </p:sp>
      <p:sp>
        <p:nvSpPr>
          <p:cNvPr id="30" name="Text Box 5">
            <a:extLst>
              <a:ext uri="{FF2B5EF4-FFF2-40B4-BE49-F238E27FC236}">
                <a16:creationId xmlns:a16="http://schemas.microsoft.com/office/drawing/2014/main" id="{E1B80646-FBFD-1CAD-DE55-8A2ACDABD834}"/>
              </a:ext>
            </a:extLst>
          </p:cNvPr>
          <p:cNvSpPr txBox="1">
            <a:spLocks noChangeArrowheads="1"/>
          </p:cNvSpPr>
          <p:nvPr/>
        </p:nvSpPr>
        <p:spPr bwMode="auto">
          <a:xfrm>
            <a:off x="11098792" y="8983168"/>
            <a:ext cx="8939145" cy="1200329"/>
          </a:xfrm>
          <a:prstGeom prst="rect">
            <a:avLst/>
          </a:prstGeom>
          <a:noFill/>
          <a:ln w="9525">
            <a:noFill/>
            <a:miter lim="800000"/>
            <a:headEnd/>
            <a:tailEnd/>
          </a:ln>
        </p:spPr>
        <p:txBody>
          <a:bodyPr wrap="square">
            <a:prstTxWarp prst="textNoShape">
              <a:avLst/>
            </a:prstTxWarp>
            <a:spAutoFit/>
          </a:bodyPr>
          <a:lstStyle/>
          <a:p>
            <a:r>
              <a:rPr lang="en-US" sz="3600" dirty="0"/>
              <a:t>Each site (i.e. column) contributes to the score given the substitution model</a:t>
            </a:r>
          </a:p>
        </p:txBody>
      </p:sp>
      <p:sp>
        <p:nvSpPr>
          <p:cNvPr id="32" name="Line 57">
            <a:extLst>
              <a:ext uri="{FF2B5EF4-FFF2-40B4-BE49-F238E27FC236}">
                <a16:creationId xmlns:a16="http://schemas.microsoft.com/office/drawing/2014/main" id="{56033D99-3DB2-8222-4FE8-BF0784E5DFF2}"/>
              </a:ext>
            </a:extLst>
          </p:cNvPr>
          <p:cNvSpPr>
            <a:spLocks noChangeShapeType="1"/>
          </p:cNvSpPr>
          <p:nvPr/>
        </p:nvSpPr>
        <p:spPr bwMode="auto">
          <a:xfrm flipH="1">
            <a:off x="12934121" y="3173214"/>
            <a:ext cx="1507268" cy="1551046"/>
          </a:xfrm>
          <a:prstGeom prst="line">
            <a:avLst/>
          </a:prstGeom>
          <a:noFill/>
          <a:ln w="57150">
            <a:solidFill>
              <a:schemeClr val="tx1"/>
            </a:solidFill>
            <a:round/>
            <a:headEnd/>
            <a:tailEnd type="triangle" w="med" len="med"/>
          </a:ln>
        </p:spPr>
        <p:txBody>
          <a:bodyPr wrap="none" anchor="ctr">
            <a:prstTxWarp prst="textNoShape">
              <a:avLst/>
            </a:prstTxWarp>
          </a:bodyPr>
          <a:lstStyle/>
          <a:p>
            <a:endParaRPr lang="en-US"/>
          </a:p>
        </p:txBody>
      </p:sp>
      <p:sp>
        <p:nvSpPr>
          <p:cNvPr id="35" name="Text Box 5">
            <a:extLst>
              <a:ext uri="{FF2B5EF4-FFF2-40B4-BE49-F238E27FC236}">
                <a16:creationId xmlns:a16="http://schemas.microsoft.com/office/drawing/2014/main" id="{755C3A7C-41F8-C79D-1098-7D95C441B0D6}"/>
              </a:ext>
            </a:extLst>
          </p:cNvPr>
          <p:cNvSpPr txBox="1">
            <a:spLocks noChangeArrowheads="1"/>
          </p:cNvSpPr>
          <p:nvPr/>
        </p:nvSpPr>
        <p:spPr bwMode="auto">
          <a:xfrm>
            <a:off x="14752189" y="2792214"/>
            <a:ext cx="5115730" cy="1754326"/>
          </a:xfrm>
          <a:prstGeom prst="rect">
            <a:avLst/>
          </a:prstGeom>
          <a:noFill/>
          <a:ln w="9525">
            <a:noFill/>
            <a:miter lim="800000"/>
            <a:headEnd/>
            <a:tailEnd/>
          </a:ln>
        </p:spPr>
        <p:txBody>
          <a:bodyPr wrap="square">
            <a:prstTxWarp prst="textNoShape">
              <a:avLst/>
            </a:prstTxWarp>
            <a:spAutoFit/>
          </a:bodyPr>
          <a:lstStyle/>
          <a:p>
            <a:r>
              <a:rPr lang="en-US" sz="3600" dirty="0"/>
              <a:t>Each site (i.e. column) does not contribute equally</a:t>
            </a:r>
          </a:p>
        </p:txBody>
      </p:sp>
      <p:sp>
        <p:nvSpPr>
          <p:cNvPr id="36" name="Text Box 5">
            <a:extLst>
              <a:ext uri="{FF2B5EF4-FFF2-40B4-BE49-F238E27FC236}">
                <a16:creationId xmlns:a16="http://schemas.microsoft.com/office/drawing/2014/main" id="{6F10BF2B-E0AC-5A89-2E8B-94A1FF69E0FA}"/>
              </a:ext>
            </a:extLst>
          </p:cNvPr>
          <p:cNvSpPr txBox="1">
            <a:spLocks noChangeArrowheads="1"/>
          </p:cNvSpPr>
          <p:nvPr/>
        </p:nvSpPr>
        <p:spPr bwMode="auto">
          <a:xfrm>
            <a:off x="13635918" y="2083533"/>
            <a:ext cx="6402019" cy="646331"/>
          </a:xfrm>
          <a:prstGeom prst="rect">
            <a:avLst/>
          </a:prstGeom>
          <a:noFill/>
          <a:ln w="9525">
            <a:noFill/>
            <a:miter lim="800000"/>
            <a:headEnd/>
            <a:tailEnd/>
          </a:ln>
        </p:spPr>
        <p:txBody>
          <a:bodyPr wrap="square">
            <a:prstTxWarp prst="textNoShape">
              <a:avLst/>
            </a:prstTxWarp>
            <a:spAutoFit/>
          </a:bodyPr>
          <a:lstStyle/>
          <a:p>
            <a:r>
              <a:rPr lang="en-US" sz="3600" dirty="0"/>
              <a:t>Among Site Rate Variation</a:t>
            </a:r>
          </a:p>
        </p:txBody>
      </p:sp>
    </p:spTree>
    <p:extLst>
      <p:ext uri="{BB962C8B-B14F-4D97-AF65-F5344CB8AC3E}">
        <p14:creationId xmlns:p14="http://schemas.microsoft.com/office/powerpoint/2010/main" val="3362252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D580A-E8B4-3E0A-6B3A-4A4BB5F8E991}"/>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B76CF95A-1D6B-C9E1-A931-FCD586E78C0C}"/>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919F841-924C-AE92-DD12-7B29C45FAF86}"/>
              </a:ext>
            </a:extLst>
          </p:cNvPr>
          <p:cNvSpPr>
            <a:spLocks noGrp="1"/>
          </p:cNvSpPr>
          <p:nvPr>
            <p:ph type="sldNum" sz="quarter" idx="22"/>
          </p:nvPr>
        </p:nvSpPr>
        <p:spPr/>
        <p:txBody>
          <a:bodyPr/>
          <a:lstStyle/>
          <a:p>
            <a:fld id="{991AB9B0-3E43-D847-B073-60FE8FAFFDB7}" type="slidenum">
              <a:rPr lang="en-US" smtClean="0"/>
              <a:pPr/>
              <a:t>50</a:t>
            </a:fld>
            <a:endParaRPr lang="en-US"/>
          </a:p>
        </p:txBody>
      </p:sp>
      <p:sp>
        <p:nvSpPr>
          <p:cNvPr id="6" name="Title 1">
            <a:extLst>
              <a:ext uri="{FF2B5EF4-FFF2-40B4-BE49-F238E27FC236}">
                <a16:creationId xmlns:a16="http://schemas.microsoft.com/office/drawing/2014/main" id="{15958897-B88E-7B27-53A1-1D53A916ED2F}"/>
              </a:ext>
            </a:extLst>
          </p:cNvPr>
          <p:cNvSpPr>
            <a:spLocks noGrp="1"/>
          </p:cNvSpPr>
          <p:nvPr>
            <p:ph type="ctrTitle"/>
          </p:nvPr>
        </p:nvSpPr>
        <p:spPr>
          <a:xfrm>
            <a:off x="420771" y="382587"/>
            <a:ext cx="17277825" cy="1032203"/>
          </a:xfrm>
        </p:spPr>
        <p:txBody>
          <a:bodyPr>
            <a:noAutofit/>
          </a:bodyPr>
          <a:lstStyle/>
          <a:p>
            <a:r>
              <a:rPr lang="en-US" sz="6000" dirty="0"/>
              <a:t>Scoring requirements</a:t>
            </a:r>
            <a:endParaRPr lang="en-US" sz="6000" dirty="0">
              <a:latin typeface="Raleway" pitchFamily="2" charset="77"/>
            </a:endParaRPr>
          </a:p>
        </p:txBody>
      </p:sp>
      <p:sp>
        <p:nvSpPr>
          <p:cNvPr id="34" name="Text Box 5">
            <a:extLst>
              <a:ext uri="{FF2B5EF4-FFF2-40B4-BE49-F238E27FC236}">
                <a16:creationId xmlns:a16="http://schemas.microsoft.com/office/drawing/2014/main" id="{233CBB04-DDD6-4B62-8CFB-13D4E1FBC3F7}"/>
              </a:ext>
            </a:extLst>
          </p:cNvPr>
          <p:cNvSpPr txBox="1">
            <a:spLocks noChangeArrowheads="1"/>
          </p:cNvSpPr>
          <p:nvPr/>
        </p:nvSpPr>
        <p:spPr bwMode="auto">
          <a:xfrm>
            <a:off x="1996574" y="2397552"/>
            <a:ext cx="17277826" cy="7294305"/>
          </a:xfrm>
          <a:prstGeom prst="rect">
            <a:avLst/>
          </a:prstGeom>
          <a:noFill/>
          <a:ln w="9525">
            <a:noFill/>
            <a:miter lim="800000"/>
            <a:headEnd/>
            <a:tailEnd/>
          </a:ln>
        </p:spPr>
        <p:txBody>
          <a:bodyPr wrap="square">
            <a:prstTxWarp prst="textNoShape">
              <a:avLst/>
            </a:prstTxWarp>
            <a:spAutoFit/>
          </a:bodyPr>
          <a:lstStyle/>
          <a:p>
            <a:r>
              <a:rPr lang="en-US" sz="3600" dirty="0"/>
              <a:t>A tree topology to score </a:t>
            </a:r>
          </a:p>
          <a:p>
            <a:endParaRPr lang="en-US" sz="3600" dirty="0"/>
          </a:p>
          <a:p>
            <a:r>
              <a:rPr lang="en-US" sz="3600" dirty="0"/>
              <a:t>Multiple sequence alignment</a:t>
            </a:r>
          </a:p>
          <a:p>
            <a:endParaRPr lang="en-US" sz="3600" dirty="0"/>
          </a:p>
          <a:p>
            <a:r>
              <a:rPr lang="en-US" sz="3600" dirty="0"/>
              <a:t>Substitution model</a:t>
            </a:r>
          </a:p>
          <a:p>
            <a:pPr marL="285750" indent="-285750">
              <a:buFont typeface="Arial"/>
              <a:buChar char="•"/>
            </a:pPr>
            <a:r>
              <a:rPr lang="en-US" sz="3600" dirty="0"/>
              <a:t>Unequal rates of substitution among amino acids or nucleotides</a:t>
            </a:r>
          </a:p>
          <a:p>
            <a:pPr marL="285750" indent="-285750">
              <a:buFont typeface="Arial"/>
              <a:buChar char="•"/>
            </a:pPr>
            <a:r>
              <a:rPr lang="en-US" sz="3600" dirty="0"/>
              <a:t>Unequal frequencies of amino acids or nucleotides</a:t>
            </a:r>
          </a:p>
          <a:p>
            <a:endParaRPr lang="en-US" sz="3600" dirty="0"/>
          </a:p>
          <a:p>
            <a:r>
              <a:rPr lang="en-US" sz="3600" dirty="0"/>
              <a:t>Incorporation of among-site rate variation</a:t>
            </a:r>
          </a:p>
          <a:p>
            <a:pPr marL="285750" indent="-285750">
              <a:buFont typeface="Arial"/>
              <a:buChar char="•"/>
            </a:pPr>
            <a:r>
              <a:rPr lang="en-US" sz="3600" dirty="0"/>
              <a:t>Recognize and model that different parts of a protein (e.g. binding site, globular domains, structural regions, functional domains) will evolve at different rates</a:t>
            </a:r>
          </a:p>
          <a:p>
            <a:pPr marL="285750" indent="-285750">
              <a:buFont typeface="Arial"/>
              <a:buChar char="•"/>
            </a:pPr>
            <a:r>
              <a:rPr lang="en-US" sz="3600" dirty="0"/>
              <a:t>Each column in the multiple sequence alignment thus has a faster or slower version of the substitution model</a:t>
            </a:r>
          </a:p>
        </p:txBody>
      </p:sp>
      <p:sp>
        <p:nvSpPr>
          <p:cNvPr id="39" name="Oval 38">
            <a:extLst>
              <a:ext uri="{FF2B5EF4-FFF2-40B4-BE49-F238E27FC236}">
                <a16:creationId xmlns:a16="http://schemas.microsoft.com/office/drawing/2014/main" id="{6E3030FC-8C0F-A9CC-E435-38E8C328F689}"/>
              </a:ext>
            </a:extLst>
          </p:cNvPr>
          <p:cNvSpPr/>
          <p:nvPr/>
        </p:nvSpPr>
        <p:spPr>
          <a:xfrm>
            <a:off x="645765" y="2376895"/>
            <a:ext cx="872750" cy="724115"/>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1</a:t>
            </a:r>
            <a:endParaRPr lang="en-US" sz="1200" b="1" dirty="0">
              <a:solidFill>
                <a:schemeClr val="tx1"/>
              </a:solidFill>
            </a:endParaRPr>
          </a:p>
        </p:txBody>
      </p:sp>
      <p:sp>
        <p:nvSpPr>
          <p:cNvPr id="40" name="Oval 39">
            <a:extLst>
              <a:ext uri="{FF2B5EF4-FFF2-40B4-BE49-F238E27FC236}">
                <a16:creationId xmlns:a16="http://schemas.microsoft.com/office/drawing/2014/main" id="{EC4F1110-5418-D269-589F-0BDD438D6F49}"/>
              </a:ext>
            </a:extLst>
          </p:cNvPr>
          <p:cNvSpPr/>
          <p:nvPr/>
        </p:nvSpPr>
        <p:spPr>
          <a:xfrm>
            <a:off x="645765" y="3443696"/>
            <a:ext cx="872750" cy="724115"/>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2</a:t>
            </a:r>
            <a:endParaRPr lang="en-US" sz="1200" b="1" dirty="0">
              <a:solidFill>
                <a:schemeClr val="tx1"/>
              </a:solidFill>
            </a:endParaRPr>
          </a:p>
        </p:txBody>
      </p:sp>
      <p:sp>
        <p:nvSpPr>
          <p:cNvPr id="41" name="Oval 40">
            <a:extLst>
              <a:ext uri="{FF2B5EF4-FFF2-40B4-BE49-F238E27FC236}">
                <a16:creationId xmlns:a16="http://schemas.microsoft.com/office/drawing/2014/main" id="{E70DCC2C-11F3-84A5-B708-7719E709806B}"/>
              </a:ext>
            </a:extLst>
          </p:cNvPr>
          <p:cNvSpPr/>
          <p:nvPr/>
        </p:nvSpPr>
        <p:spPr>
          <a:xfrm>
            <a:off x="645765" y="4510497"/>
            <a:ext cx="872750" cy="724115"/>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3</a:t>
            </a:r>
            <a:endParaRPr lang="en-US" sz="1200" b="1" dirty="0">
              <a:solidFill>
                <a:schemeClr val="tx1"/>
              </a:solidFill>
            </a:endParaRPr>
          </a:p>
        </p:txBody>
      </p:sp>
      <p:sp>
        <p:nvSpPr>
          <p:cNvPr id="42" name="Oval 41">
            <a:extLst>
              <a:ext uri="{FF2B5EF4-FFF2-40B4-BE49-F238E27FC236}">
                <a16:creationId xmlns:a16="http://schemas.microsoft.com/office/drawing/2014/main" id="{D8536A96-2156-997F-58EA-9A969D2981D7}"/>
              </a:ext>
            </a:extLst>
          </p:cNvPr>
          <p:cNvSpPr/>
          <p:nvPr/>
        </p:nvSpPr>
        <p:spPr>
          <a:xfrm>
            <a:off x="645765" y="6901460"/>
            <a:ext cx="872750" cy="724115"/>
          </a:xfrm>
          <a:prstGeom prst="ellipse">
            <a:avLst/>
          </a:prstGeom>
          <a:solidFill>
            <a:srgbClr val="79003C">
              <a:alpha val="2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4</a:t>
            </a:r>
            <a:endParaRPr lang="en-US" sz="1200" b="1" dirty="0">
              <a:solidFill>
                <a:schemeClr val="tx1"/>
              </a:solidFill>
            </a:endParaRPr>
          </a:p>
        </p:txBody>
      </p:sp>
    </p:spTree>
    <p:extLst>
      <p:ext uri="{BB962C8B-B14F-4D97-AF65-F5344CB8AC3E}">
        <p14:creationId xmlns:p14="http://schemas.microsoft.com/office/powerpoint/2010/main" val="33769210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95A6-8B90-151F-DBE4-D48491EB6AFC}"/>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D3747C9B-3E26-FBAE-40B1-553EF032B01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AA4085EF-99F3-DA2E-7CA0-9BA0C449075A}"/>
              </a:ext>
            </a:extLst>
          </p:cNvPr>
          <p:cNvSpPr>
            <a:spLocks noGrp="1"/>
          </p:cNvSpPr>
          <p:nvPr>
            <p:ph type="sldNum" sz="quarter" idx="22"/>
          </p:nvPr>
        </p:nvSpPr>
        <p:spPr/>
        <p:txBody>
          <a:bodyPr/>
          <a:lstStyle/>
          <a:p>
            <a:fld id="{991AB9B0-3E43-D847-B073-60FE8FAFFDB7}" type="slidenum">
              <a:rPr lang="en-US" smtClean="0"/>
              <a:pPr/>
              <a:t>51</a:t>
            </a:fld>
            <a:endParaRPr lang="en-US"/>
          </a:p>
        </p:txBody>
      </p:sp>
      <p:sp>
        <p:nvSpPr>
          <p:cNvPr id="6" name="Title 1">
            <a:extLst>
              <a:ext uri="{FF2B5EF4-FFF2-40B4-BE49-F238E27FC236}">
                <a16:creationId xmlns:a16="http://schemas.microsoft.com/office/drawing/2014/main" id="{10E1D01B-C046-47FA-D288-EF8950BA09E5}"/>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Caveats</a:t>
            </a:r>
          </a:p>
        </p:txBody>
      </p:sp>
      <p:sp>
        <p:nvSpPr>
          <p:cNvPr id="34" name="Text Box 5">
            <a:extLst>
              <a:ext uri="{FF2B5EF4-FFF2-40B4-BE49-F238E27FC236}">
                <a16:creationId xmlns:a16="http://schemas.microsoft.com/office/drawing/2014/main" id="{9E5FAC70-F68F-55C5-CB99-3DFDB139D66E}"/>
              </a:ext>
            </a:extLst>
          </p:cNvPr>
          <p:cNvSpPr txBox="1">
            <a:spLocks noChangeArrowheads="1"/>
          </p:cNvSpPr>
          <p:nvPr/>
        </p:nvSpPr>
        <p:spPr bwMode="auto">
          <a:xfrm>
            <a:off x="1383389" y="4124013"/>
            <a:ext cx="18272780" cy="3785652"/>
          </a:xfrm>
          <a:prstGeom prst="rect">
            <a:avLst/>
          </a:prstGeom>
          <a:noFill/>
          <a:ln w="9525">
            <a:noFill/>
            <a:miter lim="800000"/>
            <a:headEnd/>
            <a:tailEnd/>
          </a:ln>
        </p:spPr>
        <p:txBody>
          <a:bodyPr wrap="square">
            <a:prstTxWarp prst="textNoShape">
              <a:avLst/>
            </a:prstTxWarp>
            <a:spAutoFit/>
          </a:bodyPr>
          <a:lstStyle/>
          <a:p>
            <a:pPr marL="457200" indent="-457200">
              <a:buFont typeface="Arial" panose="020B0604020202020204" pitchFamily="34" charset="0"/>
              <a:buChar char="•"/>
            </a:pPr>
            <a:r>
              <a:rPr lang="en-US" sz="4000" dirty="0"/>
              <a:t>Phylogenetic models generally work well even though they are an over-simplification</a:t>
            </a:r>
          </a:p>
          <a:p>
            <a:pPr marL="457200" indent="-457200">
              <a:buFont typeface="Arial" panose="020B0604020202020204" pitchFamily="34" charset="0"/>
              <a:buChar char="•"/>
            </a:pPr>
            <a:r>
              <a:rPr lang="en-US" sz="4000" dirty="0"/>
              <a:t>All methods assume neutrality or near-neutrality; positive selection is problematic</a:t>
            </a:r>
          </a:p>
          <a:p>
            <a:pPr marL="457200" indent="-457200">
              <a:buFont typeface="Arial" panose="020B0604020202020204" pitchFamily="34" charset="0"/>
              <a:buChar char="•"/>
            </a:pPr>
            <a:r>
              <a:rPr lang="en-US" sz="4000" dirty="0"/>
              <a:t>The methods break down when your data has extremes, e.g. fundamentally different rules of evolution in different parts of your protein</a:t>
            </a:r>
          </a:p>
        </p:txBody>
      </p:sp>
    </p:spTree>
    <p:extLst>
      <p:ext uri="{BB962C8B-B14F-4D97-AF65-F5344CB8AC3E}">
        <p14:creationId xmlns:p14="http://schemas.microsoft.com/office/powerpoint/2010/main" val="1414495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66D52-F8E5-4EB5-CCB1-F98DCCFF868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0650A646-3F0C-CEBF-A612-82B51B05054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A2ED34CD-76DE-9C6C-848D-74A4CAE78A39}"/>
              </a:ext>
            </a:extLst>
          </p:cNvPr>
          <p:cNvSpPr>
            <a:spLocks noGrp="1"/>
          </p:cNvSpPr>
          <p:nvPr>
            <p:ph type="sldNum" sz="quarter" idx="22"/>
          </p:nvPr>
        </p:nvSpPr>
        <p:spPr/>
        <p:txBody>
          <a:bodyPr/>
          <a:lstStyle/>
          <a:p>
            <a:fld id="{991AB9B0-3E43-D847-B073-60FE8FAFFDB7}" type="slidenum">
              <a:rPr lang="en-US" smtClean="0"/>
              <a:pPr/>
              <a:t>52</a:t>
            </a:fld>
            <a:endParaRPr lang="en-US"/>
          </a:p>
        </p:txBody>
      </p:sp>
      <p:sp>
        <p:nvSpPr>
          <p:cNvPr id="6" name="Title 1">
            <a:extLst>
              <a:ext uri="{FF2B5EF4-FFF2-40B4-BE49-F238E27FC236}">
                <a16:creationId xmlns:a16="http://schemas.microsoft.com/office/drawing/2014/main" id="{43A19684-C5A6-B6CF-6D44-AF8D765E6CA6}"/>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How do we find the best tree?</a:t>
            </a:r>
          </a:p>
        </p:txBody>
      </p:sp>
      <p:sp>
        <p:nvSpPr>
          <p:cNvPr id="34" name="Text Box 5">
            <a:extLst>
              <a:ext uri="{FF2B5EF4-FFF2-40B4-BE49-F238E27FC236}">
                <a16:creationId xmlns:a16="http://schemas.microsoft.com/office/drawing/2014/main" id="{0474E2C7-947C-60F2-05D2-60CC80982ED9}"/>
              </a:ext>
            </a:extLst>
          </p:cNvPr>
          <p:cNvSpPr txBox="1">
            <a:spLocks noChangeArrowheads="1"/>
          </p:cNvSpPr>
          <p:nvPr/>
        </p:nvSpPr>
        <p:spPr bwMode="auto">
          <a:xfrm>
            <a:off x="10159206" y="4129950"/>
            <a:ext cx="8799281" cy="3170099"/>
          </a:xfrm>
          <a:prstGeom prst="rect">
            <a:avLst/>
          </a:prstGeom>
          <a:noFill/>
          <a:ln w="9525">
            <a:noFill/>
            <a:miter lim="800000"/>
            <a:headEnd/>
            <a:tailEnd/>
          </a:ln>
        </p:spPr>
        <p:txBody>
          <a:bodyPr wrap="square">
            <a:prstTxWarp prst="textNoShape">
              <a:avLst/>
            </a:prstTxWarp>
            <a:spAutoFit/>
          </a:bodyPr>
          <a:lstStyle/>
          <a:p>
            <a:r>
              <a:rPr lang="en-US" sz="4000" dirty="0"/>
              <a:t>We can’t score them all. It would take far too long! </a:t>
            </a:r>
          </a:p>
          <a:p>
            <a:endParaRPr lang="en-US" sz="4000" dirty="0"/>
          </a:p>
          <a:p>
            <a:r>
              <a:rPr lang="en-US" sz="4000" dirty="0"/>
              <a:t>Instead, we use “tree space” search algorithms.</a:t>
            </a:r>
          </a:p>
        </p:txBody>
      </p:sp>
      <p:pic>
        <p:nvPicPr>
          <p:cNvPr id="2" name="Picture 1" descr="A table with numbers and a number of trees&#10;&#10;AI-generated content may be incorrect.">
            <a:extLst>
              <a:ext uri="{FF2B5EF4-FFF2-40B4-BE49-F238E27FC236}">
                <a16:creationId xmlns:a16="http://schemas.microsoft.com/office/drawing/2014/main" id="{BF8A257A-CEC3-4DF5-168F-35C9A4A87C0F}"/>
              </a:ext>
            </a:extLst>
          </p:cNvPr>
          <p:cNvPicPr>
            <a:picLocks noChangeAspect="1"/>
          </p:cNvPicPr>
          <p:nvPr/>
        </p:nvPicPr>
        <p:blipFill>
          <a:blip r:embed="rId3"/>
          <a:stretch>
            <a:fillRect/>
          </a:stretch>
        </p:blipFill>
        <p:spPr>
          <a:xfrm>
            <a:off x="1180112" y="2702062"/>
            <a:ext cx="8979094" cy="6741492"/>
          </a:xfrm>
          <a:prstGeom prst="rect">
            <a:avLst/>
          </a:prstGeom>
        </p:spPr>
      </p:pic>
    </p:spTree>
    <p:extLst>
      <p:ext uri="{BB962C8B-B14F-4D97-AF65-F5344CB8AC3E}">
        <p14:creationId xmlns:p14="http://schemas.microsoft.com/office/powerpoint/2010/main" val="855794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64C53-BAD2-5BA7-0C21-79B70393CB7B}"/>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EAFA4BE6-16DA-CF05-34EA-C1C41ABDEBB0}"/>
              </a:ext>
            </a:extLst>
          </p:cNvPr>
          <p:cNvSpPr/>
          <p:nvPr/>
        </p:nvSpPr>
        <p:spPr>
          <a:xfrm>
            <a:off x="3771900" y="2217221"/>
            <a:ext cx="13641456"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86698A8C-09C3-A5A5-A90F-4F623F56960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4078192E-165A-5CE2-D7B0-A4D9A3CF2F37}"/>
              </a:ext>
            </a:extLst>
          </p:cNvPr>
          <p:cNvSpPr>
            <a:spLocks noGrp="1"/>
          </p:cNvSpPr>
          <p:nvPr>
            <p:ph type="sldNum" sz="quarter" idx="22"/>
          </p:nvPr>
        </p:nvSpPr>
        <p:spPr/>
        <p:txBody>
          <a:bodyPr/>
          <a:lstStyle/>
          <a:p>
            <a:fld id="{991AB9B0-3E43-D847-B073-60FE8FAFFDB7}" type="slidenum">
              <a:rPr lang="en-US" smtClean="0"/>
              <a:pPr/>
              <a:t>53</a:t>
            </a:fld>
            <a:endParaRPr lang="en-US"/>
          </a:p>
        </p:txBody>
      </p:sp>
      <p:sp>
        <p:nvSpPr>
          <p:cNvPr id="6" name="Title 1">
            <a:extLst>
              <a:ext uri="{FF2B5EF4-FFF2-40B4-BE49-F238E27FC236}">
                <a16:creationId xmlns:a16="http://schemas.microsoft.com/office/drawing/2014/main" id="{57C0B79A-7041-D94C-4675-ED9ED4FA41AB}"/>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Finding the best tree</a:t>
            </a:r>
          </a:p>
        </p:txBody>
      </p:sp>
      <p:sp>
        <p:nvSpPr>
          <p:cNvPr id="5" name="Text Box 5">
            <a:extLst>
              <a:ext uri="{FF2B5EF4-FFF2-40B4-BE49-F238E27FC236}">
                <a16:creationId xmlns:a16="http://schemas.microsoft.com/office/drawing/2014/main" id="{88CB402E-B8EC-7BA2-85AF-9DAB69A24ECF}"/>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Parsimony</a:t>
            </a:r>
          </a:p>
        </p:txBody>
      </p:sp>
      <p:sp>
        <p:nvSpPr>
          <p:cNvPr id="10" name="Oval 9">
            <a:extLst>
              <a:ext uri="{FF2B5EF4-FFF2-40B4-BE49-F238E27FC236}">
                <a16:creationId xmlns:a16="http://schemas.microsoft.com/office/drawing/2014/main" id="{DCA64E17-949E-5CD3-A487-D19A0D37B566}"/>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1</a:t>
            </a:r>
            <a:endParaRPr lang="en-US" b="1" strike="sngStrike" dirty="0">
              <a:solidFill>
                <a:schemeClr val="tx1"/>
              </a:solidFill>
            </a:endParaRPr>
          </a:p>
        </p:txBody>
      </p:sp>
      <p:sp>
        <p:nvSpPr>
          <p:cNvPr id="16" name="Rounded Rectangle 15">
            <a:extLst>
              <a:ext uri="{FF2B5EF4-FFF2-40B4-BE49-F238E27FC236}">
                <a16:creationId xmlns:a16="http://schemas.microsoft.com/office/drawing/2014/main" id="{C8873500-00AA-67D8-9985-716474AB9979}"/>
              </a:ext>
            </a:extLst>
          </p:cNvPr>
          <p:cNvSpPr/>
          <p:nvPr/>
        </p:nvSpPr>
        <p:spPr>
          <a:xfrm>
            <a:off x="3771899" y="4296905"/>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F47204-480B-50AB-8C50-B4383DF870D9}"/>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198F168E-68E3-0326-114C-F23F4887FF53}"/>
              </a:ext>
            </a:extLst>
          </p:cNvPr>
          <p:cNvSpPr/>
          <p:nvPr/>
        </p:nvSpPr>
        <p:spPr>
          <a:xfrm>
            <a:off x="3771900" y="6376589"/>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F34AA51-C1A8-CC26-58BD-21FC87256603}"/>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49D4134A-217E-2C55-9C77-89714CC299BB}"/>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8371D8C4-F2FA-B521-FA42-15477747D34B}"/>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 </a:t>
            </a:r>
            <a:r>
              <a:rPr lang="en-US" sz="4400" dirty="0"/>
              <a:t>– branch swapping</a:t>
            </a:r>
          </a:p>
        </p:txBody>
      </p:sp>
      <p:sp>
        <p:nvSpPr>
          <p:cNvPr id="2" name="Rounded Rectangle 1">
            <a:extLst>
              <a:ext uri="{FF2B5EF4-FFF2-40B4-BE49-F238E27FC236}">
                <a16:creationId xmlns:a16="http://schemas.microsoft.com/office/drawing/2014/main" id="{9DD3BD1B-8A81-4F2C-245D-887E469FD27C}"/>
              </a:ext>
            </a:extLst>
          </p:cNvPr>
          <p:cNvSpPr/>
          <p:nvPr/>
        </p:nvSpPr>
        <p:spPr>
          <a:xfrm>
            <a:off x="3771899" y="8456274"/>
            <a:ext cx="13641458"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1019EA83-86D8-5C1D-302B-FCB695ABDF64}"/>
              </a:ext>
            </a:extLst>
          </p:cNvPr>
          <p:cNvSpPr/>
          <p:nvPr/>
        </p:nvSpPr>
        <p:spPr>
          <a:xfrm>
            <a:off x="1485873" y="8605702"/>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4</a:t>
            </a:r>
            <a:endParaRPr lang="en-US" b="1" dirty="0">
              <a:solidFill>
                <a:schemeClr val="tx1"/>
              </a:solidFill>
            </a:endParaRPr>
          </a:p>
        </p:txBody>
      </p:sp>
      <p:sp>
        <p:nvSpPr>
          <p:cNvPr id="9" name="Text Box 5">
            <a:extLst>
              <a:ext uri="{FF2B5EF4-FFF2-40B4-BE49-F238E27FC236}">
                <a16:creationId xmlns:a16="http://schemas.microsoft.com/office/drawing/2014/main" id="{34E42BE3-736F-0B66-4B3C-F5E84289BB24}"/>
              </a:ext>
            </a:extLst>
          </p:cNvPr>
          <p:cNvSpPr txBox="1">
            <a:spLocks noChangeArrowheads="1"/>
          </p:cNvSpPr>
          <p:nvPr/>
        </p:nvSpPr>
        <p:spPr bwMode="auto">
          <a:xfrm>
            <a:off x="4284578" y="8795229"/>
            <a:ext cx="14989822" cy="769441"/>
          </a:xfrm>
          <a:prstGeom prst="rect">
            <a:avLst/>
          </a:prstGeom>
          <a:noFill/>
          <a:ln w="9525">
            <a:noFill/>
            <a:miter lim="800000"/>
            <a:headEnd/>
            <a:tailEnd/>
          </a:ln>
        </p:spPr>
        <p:txBody>
          <a:bodyPr wrap="square">
            <a:prstTxWarp prst="textNoShape">
              <a:avLst/>
            </a:prstTxWarp>
            <a:spAutoFit/>
          </a:bodyPr>
          <a:lstStyle/>
          <a:p>
            <a:r>
              <a:rPr lang="en-US" sz="4400" b="1" dirty="0"/>
              <a:t>Bayesian Inference </a:t>
            </a:r>
            <a:r>
              <a:rPr lang="en-US" sz="4400" dirty="0"/>
              <a:t>– MC</a:t>
            </a:r>
            <a:r>
              <a:rPr lang="en-US" sz="4400" baseline="30000" dirty="0"/>
              <a:t>3</a:t>
            </a:r>
            <a:r>
              <a:rPr lang="en-US" sz="4400" dirty="0"/>
              <a:t>, sample cloud of trees</a:t>
            </a:r>
          </a:p>
        </p:txBody>
      </p:sp>
    </p:spTree>
    <p:extLst>
      <p:ext uri="{BB962C8B-B14F-4D97-AF65-F5344CB8AC3E}">
        <p14:creationId xmlns:p14="http://schemas.microsoft.com/office/powerpoint/2010/main" val="12247534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CF136-5B5A-03C0-DF97-6CE11768BC69}"/>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82021530-3AE1-8A40-3B25-8058E38F831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219ACBDF-0C0A-F236-742F-F4300C8556C4}"/>
              </a:ext>
            </a:extLst>
          </p:cNvPr>
          <p:cNvSpPr>
            <a:spLocks noGrp="1"/>
          </p:cNvSpPr>
          <p:nvPr>
            <p:ph type="sldNum" sz="quarter" idx="22"/>
          </p:nvPr>
        </p:nvSpPr>
        <p:spPr/>
        <p:txBody>
          <a:bodyPr/>
          <a:lstStyle/>
          <a:p>
            <a:fld id="{991AB9B0-3E43-D847-B073-60FE8FAFFDB7}" type="slidenum">
              <a:rPr lang="en-US" smtClean="0"/>
              <a:pPr/>
              <a:t>54</a:t>
            </a:fld>
            <a:endParaRPr lang="en-US"/>
          </a:p>
        </p:txBody>
      </p:sp>
      <p:sp>
        <p:nvSpPr>
          <p:cNvPr id="6" name="Title 1">
            <a:extLst>
              <a:ext uri="{FF2B5EF4-FFF2-40B4-BE49-F238E27FC236}">
                <a16:creationId xmlns:a16="http://schemas.microsoft.com/office/drawing/2014/main" id="{1B72B145-078A-4AFE-DBF5-9430FB566DF2}"/>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C7A37FBE-C1CA-2AEB-5D24-B4F7C959F603}"/>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92B6701C-B2B3-1CAB-CA70-48EF98793D2D}"/>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AE6429D9-05FA-45E3-3740-1E32555D8B63}"/>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9CD6E7AA-ADA2-ACCC-34D8-717D4384F738}"/>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A5F7A162-EA7D-08F4-B687-5D7BDD268FA5}"/>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8BEB04A3-5504-419A-FF0C-80D66021DD69}"/>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45DAB66A-13C0-2EB1-581B-794B71D40702}"/>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AD72CF1B-5FCB-2FB6-B762-533E511470C4}"/>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2EF4286E-FD16-84E6-40FA-FEA7D382A264}"/>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4" name="Oval 6">
            <a:extLst>
              <a:ext uri="{FF2B5EF4-FFF2-40B4-BE49-F238E27FC236}">
                <a16:creationId xmlns:a16="http://schemas.microsoft.com/office/drawing/2014/main" id="{EA3A0EB3-6919-F5A0-5793-D1FFA8C665ED}"/>
              </a:ext>
            </a:extLst>
          </p:cNvPr>
          <p:cNvSpPr>
            <a:spLocks noChangeArrowheads="1"/>
          </p:cNvSpPr>
          <p:nvPr/>
        </p:nvSpPr>
        <p:spPr bwMode="auto">
          <a:xfrm rot="2740681">
            <a:off x="12164866" y="3350699"/>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
        <p:nvSpPr>
          <p:cNvPr id="27" name="Line 14">
            <a:extLst>
              <a:ext uri="{FF2B5EF4-FFF2-40B4-BE49-F238E27FC236}">
                <a16:creationId xmlns:a16="http://schemas.microsoft.com/office/drawing/2014/main" id="{DDDF61EE-872F-B709-563A-58ECB72AE78F}"/>
              </a:ext>
            </a:extLst>
          </p:cNvPr>
          <p:cNvSpPr>
            <a:spLocks noChangeShapeType="1"/>
          </p:cNvSpPr>
          <p:nvPr/>
        </p:nvSpPr>
        <p:spPr bwMode="auto">
          <a:xfrm flipH="1">
            <a:off x="12827810" y="2799149"/>
            <a:ext cx="707205" cy="497136"/>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28" name="Text Box 15">
            <a:extLst>
              <a:ext uri="{FF2B5EF4-FFF2-40B4-BE49-F238E27FC236}">
                <a16:creationId xmlns:a16="http://schemas.microsoft.com/office/drawing/2014/main" id="{94DB9C0E-6856-7159-9BB4-247F3FBB423A}"/>
              </a:ext>
            </a:extLst>
          </p:cNvPr>
          <p:cNvSpPr txBox="1">
            <a:spLocks noChangeArrowheads="1"/>
          </p:cNvSpPr>
          <p:nvPr/>
        </p:nvSpPr>
        <p:spPr bwMode="auto">
          <a:xfrm>
            <a:off x="11565345" y="2086094"/>
            <a:ext cx="5889613" cy="646331"/>
          </a:xfrm>
          <a:prstGeom prst="rect">
            <a:avLst/>
          </a:prstGeom>
          <a:noFill/>
          <a:ln w="9525">
            <a:noFill/>
            <a:miter lim="800000"/>
            <a:headEnd/>
            <a:tailEnd/>
          </a:ln>
        </p:spPr>
        <p:txBody>
          <a:bodyPr wrap="square">
            <a:prstTxWarp prst="textNoShape">
              <a:avLst/>
            </a:prstTxWarp>
            <a:spAutoFit/>
          </a:bodyPr>
          <a:lstStyle/>
          <a:p>
            <a:r>
              <a:rPr lang="en-US" sz="3600" b="1" dirty="0"/>
              <a:t>Random starting tree</a:t>
            </a:r>
          </a:p>
        </p:txBody>
      </p:sp>
      <p:sp>
        <p:nvSpPr>
          <p:cNvPr id="29" name="Rectangle 28">
            <a:extLst>
              <a:ext uri="{FF2B5EF4-FFF2-40B4-BE49-F238E27FC236}">
                <a16:creationId xmlns:a16="http://schemas.microsoft.com/office/drawing/2014/main" id="{6274544D-E490-9898-26A4-0E957F45DD63}"/>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56939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89264-974B-FA38-D7C8-7F7AADEEA29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85BA9E30-3732-B982-AF3B-61099E7A5760}"/>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71D31D25-44AC-98E2-85A8-1F14E0F1E3C9}"/>
              </a:ext>
            </a:extLst>
          </p:cNvPr>
          <p:cNvSpPr>
            <a:spLocks noGrp="1"/>
          </p:cNvSpPr>
          <p:nvPr>
            <p:ph type="sldNum" sz="quarter" idx="22"/>
          </p:nvPr>
        </p:nvSpPr>
        <p:spPr/>
        <p:txBody>
          <a:bodyPr/>
          <a:lstStyle/>
          <a:p>
            <a:fld id="{991AB9B0-3E43-D847-B073-60FE8FAFFDB7}" type="slidenum">
              <a:rPr lang="en-US" smtClean="0"/>
              <a:pPr/>
              <a:t>55</a:t>
            </a:fld>
            <a:endParaRPr lang="en-US"/>
          </a:p>
        </p:txBody>
      </p:sp>
      <p:sp>
        <p:nvSpPr>
          <p:cNvPr id="6" name="Title 1">
            <a:extLst>
              <a:ext uri="{FF2B5EF4-FFF2-40B4-BE49-F238E27FC236}">
                <a16:creationId xmlns:a16="http://schemas.microsoft.com/office/drawing/2014/main" id="{2D9B2715-783E-24B8-3CDE-C803447B9EA4}"/>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A60D1FE0-F654-27FF-6EA9-224CA3C646E5}"/>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178196F5-A82E-FD22-8032-474D3026A4E6}"/>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B33E5EE5-06F7-0FB4-3B63-EAAD93B2D870}"/>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813413DA-7A16-A5EE-C10E-C708448B590C}"/>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BF9E91C6-0CD9-72A1-EECC-9660B1C9AF43}"/>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C20AEBD9-F8C7-AA4B-96F6-2EED1A765B75}"/>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ACF0B390-5753-6599-C175-41764FCCCBDA}"/>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6681EBBF-C6E2-0B28-574C-C4209527432A}"/>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567EB551-AF8F-BA80-66AA-E5A3724765C4}"/>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4" name="Oval 6">
            <a:extLst>
              <a:ext uri="{FF2B5EF4-FFF2-40B4-BE49-F238E27FC236}">
                <a16:creationId xmlns:a16="http://schemas.microsoft.com/office/drawing/2014/main" id="{083D2EA7-9C46-C9A7-86F0-39A2AB70FB53}"/>
              </a:ext>
            </a:extLst>
          </p:cNvPr>
          <p:cNvSpPr>
            <a:spLocks noChangeArrowheads="1"/>
          </p:cNvSpPr>
          <p:nvPr/>
        </p:nvSpPr>
        <p:spPr bwMode="auto">
          <a:xfrm rot="2740681">
            <a:off x="12164866" y="3350699"/>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
        <p:nvSpPr>
          <p:cNvPr id="29" name="Rectangle 28">
            <a:extLst>
              <a:ext uri="{FF2B5EF4-FFF2-40B4-BE49-F238E27FC236}">
                <a16:creationId xmlns:a16="http://schemas.microsoft.com/office/drawing/2014/main" id="{EED9B76C-77E5-1040-43CF-1609D68E42FE}"/>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B47E212D-4176-3773-BBEB-0B227E45B6A8}"/>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0869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2FB47-E320-EADD-CB08-554E909D85EA}"/>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94BBD565-C369-3002-22E8-11058D63252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D10C6F51-013E-65C1-0457-C45D99B16B52}"/>
              </a:ext>
            </a:extLst>
          </p:cNvPr>
          <p:cNvSpPr>
            <a:spLocks noGrp="1"/>
          </p:cNvSpPr>
          <p:nvPr>
            <p:ph type="sldNum" sz="quarter" idx="22"/>
          </p:nvPr>
        </p:nvSpPr>
        <p:spPr/>
        <p:txBody>
          <a:bodyPr/>
          <a:lstStyle/>
          <a:p>
            <a:fld id="{991AB9B0-3E43-D847-B073-60FE8FAFFDB7}" type="slidenum">
              <a:rPr lang="en-US" smtClean="0"/>
              <a:pPr/>
              <a:t>56</a:t>
            </a:fld>
            <a:endParaRPr lang="en-US"/>
          </a:p>
        </p:txBody>
      </p:sp>
      <p:sp>
        <p:nvSpPr>
          <p:cNvPr id="6" name="Title 1">
            <a:extLst>
              <a:ext uri="{FF2B5EF4-FFF2-40B4-BE49-F238E27FC236}">
                <a16:creationId xmlns:a16="http://schemas.microsoft.com/office/drawing/2014/main" id="{C6CEBDED-2ECB-E825-72A9-3EBE95FE3304}"/>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C362DD92-D49A-34A0-C5F7-A40B5530A9B6}"/>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6583F075-18D6-BE14-14CB-B409B4EA455E}"/>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0C5E3D45-4066-BA8E-CC92-DD4456D12C1C}"/>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8F8F6638-5460-5C3E-E7DE-236A14A16AF6}"/>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9D2D30EE-C0AD-CABA-35DF-B7FE70BC2C7E}"/>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8B9C4C70-8636-780C-F2CB-CA02E9E8F178}"/>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C362CFAD-ACA3-8F99-C39B-E42B749D1734}"/>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491A594E-0DB6-85E0-F32B-ED8D3486DC06}"/>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76C2407E-B36C-09B4-508D-FE9776AD4C1D}"/>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4" name="Oval 6">
            <a:extLst>
              <a:ext uri="{FF2B5EF4-FFF2-40B4-BE49-F238E27FC236}">
                <a16:creationId xmlns:a16="http://schemas.microsoft.com/office/drawing/2014/main" id="{CB10BD42-6415-64A6-39F8-66143E2F146A}"/>
              </a:ext>
            </a:extLst>
          </p:cNvPr>
          <p:cNvSpPr>
            <a:spLocks noChangeArrowheads="1"/>
          </p:cNvSpPr>
          <p:nvPr/>
        </p:nvSpPr>
        <p:spPr bwMode="auto">
          <a:xfrm rot="2740681">
            <a:off x="12432914" y="4607372"/>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
        <p:nvSpPr>
          <p:cNvPr id="29" name="Rectangle 28">
            <a:extLst>
              <a:ext uri="{FF2B5EF4-FFF2-40B4-BE49-F238E27FC236}">
                <a16:creationId xmlns:a16="http://schemas.microsoft.com/office/drawing/2014/main" id="{643816A5-3392-134A-CAA6-E980760BFCA0}"/>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3D098B57-966D-962D-3CF6-857B989CD961}"/>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83352A19-6417-8A83-4C89-B1AEE3290801}"/>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Line 14">
            <a:extLst>
              <a:ext uri="{FF2B5EF4-FFF2-40B4-BE49-F238E27FC236}">
                <a16:creationId xmlns:a16="http://schemas.microsoft.com/office/drawing/2014/main" id="{9112ABDD-701E-2C9A-E25A-8AA6ED4C5FE3}"/>
              </a:ext>
            </a:extLst>
          </p:cNvPr>
          <p:cNvSpPr>
            <a:spLocks noChangeShapeType="1"/>
          </p:cNvSpPr>
          <p:nvPr/>
        </p:nvSpPr>
        <p:spPr bwMode="auto">
          <a:xfrm flipH="1">
            <a:off x="13312868" y="3854865"/>
            <a:ext cx="707205" cy="497136"/>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11" name="Text Box 15">
            <a:extLst>
              <a:ext uri="{FF2B5EF4-FFF2-40B4-BE49-F238E27FC236}">
                <a16:creationId xmlns:a16="http://schemas.microsoft.com/office/drawing/2014/main" id="{BC843A84-9CCD-9BC1-0344-E48EA21AC3C5}"/>
              </a:ext>
            </a:extLst>
          </p:cNvPr>
          <p:cNvSpPr txBox="1">
            <a:spLocks noChangeArrowheads="1"/>
          </p:cNvSpPr>
          <p:nvPr/>
        </p:nvSpPr>
        <p:spPr bwMode="auto">
          <a:xfrm>
            <a:off x="13312868" y="2981392"/>
            <a:ext cx="5889613" cy="646331"/>
          </a:xfrm>
          <a:prstGeom prst="rect">
            <a:avLst/>
          </a:prstGeom>
          <a:noFill/>
          <a:ln w="9525">
            <a:noFill/>
            <a:miter lim="800000"/>
            <a:headEnd/>
            <a:tailEnd/>
          </a:ln>
        </p:spPr>
        <p:txBody>
          <a:bodyPr wrap="square">
            <a:prstTxWarp prst="textNoShape">
              <a:avLst/>
            </a:prstTxWarp>
            <a:spAutoFit/>
          </a:bodyPr>
          <a:lstStyle/>
          <a:p>
            <a:r>
              <a:rPr lang="en-US" sz="3600" b="1" dirty="0"/>
              <a:t>Branch swapping</a:t>
            </a:r>
          </a:p>
        </p:txBody>
      </p:sp>
    </p:spTree>
    <p:extLst>
      <p:ext uri="{BB962C8B-B14F-4D97-AF65-F5344CB8AC3E}">
        <p14:creationId xmlns:p14="http://schemas.microsoft.com/office/powerpoint/2010/main" val="33424770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7D0C8-E709-91F7-C8AF-3C14582B0716}"/>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4D3BE509-24DE-0203-7F2D-64348156EF2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93092A65-31F8-5BEA-BCB7-8A4D768FA797}"/>
              </a:ext>
            </a:extLst>
          </p:cNvPr>
          <p:cNvSpPr>
            <a:spLocks noGrp="1"/>
          </p:cNvSpPr>
          <p:nvPr>
            <p:ph type="sldNum" sz="quarter" idx="22"/>
          </p:nvPr>
        </p:nvSpPr>
        <p:spPr/>
        <p:txBody>
          <a:bodyPr/>
          <a:lstStyle/>
          <a:p>
            <a:fld id="{991AB9B0-3E43-D847-B073-60FE8FAFFDB7}" type="slidenum">
              <a:rPr lang="en-US" smtClean="0"/>
              <a:pPr/>
              <a:t>57</a:t>
            </a:fld>
            <a:endParaRPr lang="en-US"/>
          </a:p>
        </p:txBody>
      </p:sp>
      <p:sp>
        <p:nvSpPr>
          <p:cNvPr id="6" name="Title 1">
            <a:extLst>
              <a:ext uri="{FF2B5EF4-FFF2-40B4-BE49-F238E27FC236}">
                <a16:creationId xmlns:a16="http://schemas.microsoft.com/office/drawing/2014/main" id="{1637A523-C799-6676-23EE-821EB93C5821}"/>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97494754-D9A9-16E9-0429-215A56D8DE82}"/>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31F335FC-36DB-0A71-2C3A-7B45F9EBD566}"/>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7290C70B-9215-405F-19FA-3C8D6DBF2738}"/>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87D19567-0779-7C3E-3CBD-54A19C9998E9}"/>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97368DCF-BB43-5D2B-D923-1E9ADCA7CEB0}"/>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B4DEA255-54F5-45AA-94A2-8FD22F8B91C2}"/>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4DB8B489-F7CB-C397-3CC3-DF73EAEAEE4F}"/>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A76AFB56-C8EB-7936-068F-15AA6531AA02}"/>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7461612C-6D39-FC27-8079-DA035EB522AB}"/>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4" name="Oval 6">
            <a:extLst>
              <a:ext uri="{FF2B5EF4-FFF2-40B4-BE49-F238E27FC236}">
                <a16:creationId xmlns:a16="http://schemas.microsoft.com/office/drawing/2014/main" id="{62AA6E40-7C43-978D-AA22-30C9830DF0DE}"/>
              </a:ext>
            </a:extLst>
          </p:cNvPr>
          <p:cNvSpPr>
            <a:spLocks noChangeArrowheads="1"/>
          </p:cNvSpPr>
          <p:nvPr/>
        </p:nvSpPr>
        <p:spPr bwMode="auto">
          <a:xfrm rot="2740681">
            <a:off x="10677266" y="5302316"/>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
        <p:nvSpPr>
          <p:cNvPr id="29" name="Rectangle 28">
            <a:extLst>
              <a:ext uri="{FF2B5EF4-FFF2-40B4-BE49-F238E27FC236}">
                <a16:creationId xmlns:a16="http://schemas.microsoft.com/office/drawing/2014/main" id="{68AA7417-F50C-84F1-C803-C3F18C735C7F}"/>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FC4EEBB2-D7CC-6256-2D1A-7BC54CF48EAD}"/>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76F7AB96-7C9D-1736-A579-D5927558E7C4}"/>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0C4DC37-B514-5E14-5005-7FA08EEBBBC6}"/>
              </a:ext>
            </a:extLst>
          </p:cNvPr>
          <p:cNvCxnSpPr>
            <a:cxnSpLocks/>
            <a:endCxn id="24" idx="0"/>
          </p:cNvCxnSpPr>
          <p:nvPr/>
        </p:nvCxnSpPr>
        <p:spPr>
          <a:xfrm flipH="1">
            <a:off x="10894188" y="4797944"/>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04082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28E16-0D01-CB9B-03C7-300A62F97263}"/>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822634C7-6280-C333-515C-D509E8530B2D}"/>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8D0D118-DD93-4A90-1D13-421120DD312E}"/>
              </a:ext>
            </a:extLst>
          </p:cNvPr>
          <p:cNvSpPr>
            <a:spLocks noGrp="1"/>
          </p:cNvSpPr>
          <p:nvPr>
            <p:ph type="sldNum" sz="quarter" idx="22"/>
          </p:nvPr>
        </p:nvSpPr>
        <p:spPr/>
        <p:txBody>
          <a:bodyPr/>
          <a:lstStyle/>
          <a:p>
            <a:fld id="{991AB9B0-3E43-D847-B073-60FE8FAFFDB7}" type="slidenum">
              <a:rPr lang="en-US" smtClean="0"/>
              <a:pPr/>
              <a:t>58</a:t>
            </a:fld>
            <a:endParaRPr lang="en-US"/>
          </a:p>
        </p:txBody>
      </p:sp>
      <p:sp>
        <p:nvSpPr>
          <p:cNvPr id="6" name="Title 1">
            <a:extLst>
              <a:ext uri="{FF2B5EF4-FFF2-40B4-BE49-F238E27FC236}">
                <a16:creationId xmlns:a16="http://schemas.microsoft.com/office/drawing/2014/main" id="{52DE1A80-6190-9C56-3304-EF7DE95981D6}"/>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32157220-994D-2B3F-4361-4B10CA185C1B}"/>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3F86C702-5BF4-2642-1715-1CBF493EF033}"/>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87C59C00-6555-0075-58DB-8B4D5755EC24}"/>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19BAFD5E-6790-716F-2B97-943447139918}"/>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19299FE1-CCF5-4F96-EEE4-396CBF346257}"/>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28B4A0D7-9E9D-60B5-1ED2-13DE4C2563D4}"/>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9CBB2D1E-5FC3-2457-5BFD-87B5AAFA50D0}"/>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AD599ABF-9DD6-C282-D532-874500276B09}"/>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550AA364-FAB4-A025-1F0D-A1B7567E7310}"/>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9" name="Rectangle 28">
            <a:extLst>
              <a:ext uri="{FF2B5EF4-FFF2-40B4-BE49-F238E27FC236}">
                <a16:creationId xmlns:a16="http://schemas.microsoft.com/office/drawing/2014/main" id="{25365BB8-4ACC-2C24-FA4B-D6944BBD634C}"/>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4155816-BC21-5CFC-B5D5-FEB6CF317587}"/>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C4043247-D46D-CAEC-F7A1-FF1C0BD54757}"/>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197E4E3-8354-CC21-5146-2AD839CF3C9A}"/>
              </a:ext>
            </a:extLst>
          </p:cNvPr>
          <p:cNvCxnSpPr>
            <a:cxnSpLocks/>
          </p:cNvCxnSpPr>
          <p:nvPr/>
        </p:nvCxnSpPr>
        <p:spPr>
          <a:xfrm flipH="1">
            <a:off x="10898617" y="4789349"/>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7477682-70C1-29C7-513E-FFCBEA27E4B6}"/>
              </a:ext>
            </a:extLst>
          </p:cNvPr>
          <p:cNvCxnSpPr>
            <a:cxnSpLocks/>
          </p:cNvCxnSpPr>
          <p:nvPr/>
        </p:nvCxnSpPr>
        <p:spPr>
          <a:xfrm>
            <a:off x="10915729" y="5296498"/>
            <a:ext cx="1007241" cy="1400127"/>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Oval 6">
            <a:extLst>
              <a:ext uri="{FF2B5EF4-FFF2-40B4-BE49-F238E27FC236}">
                <a16:creationId xmlns:a16="http://schemas.microsoft.com/office/drawing/2014/main" id="{7C6D44CF-624B-531C-0870-8DE396F67983}"/>
              </a:ext>
            </a:extLst>
          </p:cNvPr>
          <p:cNvSpPr>
            <a:spLocks noChangeArrowheads="1"/>
          </p:cNvSpPr>
          <p:nvPr/>
        </p:nvSpPr>
        <p:spPr bwMode="auto">
          <a:xfrm rot="2740681">
            <a:off x="11821390" y="6613336"/>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Tree>
    <p:extLst>
      <p:ext uri="{BB962C8B-B14F-4D97-AF65-F5344CB8AC3E}">
        <p14:creationId xmlns:p14="http://schemas.microsoft.com/office/powerpoint/2010/main" val="1196024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E715-3977-3169-2777-49524A376961}"/>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2005418B-17A8-E9E9-65E1-EEE0D176F9AF}"/>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4C25155-A67D-4DC3-0AB5-91953CB7502C}"/>
              </a:ext>
            </a:extLst>
          </p:cNvPr>
          <p:cNvSpPr>
            <a:spLocks noGrp="1"/>
          </p:cNvSpPr>
          <p:nvPr>
            <p:ph type="sldNum" sz="quarter" idx="22"/>
          </p:nvPr>
        </p:nvSpPr>
        <p:spPr/>
        <p:txBody>
          <a:bodyPr/>
          <a:lstStyle/>
          <a:p>
            <a:fld id="{991AB9B0-3E43-D847-B073-60FE8FAFFDB7}" type="slidenum">
              <a:rPr lang="en-US" smtClean="0"/>
              <a:pPr/>
              <a:t>59</a:t>
            </a:fld>
            <a:endParaRPr lang="en-US"/>
          </a:p>
        </p:txBody>
      </p:sp>
      <p:sp>
        <p:nvSpPr>
          <p:cNvPr id="6" name="Title 1">
            <a:extLst>
              <a:ext uri="{FF2B5EF4-FFF2-40B4-BE49-F238E27FC236}">
                <a16:creationId xmlns:a16="http://schemas.microsoft.com/office/drawing/2014/main" id="{65ABF949-D93D-CE2F-1110-82AFC4C5CE79}"/>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EE38E6B6-CC81-B72C-E9D0-EAD476FBF8AD}"/>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DCC1D9E6-C700-5CA6-5468-D520F937F744}"/>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A0C690E8-E79D-17CD-F82D-346710365E52}"/>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CA5048C4-EBAB-5EC9-155F-287C65E1F566}"/>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77F568A3-8856-1EF3-0FB9-06B2758D2C9A}"/>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6F578CAC-1193-0C45-FD7D-E00C2CF7A834}"/>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71F4D451-7BC3-2A7D-FF26-346179FCC529}"/>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28C268F2-0E1D-5AA1-4677-BC3F73C30F11}"/>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D113B72C-1682-8D8D-1216-593A65D7904F}"/>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9" name="Rectangle 28">
            <a:extLst>
              <a:ext uri="{FF2B5EF4-FFF2-40B4-BE49-F238E27FC236}">
                <a16:creationId xmlns:a16="http://schemas.microsoft.com/office/drawing/2014/main" id="{D59A7110-4563-E315-21F0-14A4D98E93D8}"/>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71539D35-3EC5-F47B-8867-0313DB347D68}"/>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88E2CE43-35CF-AE20-A62A-7696BA7076D8}"/>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249D684D-E94D-D8BB-792E-86B486E939E1}"/>
              </a:ext>
            </a:extLst>
          </p:cNvPr>
          <p:cNvCxnSpPr>
            <a:cxnSpLocks/>
          </p:cNvCxnSpPr>
          <p:nvPr/>
        </p:nvCxnSpPr>
        <p:spPr>
          <a:xfrm flipH="1">
            <a:off x="10898617" y="4789349"/>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524557-1205-1910-C14F-0E69BBABDB95}"/>
              </a:ext>
            </a:extLst>
          </p:cNvPr>
          <p:cNvCxnSpPr>
            <a:cxnSpLocks/>
          </p:cNvCxnSpPr>
          <p:nvPr/>
        </p:nvCxnSpPr>
        <p:spPr>
          <a:xfrm>
            <a:off x="10915729" y="5296498"/>
            <a:ext cx="1007241" cy="1400127"/>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Oval 6">
            <a:extLst>
              <a:ext uri="{FF2B5EF4-FFF2-40B4-BE49-F238E27FC236}">
                <a16:creationId xmlns:a16="http://schemas.microsoft.com/office/drawing/2014/main" id="{B5A90381-BDE1-4008-CB56-80A7E1A9B2B1}"/>
              </a:ext>
            </a:extLst>
          </p:cNvPr>
          <p:cNvSpPr>
            <a:spLocks noChangeArrowheads="1"/>
          </p:cNvSpPr>
          <p:nvPr/>
        </p:nvSpPr>
        <p:spPr bwMode="auto">
          <a:xfrm rot="2740681">
            <a:off x="13321790" y="7511703"/>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cxnSp>
        <p:nvCxnSpPr>
          <p:cNvPr id="10" name="Straight Connector 9">
            <a:extLst>
              <a:ext uri="{FF2B5EF4-FFF2-40B4-BE49-F238E27FC236}">
                <a16:creationId xmlns:a16="http://schemas.microsoft.com/office/drawing/2014/main" id="{FF1C1EFE-8751-441E-6377-D66D0E495469}"/>
              </a:ext>
            </a:extLst>
          </p:cNvPr>
          <p:cNvCxnSpPr>
            <a:cxnSpLocks/>
            <a:endCxn id="11" idx="3"/>
          </p:cNvCxnSpPr>
          <p:nvPr/>
        </p:nvCxnSpPr>
        <p:spPr>
          <a:xfrm>
            <a:off x="11922970" y="6696625"/>
            <a:ext cx="1401014" cy="9353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14187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6619A-E71F-A6EA-A4B2-BDEA1DC15431}"/>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F8BEF2DD-466D-113B-1AFB-B368C9611A9B}"/>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9CD13E4-EFD3-0396-4A19-F01FDA420ECC}"/>
              </a:ext>
            </a:extLst>
          </p:cNvPr>
          <p:cNvSpPr>
            <a:spLocks noGrp="1"/>
          </p:cNvSpPr>
          <p:nvPr>
            <p:ph type="sldNum" sz="quarter" idx="22"/>
          </p:nvPr>
        </p:nvSpPr>
        <p:spPr/>
        <p:txBody>
          <a:bodyPr/>
          <a:lstStyle/>
          <a:p>
            <a:fld id="{991AB9B0-3E43-D847-B073-60FE8FAFFDB7}" type="slidenum">
              <a:rPr lang="en-US" smtClean="0"/>
              <a:pPr/>
              <a:t>60</a:t>
            </a:fld>
            <a:endParaRPr lang="en-US"/>
          </a:p>
        </p:txBody>
      </p:sp>
      <p:sp>
        <p:nvSpPr>
          <p:cNvPr id="6" name="Title 1">
            <a:extLst>
              <a:ext uri="{FF2B5EF4-FFF2-40B4-BE49-F238E27FC236}">
                <a16:creationId xmlns:a16="http://schemas.microsoft.com/office/drawing/2014/main" id="{638FB96D-A8AF-0176-5BBD-4C3BC18BC56E}"/>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CF35F402-891A-6F55-9D44-6B9980BA7430}"/>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81D59F67-8207-AFCB-47FC-7F8E86A98AF5}"/>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1B088090-6DF2-1C13-AF0F-D00156EEB90D}"/>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77EF44C1-EF4E-118C-2AA8-3F30DFB6942A}"/>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87ECA3EC-A639-1909-9A56-8FB539689205}"/>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B5BF3E9B-C983-FA78-7E3B-C9E807836A57}"/>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195EB58F-BD22-60FE-BBB5-B9985452F708}"/>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B091F36E-A61E-37BE-787A-B7B054775319}"/>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97B09957-91AF-2132-FE2D-EE72C1573681}"/>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9" name="Rectangle 28">
            <a:extLst>
              <a:ext uri="{FF2B5EF4-FFF2-40B4-BE49-F238E27FC236}">
                <a16:creationId xmlns:a16="http://schemas.microsoft.com/office/drawing/2014/main" id="{2C007B20-AC8D-776D-AA92-8C1BF4E69A01}"/>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09C32CE4-9EB6-F6B2-8B9F-707F5FE96B95}"/>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51E42576-BD06-F4FF-12EB-D98B108B64BF}"/>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0C98034-D4AB-4707-B4E2-5F9D7CCFC138}"/>
              </a:ext>
            </a:extLst>
          </p:cNvPr>
          <p:cNvCxnSpPr>
            <a:cxnSpLocks/>
          </p:cNvCxnSpPr>
          <p:nvPr/>
        </p:nvCxnSpPr>
        <p:spPr>
          <a:xfrm flipH="1">
            <a:off x="10898617" y="4789349"/>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61D7DEC-A34C-4144-214F-442F518C85E2}"/>
              </a:ext>
            </a:extLst>
          </p:cNvPr>
          <p:cNvCxnSpPr>
            <a:cxnSpLocks/>
          </p:cNvCxnSpPr>
          <p:nvPr/>
        </p:nvCxnSpPr>
        <p:spPr>
          <a:xfrm>
            <a:off x="10915729" y="5296498"/>
            <a:ext cx="1007241" cy="1400127"/>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046CC3F-DE55-FA8D-2B7E-08C8C4BEFD67}"/>
              </a:ext>
            </a:extLst>
          </p:cNvPr>
          <p:cNvCxnSpPr>
            <a:cxnSpLocks/>
          </p:cNvCxnSpPr>
          <p:nvPr/>
        </p:nvCxnSpPr>
        <p:spPr>
          <a:xfrm>
            <a:off x="11883623" y="6674668"/>
            <a:ext cx="1401014" cy="9353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5A21B1A-788D-1FA5-0CF8-B49927454D14}"/>
              </a:ext>
            </a:extLst>
          </p:cNvPr>
          <p:cNvCxnSpPr>
            <a:cxnSpLocks/>
          </p:cNvCxnSpPr>
          <p:nvPr/>
        </p:nvCxnSpPr>
        <p:spPr>
          <a:xfrm>
            <a:off x="13284637" y="7610029"/>
            <a:ext cx="1165360" cy="44812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6">
            <a:extLst>
              <a:ext uri="{FF2B5EF4-FFF2-40B4-BE49-F238E27FC236}">
                <a16:creationId xmlns:a16="http://schemas.microsoft.com/office/drawing/2014/main" id="{1578DAB0-C4E5-4234-CB2D-1664F539272A}"/>
              </a:ext>
            </a:extLst>
          </p:cNvPr>
          <p:cNvSpPr>
            <a:spLocks noChangeArrowheads="1"/>
          </p:cNvSpPr>
          <p:nvPr/>
        </p:nvSpPr>
        <p:spPr bwMode="auto">
          <a:xfrm rot="2740681">
            <a:off x="14321741" y="7943874"/>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spTree>
    <p:extLst>
      <p:ext uri="{BB962C8B-B14F-4D97-AF65-F5344CB8AC3E}">
        <p14:creationId xmlns:p14="http://schemas.microsoft.com/office/powerpoint/2010/main" val="32554559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2CF6-320A-6EE5-4ACB-90116A68AE7B}"/>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6B3F2553-79B5-B931-BFE4-469186DEC94B}"/>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17648E7F-7D7A-6BAF-B721-84BFEC6B893F}"/>
              </a:ext>
            </a:extLst>
          </p:cNvPr>
          <p:cNvSpPr>
            <a:spLocks noGrp="1"/>
          </p:cNvSpPr>
          <p:nvPr>
            <p:ph type="sldNum" sz="quarter" idx="22"/>
          </p:nvPr>
        </p:nvSpPr>
        <p:spPr/>
        <p:txBody>
          <a:bodyPr/>
          <a:lstStyle/>
          <a:p>
            <a:fld id="{991AB9B0-3E43-D847-B073-60FE8FAFFDB7}" type="slidenum">
              <a:rPr lang="en-US" smtClean="0"/>
              <a:pPr/>
              <a:t>61</a:t>
            </a:fld>
            <a:endParaRPr lang="en-US"/>
          </a:p>
        </p:txBody>
      </p:sp>
      <p:sp>
        <p:nvSpPr>
          <p:cNvPr id="6" name="Title 1">
            <a:extLst>
              <a:ext uri="{FF2B5EF4-FFF2-40B4-BE49-F238E27FC236}">
                <a16:creationId xmlns:a16="http://schemas.microsoft.com/office/drawing/2014/main" id="{4C571406-EED4-EE3F-C8FB-1B13114A49C0}"/>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906C31B9-9FED-7B52-5139-C658F2322243}"/>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E831D4DC-5E11-E45C-D004-53F872E93154}"/>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A9749873-1EE3-772D-CFAD-172277B14B63}"/>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ACAA0202-EF53-2CB2-0D65-EEFACC45D8D3}"/>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139F8A86-2E29-E47A-8DDD-C282FCA692C0}"/>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E77268E9-65CC-964F-FE6A-C02941997D13}"/>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3A18B1E9-FD67-8CAC-C866-59927ABE339C}"/>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72B2AE79-D159-40D0-42A8-25C2D34F07DD}"/>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F37E6B94-F0B1-C25A-7577-F2C3848A67F6}"/>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9" name="Rectangle 28">
            <a:extLst>
              <a:ext uri="{FF2B5EF4-FFF2-40B4-BE49-F238E27FC236}">
                <a16:creationId xmlns:a16="http://schemas.microsoft.com/office/drawing/2014/main" id="{4EB6F77B-AE65-920F-E1A9-E77A9F4F2440}"/>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ACA4F7A1-42B9-4AB8-E4C7-6BF2A4E19295}"/>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579027A2-0FF3-D1BE-4E73-EC0FAD40D74C}"/>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FCA51F6-8E0F-FDA4-2A97-F7CC5E583480}"/>
              </a:ext>
            </a:extLst>
          </p:cNvPr>
          <p:cNvCxnSpPr>
            <a:cxnSpLocks/>
          </p:cNvCxnSpPr>
          <p:nvPr/>
        </p:nvCxnSpPr>
        <p:spPr>
          <a:xfrm flipH="1">
            <a:off x="10898617" y="4789349"/>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59B050B-892D-8844-4A5E-5DAE37C5AAC1}"/>
              </a:ext>
            </a:extLst>
          </p:cNvPr>
          <p:cNvCxnSpPr>
            <a:cxnSpLocks/>
          </p:cNvCxnSpPr>
          <p:nvPr/>
        </p:nvCxnSpPr>
        <p:spPr>
          <a:xfrm>
            <a:off x="10915729" y="5296498"/>
            <a:ext cx="1007241" cy="1400127"/>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38EA1E9-17CD-EA6D-222E-75A776032576}"/>
              </a:ext>
            </a:extLst>
          </p:cNvPr>
          <p:cNvCxnSpPr>
            <a:cxnSpLocks/>
          </p:cNvCxnSpPr>
          <p:nvPr/>
        </p:nvCxnSpPr>
        <p:spPr>
          <a:xfrm>
            <a:off x="11883623" y="6674668"/>
            <a:ext cx="1401014" cy="9353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8EEBCF2-AF33-B3D0-DA15-056C4542A9D4}"/>
              </a:ext>
            </a:extLst>
          </p:cNvPr>
          <p:cNvCxnSpPr>
            <a:cxnSpLocks/>
          </p:cNvCxnSpPr>
          <p:nvPr/>
        </p:nvCxnSpPr>
        <p:spPr>
          <a:xfrm>
            <a:off x="13284637" y="7610029"/>
            <a:ext cx="1165360" cy="44812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6">
            <a:extLst>
              <a:ext uri="{FF2B5EF4-FFF2-40B4-BE49-F238E27FC236}">
                <a16:creationId xmlns:a16="http://schemas.microsoft.com/office/drawing/2014/main" id="{C1DF1B80-4615-738F-F6FE-FE584A3134AC}"/>
              </a:ext>
            </a:extLst>
          </p:cNvPr>
          <p:cNvSpPr>
            <a:spLocks noChangeArrowheads="1"/>
          </p:cNvSpPr>
          <p:nvPr/>
        </p:nvSpPr>
        <p:spPr bwMode="auto">
          <a:xfrm rot="2740681">
            <a:off x="14632293" y="7547057"/>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cxnSp>
        <p:nvCxnSpPr>
          <p:cNvPr id="11" name="Straight Connector 10">
            <a:extLst>
              <a:ext uri="{FF2B5EF4-FFF2-40B4-BE49-F238E27FC236}">
                <a16:creationId xmlns:a16="http://schemas.microsoft.com/office/drawing/2014/main" id="{234357C5-6CBF-9782-509C-11E71E353D99}"/>
              </a:ext>
            </a:extLst>
          </p:cNvPr>
          <p:cNvCxnSpPr>
            <a:cxnSpLocks/>
          </p:cNvCxnSpPr>
          <p:nvPr/>
        </p:nvCxnSpPr>
        <p:spPr>
          <a:xfrm flipV="1">
            <a:off x="14410223" y="7774803"/>
            <a:ext cx="290089" cy="280814"/>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Text Box 15">
            <a:extLst>
              <a:ext uri="{FF2B5EF4-FFF2-40B4-BE49-F238E27FC236}">
                <a16:creationId xmlns:a16="http://schemas.microsoft.com/office/drawing/2014/main" id="{47622F85-E6C2-B489-F11E-14FEA789544A}"/>
              </a:ext>
            </a:extLst>
          </p:cNvPr>
          <p:cNvSpPr txBox="1">
            <a:spLocks noChangeArrowheads="1"/>
          </p:cNvSpPr>
          <p:nvPr/>
        </p:nvSpPr>
        <p:spPr bwMode="auto">
          <a:xfrm>
            <a:off x="14469438" y="5432257"/>
            <a:ext cx="5889613" cy="646331"/>
          </a:xfrm>
          <a:prstGeom prst="rect">
            <a:avLst/>
          </a:prstGeom>
          <a:noFill/>
          <a:ln w="9525">
            <a:noFill/>
            <a:miter lim="800000"/>
            <a:headEnd/>
            <a:tailEnd/>
          </a:ln>
        </p:spPr>
        <p:txBody>
          <a:bodyPr wrap="square">
            <a:prstTxWarp prst="textNoShape">
              <a:avLst/>
            </a:prstTxWarp>
            <a:spAutoFit/>
          </a:bodyPr>
          <a:lstStyle/>
          <a:p>
            <a:r>
              <a:rPr lang="en-US" sz="3600" b="1" dirty="0"/>
              <a:t>Local optima</a:t>
            </a:r>
          </a:p>
        </p:txBody>
      </p:sp>
      <p:sp>
        <p:nvSpPr>
          <p:cNvPr id="25" name="Line 14">
            <a:extLst>
              <a:ext uri="{FF2B5EF4-FFF2-40B4-BE49-F238E27FC236}">
                <a16:creationId xmlns:a16="http://schemas.microsoft.com/office/drawing/2014/main" id="{289BA394-D931-EF76-F7FE-A6D0DDCF17CD}"/>
              </a:ext>
            </a:extLst>
          </p:cNvPr>
          <p:cNvSpPr>
            <a:spLocks noChangeShapeType="1"/>
          </p:cNvSpPr>
          <p:nvPr/>
        </p:nvSpPr>
        <p:spPr bwMode="auto">
          <a:xfrm flipH="1">
            <a:off x="14938825" y="6262222"/>
            <a:ext cx="1343730" cy="1132892"/>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774067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C5239-6B82-EFF8-7F6C-D793AAA64A02}"/>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5C080082-A30D-7EBC-AEA7-525C363680B4}"/>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E28B313-9AAA-57D6-0336-8182654D8DC9}"/>
              </a:ext>
            </a:extLst>
          </p:cNvPr>
          <p:cNvSpPr>
            <a:spLocks noGrp="1"/>
          </p:cNvSpPr>
          <p:nvPr>
            <p:ph type="sldNum" sz="quarter" idx="22"/>
          </p:nvPr>
        </p:nvSpPr>
        <p:spPr/>
        <p:txBody>
          <a:bodyPr/>
          <a:lstStyle/>
          <a:p>
            <a:fld id="{991AB9B0-3E43-D847-B073-60FE8FAFFDB7}" type="slidenum">
              <a:rPr lang="en-US" smtClean="0"/>
              <a:pPr/>
              <a:t>62</a:t>
            </a:fld>
            <a:endParaRPr lang="en-US"/>
          </a:p>
        </p:txBody>
      </p:sp>
      <p:sp>
        <p:nvSpPr>
          <p:cNvPr id="6" name="Title 1">
            <a:extLst>
              <a:ext uri="{FF2B5EF4-FFF2-40B4-BE49-F238E27FC236}">
                <a16:creationId xmlns:a16="http://schemas.microsoft.com/office/drawing/2014/main" id="{404ABAD3-BFB5-E74B-3321-A64DC4F25CF6}"/>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Searching the ”Tree Space”: Branch swapping</a:t>
            </a:r>
          </a:p>
        </p:txBody>
      </p:sp>
      <p:sp>
        <p:nvSpPr>
          <p:cNvPr id="4" name="Oval 3">
            <a:extLst>
              <a:ext uri="{FF2B5EF4-FFF2-40B4-BE49-F238E27FC236}">
                <a16:creationId xmlns:a16="http://schemas.microsoft.com/office/drawing/2014/main" id="{B5695C8A-A2D0-10F1-9C68-F5A885307492}"/>
              </a:ext>
            </a:extLst>
          </p:cNvPr>
          <p:cNvSpPr>
            <a:spLocks noChangeArrowheads="1"/>
          </p:cNvSpPr>
          <p:nvPr/>
        </p:nvSpPr>
        <p:spPr bwMode="auto">
          <a:xfrm rot="2757893">
            <a:off x="4750045" y="2722951"/>
            <a:ext cx="3163201" cy="6590002"/>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12" name="Oval 4">
            <a:extLst>
              <a:ext uri="{FF2B5EF4-FFF2-40B4-BE49-F238E27FC236}">
                <a16:creationId xmlns:a16="http://schemas.microsoft.com/office/drawing/2014/main" id="{75B1FE0F-F36C-21CE-8348-B762D227D280}"/>
              </a:ext>
            </a:extLst>
          </p:cNvPr>
          <p:cNvSpPr>
            <a:spLocks noChangeArrowheads="1"/>
          </p:cNvSpPr>
          <p:nvPr/>
        </p:nvSpPr>
        <p:spPr bwMode="auto">
          <a:xfrm rot="2755020">
            <a:off x="5302806" y="4171338"/>
            <a:ext cx="1318000" cy="4085800"/>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13" name="Oval 5">
            <a:extLst>
              <a:ext uri="{FF2B5EF4-FFF2-40B4-BE49-F238E27FC236}">
                <a16:creationId xmlns:a16="http://schemas.microsoft.com/office/drawing/2014/main" id="{D20F1620-30C3-03DF-1E42-D13AB30B8ED6}"/>
              </a:ext>
            </a:extLst>
          </p:cNvPr>
          <p:cNvSpPr>
            <a:spLocks noChangeArrowheads="1"/>
          </p:cNvSpPr>
          <p:nvPr/>
        </p:nvSpPr>
        <p:spPr bwMode="auto">
          <a:xfrm rot="2751243">
            <a:off x="5290283" y="5376826"/>
            <a:ext cx="659000" cy="1713400"/>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14" name="Oval 6">
            <a:extLst>
              <a:ext uri="{FF2B5EF4-FFF2-40B4-BE49-F238E27FC236}">
                <a16:creationId xmlns:a16="http://schemas.microsoft.com/office/drawing/2014/main" id="{8BC4B990-8C22-9F24-C3D1-9A2E940DFFC8}"/>
              </a:ext>
            </a:extLst>
          </p:cNvPr>
          <p:cNvSpPr>
            <a:spLocks noChangeArrowheads="1"/>
          </p:cNvSpPr>
          <p:nvPr/>
        </p:nvSpPr>
        <p:spPr bwMode="auto">
          <a:xfrm rot="2740681">
            <a:off x="5331395" y="6124581"/>
            <a:ext cx="275395" cy="395397"/>
          </a:xfrm>
          <a:prstGeom prst="ellipse">
            <a:avLst/>
          </a:prstGeom>
          <a:solidFill>
            <a:schemeClr val="accent5">
              <a:lumMod val="20000"/>
              <a:lumOff val="80000"/>
            </a:schemeClr>
          </a:solidFill>
          <a:ln w="9525">
            <a:solidFill>
              <a:schemeClr val="tx1"/>
            </a:solidFill>
            <a:round/>
            <a:headEnd/>
            <a:tailEnd/>
          </a:ln>
        </p:spPr>
        <p:txBody>
          <a:bodyPr wrap="none" anchor="ctr">
            <a:prstTxWarp prst="textNoShape">
              <a:avLst/>
            </a:prstTxWarp>
          </a:bodyPr>
          <a:lstStyle/>
          <a:p>
            <a:endParaRPr lang="en-US"/>
          </a:p>
        </p:txBody>
      </p:sp>
      <p:sp>
        <p:nvSpPr>
          <p:cNvPr id="15" name="Line 14">
            <a:extLst>
              <a:ext uri="{FF2B5EF4-FFF2-40B4-BE49-F238E27FC236}">
                <a16:creationId xmlns:a16="http://schemas.microsoft.com/office/drawing/2014/main" id="{12B874B3-B7AC-7086-3EDB-9567905A8286}"/>
              </a:ext>
            </a:extLst>
          </p:cNvPr>
          <p:cNvSpPr>
            <a:spLocks noChangeShapeType="1"/>
          </p:cNvSpPr>
          <p:nvPr/>
        </p:nvSpPr>
        <p:spPr bwMode="auto">
          <a:xfrm>
            <a:off x="3540048" y="4797944"/>
            <a:ext cx="1868240" cy="1494592"/>
          </a:xfrm>
          <a:prstGeom prst="line">
            <a:avLst/>
          </a:prstGeom>
          <a:noFill/>
          <a:ln w="76200">
            <a:solidFill>
              <a:srgbClr val="C00000"/>
            </a:solidFill>
            <a:round/>
            <a:headEnd/>
            <a:tailEnd type="triangle" w="med" len="med"/>
          </a:ln>
        </p:spPr>
        <p:txBody>
          <a:bodyPr wrap="none" anchor="ctr">
            <a:prstTxWarp prst="textNoShape">
              <a:avLst/>
            </a:prstTxWarp>
          </a:bodyPr>
          <a:lstStyle/>
          <a:p>
            <a:endParaRPr lang="en-US" dirty="0"/>
          </a:p>
        </p:txBody>
      </p:sp>
      <p:sp>
        <p:nvSpPr>
          <p:cNvPr id="17" name="Oval 16">
            <a:extLst>
              <a:ext uri="{FF2B5EF4-FFF2-40B4-BE49-F238E27FC236}">
                <a16:creationId xmlns:a16="http://schemas.microsoft.com/office/drawing/2014/main" id="{7644F3BF-D601-C4BF-E412-80A635A99CA3}"/>
              </a:ext>
            </a:extLst>
          </p:cNvPr>
          <p:cNvSpPr>
            <a:spLocks noChangeArrowheads="1"/>
          </p:cNvSpPr>
          <p:nvPr/>
        </p:nvSpPr>
        <p:spPr bwMode="auto">
          <a:xfrm rot="2757893">
            <a:off x="13340491" y="6430080"/>
            <a:ext cx="3163201" cy="2767816"/>
          </a:xfrm>
          <a:prstGeom prst="ellipse">
            <a:avLst/>
          </a:prstGeom>
          <a:solidFill>
            <a:schemeClr val="accent5">
              <a:lumMod val="75000"/>
            </a:schemeClr>
          </a:solidFill>
          <a:ln w="9525">
            <a:solidFill>
              <a:schemeClr val="tx1"/>
            </a:solidFill>
            <a:round/>
            <a:headEnd/>
            <a:tailEnd/>
          </a:ln>
        </p:spPr>
        <p:txBody>
          <a:bodyPr wrap="none" anchor="ctr">
            <a:prstTxWarp prst="textNoShape">
              <a:avLst/>
            </a:prstTxWarp>
          </a:bodyPr>
          <a:lstStyle/>
          <a:p>
            <a:endParaRPr lang="en-US"/>
          </a:p>
        </p:txBody>
      </p:sp>
      <p:sp>
        <p:nvSpPr>
          <p:cNvPr id="21" name="Oval 4">
            <a:extLst>
              <a:ext uri="{FF2B5EF4-FFF2-40B4-BE49-F238E27FC236}">
                <a16:creationId xmlns:a16="http://schemas.microsoft.com/office/drawing/2014/main" id="{959B4781-081E-22BE-397A-65F45DAAF164}"/>
              </a:ext>
            </a:extLst>
          </p:cNvPr>
          <p:cNvSpPr>
            <a:spLocks noChangeArrowheads="1"/>
          </p:cNvSpPr>
          <p:nvPr/>
        </p:nvSpPr>
        <p:spPr bwMode="auto">
          <a:xfrm rot="2755020">
            <a:off x="13911981" y="7189545"/>
            <a:ext cx="1965395" cy="1399831"/>
          </a:xfrm>
          <a:prstGeom prst="ellipse">
            <a:avLst/>
          </a:prstGeom>
          <a:solidFill>
            <a:schemeClr val="accent5">
              <a:lumMod val="60000"/>
              <a:lumOff val="40000"/>
            </a:schemeClr>
          </a:solidFill>
          <a:ln w="9525">
            <a:solidFill>
              <a:schemeClr val="tx1"/>
            </a:solidFill>
            <a:round/>
            <a:headEnd/>
            <a:tailEnd/>
          </a:ln>
        </p:spPr>
        <p:txBody>
          <a:bodyPr wrap="none" anchor="ctr">
            <a:prstTxWarp prst="textNoShape">
              <a:avLst/>
            </a:prstTxWarp>
          </a:bodyPr>
          <a:lstStyle/>
          <a:p>
            <a:endParaRPr lang="en-US"/>
          </a:p>
        </p:txBody>
      </p:sp>
      <p:sp>
        <p:nvSpPr>
          <p:cNvPr id="22" name="Oval 5">
            <a:extLst>
              <a:ext uri="{FF2B5EF4-FFF2-40B4-BE49-F238E27FC236}">
                <a16:creationId xmlns:a16="http://schemas.microsoft.com/office/drawing/2014/main" id="{75A5EDE6-C46D-108D-B56D-495DD9919E96}"/>
              </a:ext>
            </a:extLst>
          </p:cNvPr>
          <p:cNvSpPr>
            <a:spLocks noChangeArrowheads="1"/>
          </p:cNvSpPr>
          <p:nvPr/>
        </p:nvSpPr>
        <p:spPr bwMode="auto">
          <a:xfrm rot="2751243">
            <a:off x="14443512" y="7450022"/>
            <a:ext cx="644135" cy="444474"/>
          </a:xfrm>
          <a:prstGeom prst="ellipse">
            <a:avLst/>
          </a:prstGeom>
          <a:solidFill>
            <a:schemeClr val="accent5">
              <a:lumMod val="40000"/>
              <a:lumOff val="60000"/>
            </a:schemeClr>
          </a:solidFill>
          <a:ln w="9525">
            <a:solidFill>
              <a:schemeClr val="tx1"/>
            </a:solidFill>
            <a:round/>
            <a:headEnd/>
            <a:tailEnd/>
          </a:ln>
        </p:spPr>
        <p:txBody>
          <a:bodyPr wrap="none" anchor="ctr">
            <a:prstTxWarp prst="textNoShape">
              <a:avLst/>
            </a:prstTxWarp>
          </a:bodyPr>
          <a:lstStyle/>
          <a:p>
            <a:endParaRPr lang="en-US"/>
          </a:p>
        </p:txBody>
      </p:sp>
      <p:sp>
        <p:nvSpPr>
          <p:cNvPr id="23" name="Text Box 15">
            <a:extLst>
              <a:ext uri="{FF2B5EF4-FFF2-40B4-BE49-F238E27FC236}">
                <a16:creationId xmlns:a16="http://schemas.microsoft.com/office/drawing/2014/main" id="{E30DFE3E-BA9E-4DBF-2D35-167C2F9EF366}"/>
              </a:ext>
            </a:extLst>
          </p:cNvPr>
          <p:cNvSpPr txBox="1">
            <a:spLocks noChangeArrowheads="1"/>
          </p:cNvSpPr>
          <p:nvPr/>
        </p:nvSpPr>
        <p:spPr bwMode="auto">
          <a:xfrm>
            <a:off x="2112727" y="3974002"/>
            <a:ext cx="2361441" cy="646331"/>
          </a:xfrm>
          <a:prstGeom prst="rect">
            <a:avLst/>
          </a:prstGeom>
          <a:noFill/>
          <a:ln w="9525">
            <a:noFill/>
            <a:miter lim="800000"/>
            <a:headEnd/>
            <a:tailEnd/>
          </a:ln>
        </p:spPr>
        <p:txBody>
          <a:bodyPr wrap="square">
            <a:prstTxWarp prst="textNoShape">
              <a:avLst/>
            </a:prstTxWarp>
            <a:spAutoFit/>
          </a:bodyPr>
          <a:lstStyle/>
          <a:p>
            <a:r>
              <a:rPr lang="en-US" sz="3600" b="1" dirty="0">
                <a:solidFill>
                  <a:srgbClr val="C00000"/>
                </a:solidFill>
              </a:rPr>
              <a:t>Best tree</a:t>
            </a:r>
          </a:p>
        </p:txBody>
      </p:sp>
      <p:sp>
        <p:nvSpPr>
          <p:cNvPr id="29" name="Rectangle 28">
            <a:extLst>
              <a:ext uri="{FF2B5EF4-FFF2-40B4-BE49-F238E27FC236}">
                <a16:creationId xmlns:a16="http://schemas.microsoft.com/office/drawing/2014/main" id="{177C3255-530C-510F-C489-B7DA3F27514A}"/>
              </a:ext>
            </a:extLst>
          </p:cNvPr>
          <p:cNvSpPr/>
          <p:nvPr/>
        </p:nvSpPr>
        <p:spPr>
          <a:xfrm>
            <a:off x="1207008" y="1984661"/>
            <a:ext cx="17519904" cy="7928315"/>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2906DB7C-5407-1846-8A76-B265183D0BC9}"/>
              </a:ext>
            </a:extLst>
          </p:cNvPr>
          <p:cNvCxnSpPr/>
          <p:nvPr/>
        </p:nvCxnSpPr>
        <p:spPr>
          <a:xfrm>
            <a:off x="12314730" y="3502066"/>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BB50480A-4D8D-4077-71AD-2599D3E3FA27}"/>
              </a:ext>
            </a:extLst>
          </p:cNvPr>
          <p:cNvCxnSpPr>
            <a:cxnSpLocks/>
          </p:cNvCxnSpPr>
          <p:nvPr/>
        </p:nvCxnSpPr>
        <p:spPr>
          <a:xfrm flipH="1">
            <a:off x="12543755" y="3498932"/>
            <a:ext cx="540088" cy="129901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AEA16BB-67DB-9980-E7E8-9DB9ACEE8A5C}"/>
              </a:ext>
            </a:extLst>
          </p:cNvPr>
          <p:cNvCxnSpPr>
            <a:cxnSpLocks/>
          </p:cNvCxnSpPr>
          <p:nvPr/>
        </p:nvCxnSpPr>
        <p:spPr>
          <a:xfrm flipH="1">
            <a:off x="10898617" y="4789349"/>
            <a:ext cx="1649567" cy="541715"/>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B600711-F85E-75BC-FF77-054F4F85E285}"/>
              </a:ext>
            </a:extLst>
          </p:cNvPr>
          <p:cNvCxnSpPr>
            <a:cxnSpLocks/>
          </p:cNvCxnSpPr>
          <p:nvPr/>
        </p:nvCxnSpPr>
        <p:spPr>
          <a:xfrm>
            <a:off x="10915729" y="5296498"/>
            <a:ext cx="1007241" cy="1400127"/>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97C6FD0-A6A2-1EE4-BF6A-7BABE6CD2869}"/>
              </a:ext>
            </a:extLst>
          </p:cNvPr>
          <p:cNvCxnSpPr>
            <a:cxnSpLocks/>
          </p:cNvCxnSpPr>
          <p:nvPr/>
        </p:nvCxnSpPr>
        <p:spPr>
          <a:xfrm>
            <a:off x="11883623" y="6674668"/>
            <a:ext cx="1401014" cy="93536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AF9CEB71-111C-E099-31FF-092DB1D8555E}"/>
              </a:ext>
            </a:extLst>
          </p:cNvPr>
          <p:cNvCxnSpPr>
            <a:cxnSpLocks/>
          </p:cNvCxnSpPr>
          <p:nvPr/>
        </p:nvCxnSpPr>
        <p:spPr>
          <a:xfrm>
            <a:off x="13284637" y="7610029"/>
            <a:ext cx="1165360" cy="44812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Oval 6">
            <a:extLst>
              <a:ext uri="{FF2B5EF4-FFF2-40B4-BE49-F238E27FC236}">
                <a16:creationId xmlns:a16="http://schemas.microsoft.com/office/drawing/2014/main" id="{FE454D41-8091-331E-B648-C205EFA28CC7}"/>
              </a:ext>
            </a:extLst>
          </p:cNvPr>
          <p:cNvSpPr>
            <a:spLocks noChangeArrowheads="1"/>
          </p:cNvSpPr>
          <p:nvPr/>
        </p:nvSpPr>
        <p:spPr bwMode="auto">
          <a:xfrm rot="2740681">
            <a:off x="14632293" y="7547057"/>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cxnSp>
        <p:nvCxnSpPr>
          <p:cNvPr id="11" name="Straight Connector 10">
            <a:extLst>
              <a:ext uri="{FF2B5EF4-FFF2-40B4-BE49-F238E27FC236}">
                <a16:creationId xmlns:a16="http://schemas.microsoft.com/office/drawing/2014/main" id="{0293FE5C-CDCA-97FE-7F22-12779590F4A6}"/>
              </a:ext>
            </a:extLst>
          </p:cNvPr>
          <p:cNvCxnSpPr>
            <a:cxnSpLocks/>
          </p:cNvCxnSpPr>
          <p:nvPr/>
        </p:nvCxnSpPr>
        <p:spPr>
          <a:xfrm flipV="1">
            <a:off x="14410223" y="7774803"/>
            <a:ext cx="290089" cy="280814"/>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F5A475A-1F59-D3BA-EF95-29083FE988F6}"/>
              </a:ext>
            </a:extLst>
          </p:cNvPr>
          <p:cNvCxnSpPr/>
          <p:nvPr/>
        </p:nvCxnSpPr>
        <p:spPr>
          <a:xfrm>
            <a:off x="5549249" y="6307530"/>
            <a:ext cx="769113"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Oval 6">
            <a:extLst>
              <a:ext uri="{FF2B5EF4-FFF2-40B4-BE49-F238E27FC236}">
                <a16:creationId xmlns:a16="http://schemas.microsoft.com/office/drawing/2014/main" id="{65BBA4BB-41FE-8A60-D3D8-E2A5EB719D82}"/>
              </a:ext>
            </a:extLst>
          </p:cNvPr>
          <p:cNvSpPr>
            <a:spLocks noChangeArrowheads="1"/>
          </p:cNvSpPr>
          <p:nvPr/>
        </p:nvSpPr>
        <p:spPr bwMode="auto">
          <a:xfrm rot="2740681">
            <a:off x="5340836" y="6168600"/>
            <a:ext cx="256511" cy="247871"/>
          </a:xfrm>
          <a:prstGeom prst="ellipse">
            <a:avLst/>
          </a:prstGeom>
          <a:solidFill>
            <a:srgbClr val="79003C"/>
          </a:solidFill>
          <a:ln w="9525">
            <a:noFill/>
            <a:round/>
            <a:headEnd/>
            <a:tailEnd/>
          </a:ln>
        </p:spPr>
        <p:txBody>
          <a:bodyPr wrap="none" anchor="ctr">
            <a:prstTxWarp prst="textNoShape">
              <a:avLst/>
            </a:prstTxWarp>
          </a:bodyPr>
          <a:lstStyle/>
          <a:p>
            <a:endParaRPr lang="en-US"/>
          </a:p>
        </p:txBody>
      </p:sp>
      <p:cxnSp>
        <p:nvCxnSpPr>
          <p:cNvPr id="26" name="Straight Connector 25">
            <a:extLst>
              <a:ext uri="{FF2B5EF4-FFF2-40B4-BE49-F238E27FC236}">
                <a16:creationId xmlns:a16="http://schemas.microsoft.com/office/drawing/2014/main" id="{DC58F2ED-2C4A-A881-F3DA-54CAA995F10F}"/>
              </a:ext>
            </a:extLst>
          </p:cNvPr>
          <p:cNvCxnSpPr>
            <a:cxnSpLocks/>
          </p:cNvCxnSpPr>
          <p:nvPr/>
        </p:nvCxnSpPr>
        <p:spPr>
          <a:xfrm flipV="1">
            <a:off x="6303614" y="5729748"/>
            <a:ext cx="451148" cy="59253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DA1B83F-8982-9AF4-D2BC-E850E25946E1}"/>
              </a:ext>
            </a:extLst>
          </p:cNvPr>
          <p:cNvCxnSpPr>
            <a:cxnSpLocks/>
          </p:cNvCxnSpPr>
          <p:nvPr/>
        </p:nvCxnSpPr>
        <p:spPr>
          <a:xfrm>
            <a:off x="6734252" y="5741078"/>
            <a:ext cx="625091" cy="34455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D7B2BDB-2A58-EA8F-0AD5-A8EC8E3E6A05}"/>
              </a:ext>
            </a:extLst>
          </p:cNvPr>
          <p:cNvCxnSpPr>
            <a:cxnSpLocks/>
          </p:cNvCxnSpPr>
          <p:nvPr/>
        </p:nvCxnSpPr>
        <p:spPr>
          <a:xfrm flipV="1">
            <a:off x="7368858" y="4789349"/>
            <a:ext cx="1365855" cy="131252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0A09648-C45B-57FA-FC95-86D228971FD1}"/>
              </a:ext>
            </a:extLst>
          </p:cNvPr>
          <p:cNvCxnSpPr>
            <a:cxnSpLocks/>
          </p:cNvCxnSpPr>
          <p:nvPr/>
        </p:nvCxnSpPr>
        <p:spPr>
          <a:xfrm>
            <a:off x="8710193" y="4811461"/>
            <a:ext cx="1256767" cy="73377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E7E6317-608C-2B41-84E6-CB11B20217BD}"/>
              </a:ext>
            </a:extLst>
          </p:cNvPr>
          <p:cNvCxnSpPr>
            <a:cxnSpLocks/>
            <a:stCxn id="13" idx="5"/>
          </p:cNvCxnSpPr>
          <p:nvPr/>
        </p:nvCxnSpPr>
        <p:spPr>
          <a:xfrm flipV="1">
            <a:off x="5347372" y="6388379"/>
            <a:ext cx="175016" cy="43425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1F78021-BAD6-2CCF-BF85-016ED5157206}"/>
              </a:ext>
            </a:extLst>
          </p:cNvPr>
          <p:cNvCxnSpPr>
            <a:cxnSpLocks/>
          </p:cNvCxnSpPr>
          <p:nvPr/>
        </p:nvCxnSpPr>
        <p:spPr>
          <a:xfrm flipV="1">
            <a:off x="4819648" y="6770869"/>
            <a:ext cx="558674" cy="239164"/>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E71BCE5-65C9-CD38-914E-CC61E581FC58}"/>
              </a:ext>
            </a:extLst>
          </p:cNvPr>
          <p:cNvCxnSpPr>
            <a:cxnSpLocks/>
          </p:cNvCxnSpPr>
          <p:nvPr/>
        </p:nvCxnSpPr>
        <p:spPr>
          <a:xfrm flipH="1" flipV="1">
            <a:off x="4819648" y="6987144"/>
            <a:ext cx="211222" cy="1054389"/>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5FF62FE-5FF9-E9F4-3F2E-C968407B2234}"/>
              </a:ext>
            </a:extLst>
          </p:cNvPr>
          <p:cNvCxnSpPr>
            <a:cxnSpLocks/>
          </p:cNvCxnSpPr>
          <p:nvPr/>
        </p:nvCxnSpPr>
        <p:spPr>
          <a:xfrm flipH="1" flipV="1">
            <a:off x="4996026" y="7993246"/>
            <a:ext cx="1468218" cy="32520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521FA99-19F3-AC76-E4FB-8EFEED9C89ED}"/>
              </a:ext>
            </a:extLst>
          </p:cNvPr>
          <p:cNvCxnSpPr>
            <a:cxnSpLocks/>
          </p:cNvCxnSpPr>
          <p:nvPr/>
        </p:nvCxnSpPr>
        <p:spPr>
          <a:xfrm flipV="1">
            <a:off x="5933805" y="8302210"/>
            <a:ext cx="554288" cy="897786"/>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 Box 15">
            <a:extLst>
              <a:ext uri="{FF2B5EF4-FFF2-40B4-BE49-F238E27FC236}">
                <a16:creationId xmlns:a16="http://schemas.microsoft.com/office/drawing/2014/main" id="{6E120F23-DA5F-08EE-CC3F-CE39A66327D3}"/>
              </a:ext>
            </a:extLst>
          </p:cNvPr>
          <p:cNvSpPr txBox="1">
            <a:spLocks noChangeArrowheads="1"/>
          </p:cNvSpPr>
          <p:nvPr/>
        </p:nvSpPr>
        <p:spPr bwMode="auto">
          <a:xfrm>
            <a:off x="7528580" y="7766136"/>
            <a:ext cx="5889613" cy="1754326"/>
          </a:xfrm>
          <a:prstGeom prst="rect">
            <a:avLst/>
          </a:prstGeom>
          <a:noFill/>
          <a:ln w="9525">
            <a:noFill/>
            <a:miter lim="800000"/>
            <a:headEnd/>
            <a:tailEnd/>
          </a:ln>
        </p:spPr>
        <p:txBody>
          <a:bodyPr wrap="square">
            <a:prstTxWarp prst="textNoShape">
              <a:avLst/>
            </a:prstTxWarp>
            <a:spAutoFit/>
          </a:bodyPr>
          <a:lstStyle/>
          <a:p>
            <a:r>
              <a:rPr lang="en-US" sz="3600" dirty="0"/>
              <a:t>Replicates! Each with a different random starting tree</a:t>
            </a:r>
          </a:p>
        </p:txBody>
      </p:sp>
    </p:spTree>
    <p:extLst>
      <p:ext uri="{BB962C8B-B14F-4D97-AF65-F5344CB8AC3E}">
        <p14:creationId xmlns:p14="http://schemas.microsoft.com/office/powerpoint/2010/main" val="3343332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7286A-D527-9907-F165-6C32E3F03B9B}"/>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369319C-2CD3-B4B9-2084-2F2E42613C1D}"/>
              </a:ext>
            </a:extLst>
          </p:cNvPr>
          <p:cNvSpPr/>
          <p:nvPr/>
        </p:nvSpPr>
        <p:spPr>
          <a:xfrm>
            <a:off x="3771900" y="2217221"/>
            <a:ext cx="13641456"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90FC2A2B-062B-E7A6-6903-07111D375B5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1BC7BC8B-03AE-A017-B1F1-A8082BD21825}"/>
              </a:ext>
            </a:extLst>
          </p:cNvPr>
          <p:cNvSpPr>
            <a:spLocks noGrp="1"/>
          </p:cNvSpPr>
          <p:nvPr>
            <p:ph type="sldNum" sz="quarter" idx="22"/>
          </p:nvPr>
        </p:nvSpPr>
        <p:spPr/>
        <p:txBody>
          <a:bodyPr/>
          <a:lstStyle/>
          <a:p>
            <a:fld id="{991AB9B0-3E43-D847-B073-60FE8FAFFDB7}" type="slidenum">
              <a:rPr lang="en-US" smtClean="0"/>
              <a:pPr/>
              <a:t>63</a:t>
            </a:fld>
            <a:endParaRPr lang="en-US"/>
          </a:p>
        </p:txBody>
      </p:sp>
      <p:sp>
        <p:nvSpPr>
          <p:cNvPr id="6" name="Title 1">
            <a:extLst>
              <a:ext uri="{FF2B5EF4-FFF2-40B4-BE49-F238E27FC236}">
                <a16:creationId xmlns:a16="http://schemas.microsoft.com/office/drawing/2014/main" id="{B0E1906D-32E3-9C6E-0DF0-C6815F1FCB3D}"/>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Finding the best tree</a:t>
            </a:r>
          </a:p>
        </p:txBody>
      </p:sp>
      <p:sp>
        <p:nvSpPr>
          <p:cNvPr id="5" name="Text Box 5">
            <a:extLst>
              <a:ext uri="{FF2B5EF4-FFF2-40B4-BE49-F238E27FC236}">
                <a16:creationId xmlns:a16="http://schemas.microsoft.com/office/drawing/2014/main" id="{DDD041BF-FC7B-8AEB-8E2A-C77AA9A1798E}"/>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Parsimony</a:t>
            </a:r>
          </a:p>
        </p:txBody>
      </p:sp>
      <p:sp>
        <p:nvSpPr>
          <p:cNvPr id="10" name="Oval 9">
            <a:extLst>
              <a:ext uri="{FF2B5EF4-FFF2-40B4-BE49-F238E27FC236}">
                <a16:creationId xmlns:a16="http://schemas.microsoft.com/office/drawing/2014/main" id="{7BE0F534-F094-681E-F470-3E91125685F5}"/>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1</a:t>
            </a:r>
            <a:endParaRPr lang="en-US" b="1" strike="sngStrike" dirty="0">
              <a:solidFill>
                <a:schemeClr val="tx1"/>
              </a:solidFill>
            </a:endParaRPr>
          </a:p>
        </p:txBody>
      </p:sp>
      <p:sp>
        <p:nvSpPr>
          <p:cNvPr id="16" name="Rounded Rectangle 15">
            <a:extLst>
              <a:ext uri="{FF2B5EF4-FFF2-40B4-BE49-F238E27FC236}">
                <a16:creationId xmlns:a16="http://schemas.microsoft.com/office/drawing/2014/main" id="{D891DF89-4BAC-8795-46E0-2341820C1BBC}"/>
              </a:ext>
            </a:extLst>
          </p:cNvPr>
          <p:cNvSpPr/>
          <p:nvPr/>
        </p:nvSpPr>
        <p:spPr>
          <a:xfrm>
            <a:off x="3771899" y="4296905"/>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87A8ACE-6595-0CD3-42FD-4E58F5A7197C}"/>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07302E53-9A40-1A0B-69A0-DC702FB91065}"/>
              </a:ext>
            </a:extLst>
          </p:cNvPr>
          <p:cNvSpPr/>
          <p:nvPr/>
        </p:nvSpPr>
        <p:spPr>
          <a:xfrm>
            <a:off x="3771900" y="6376589"/>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997EC29-A4C7-4AD0-7FB5-B57C2E4BF8AA}"/>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F717CDF9-D1AD-527E-787A-D1BB5AE54C8B}"/>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549593E6-0AAE-6FE6-33AB-C2A4F1E78941}"/>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 </a:t>
            </a:r>
            <a:r>
              <a:rPr lang="en-US" sz="4400" dirty="0"/>
              <a:t>– branch swapping</a:t>
            </a:r>
          </a:p>
        </p:txBody>
      </p:sp>
      <p:sp>
        <p:nvSpPr>
          <p:cNvPr id="4" name="Text Box 5">
            <a:extLst>
              <a:ext uri="{FF2B5EF4-FFF2-40B4-BE49-F238E27FC236}">
                <a16:creationId xmlns:a16="http://schemas.microsoft.com/office/drawing/2014/main" id="{D1C0130D-A985-6714-0CC5-76BA16284C2E}"/>
              </a:ext>
            </a:extLst>
          </p:cNvPr>
          <p:cNvSpPr txBox="1">
            <a:spLocks noChangeArrowheads="1"/>
          </p:cNvSpPr>
          <p:nvPr/>
        </p:nvSpPr>
        <p:spPr bwMode="auto">
          <a:xfrm>
            <a:off x="3771899" y="8089538"/>
            <a:ext cx="16309541" cy="1446550"/>
          </a:xfrm>
          <a:prstGeom prst="rect">
            <a:avLst/>
          </a:prstGeom>
          <a:noFill/>
          <a:ln w="9525">
            <a:noFill/>
            <a:miter lim="800000"/>
            <a:headEnd/>
            <a:tailEnd/>
          </a:ln>
        </p:spPr>
        <p:txBody>
          <a:bodyPr wrap="square">
            <a:prstTxWarp prst="textNoShape">
              <a:avLst/>
            </a:prstTxWarp>
            <a:spAutoFit/>
          </a:bodyPr>
          <a:lstStyle/>
          <a:p>
            <a:pPr marL="571500" indent="-571500">
              <a:buFontTx/>
              <a:buChar char="-"/>
            </a:pPr>
            <a:r>
              <a:rPr lang="en-US" sz="4400" dirty="0"/>
              <a:t>Never examine the majority of trees!</a:t>
            </a:r>
          </a:p>
          <a:p>
            <a:pPr marL="571500" indent="-571500">
              <a:buFontTx/>
              <a:buChar char="-"/>
            </a:pPr>
            <a:r>
              <a:rPr lang="en-US" sz="4400" dirty="0"/>
              <a:t>How many branch swapping replicates to avoid local optima?</a:t>
            </a:r>
          </a:p>
        </p:txBody>
      </p:sp>
    </p:spTree>
    <p:extLst>
      <p:ext uri="{BB962C8B-B14F-4D97-AF65-F5344CB8AC3E}">
        <p14:creationId xmlns:p14="http://schemas.microsoft.com/office/powerpoint/2010/main" val="24972249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0B8AA-C687-9C22-BEEC-1AA1B19EAD3E}"/>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84D508E-71C4-A0BF-A7EB-3FEFD820EBFD}"/>
              </a:ext>
            </a:extLst>
          </p:cNvPr>
          <p:cNvSpPr/>
          <p:nvPr/>
        </p:nvSpPr>
        <p:spPr>
          <a:xfrm>
            <a:off x="3771900" y="2217221"/>
            <a:ext cx="13641456"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A318E815-528C-DA89-4D9C-52A0BF141933}"/>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50217664-D849-5A76-D435-18814A758CA1}"/>
              </a:ext>
            </a:extLst>
          </p:cNvPr>
          <p:cNvSpPr>
            <a:spLocks noGrp="1"/>
          </p:cNvSpPr>
          <p:nvPr>
            <p:ph type="sldNum" sz="quarter" idx="22"/>
          </p:nvPr>
        </p:nvSpPr>
        <p:spPr/>
        <p:txBody>
          <a:bodyPr/>
          <a:lstStyle/>
          <a:p>
            <a:fld id="{991AB9B0-3E43-D847-B073-60FE8FAFFDB7}" type="slidenum">
              <a:rPr lang="en-US" smtClean="0"/>
              <a:pPr/>
              <a:t>64</a:t>
            </a:fld>
            <a:endParaRPr lang="en-US"/>
          </a:p>
        </p:txBody>
      </p:sp>
      <p:sp>
        <p:nvSpPr>
          <p:cNvPr id="6" name="Title 1">
            <a:extLst>
              <a:ext uri="{FF2B5EF4-FFF2-40B4-BE49-F238E27FC236}">
                <a16:creationId xmlns:a16="http://schemas.microsoft.com/office/drawing/2014/main" id="{ADAE020A-B156-9B46-C5F3-56F893BE8AD9}"/>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Finding the best tree</a:t>
            </a:r>
          </a:p>
        </p:txBody>
      </p:sp>
      <p:sp>
        <p:nvSpPr>
          <p:cNvPr id="5" name="Text Box 5">
            <a:extLst>
              <a:ext uri="{FF2B5EF4-FFF2-40B4-BE49-F238E27FC236}">
                <a16:creationId xmlns:a16="http://schemas.microsoft.com/office/drawing/2014/main" id="{70D578F5-2E0B-7FAA-4627-83938A363B01}"/>
              </a:ext>
            </a:extLst>
          </p:cNvPr>
          <p:cNvSpPr txBox="1">
            <a:spLocks noChangeArrowheads="1"/>
          </p:cNvSpPr>
          <p:nvPr/>
        </p:nvSpPr>
        <p:spPr bwMode="auto">
          <a:xfrm>
            <a:off x="4284578" y="2535125"/>
            <a:ext cx="9753600"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Parsimony</a:t>
            </a:r>
          </a:p>
        </p:txBody>
      </p:sp>
      <p:sp>
        <p:nvSpPr>
          <p:cNvPr id="10" name="Oval 9">
            <a:extLst>
              <a:ext uri="{FF2B5EF4-FFF2-40B4-BE49-F238E27FC236}">
                <a16:creationId xmlns:a16="http://schemas.microsoft.com/office/drawing/2014/main" id="{F300F205-4B6E-F7FC-0EBB-CC3BE36611D6}"/>
              </a:ext>
            </a:extLst>
          </p:cNvPr>
          <p:cNvSpPr/>
          <p:nvPr/>
        </p:nvSpPr>
        <p:spPr>
          <a:xfrm>
            <a:off x="1485873" y="2366649"/>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1</a:t>
            </a:r>
            <a:endParaRPr lang="en-US" b="1" strike="sngStrike" dirty="0">
              <a:solidFill>
                <a:schemeClr val="tx1"/>
              </a:solidFill>
            </a:endParaRPr>
          </a:p>
        </p:txBody>
      </p:sp>
      <p:sp>
        <p:nvSpPr>
          <p:cNvPr id="16" name="Rounded Rectangle 15">
            <a:extLst>
              <a:ext uri="{FF2B5EF4-FFF2-40B4-BE49-F238E27FC236}">
                <a16:creationId xmlns:a16="http://schemas.microsoft.com/office/drawing/2014/main" id="{B4B88D7B-189E-80EA-8434-F3DAA343F37D}"/>
              </a:ext>
            </a:extLst>
          </p:cNvPr>
          <p:cNvSpPr/>
          <p:nvPr/>
        </p:nvSpPr>
        <p:spPr>
          <a:xfrm>
            <a:off x="3771899" y="4296905"/>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9C114CB-3016-0C13-64D9-4C1966AD4C48}"/>
              </a:ext>
            </a:extLst>
          </p:cNvPr>
          <p:cNvSpPr/>
          <p:nvPr/>
        </p:nvSpPr>
        <p:spPr>
          <a:xfrm>
            <a:off x="1485873" y="4446333"/>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trike="sngStrike" dirty="0">
                <a:solidFill>
                  <a:schemeClr val="tx1"/>
                </a:solidFill>
              </a:rPr>
              <a:t>2</a:t>
            </a:r>
            <a:endParaRPr lang="en-US" b="1" strike="sngStrike" dirty="0">
              <a:solidFill>
                <a:schemeClr val="tx1"/>
              </a:solidFill>
            </a:endParaRPr>
          </a:p>
        </p:txBody>
      </p:sp>
      <p:sp>
        <p:nvSpPr>
          <p:cNvPr id="19" name="Rounded Rectangle 18">
            <a:extLst>
              <a:ext uri="{FF2B5EF4-FFF2-40B4-BE49-F238E27FC236}">
                <a16:creationId xmlns:a16="http://schemas.microsoft.com/office/drawing/2014/main" id="{1293D91F-4963-442B-874C-9CBCCE2E0603}"/>
              </a:ext>
            </a:extLst>
          </p:cNvPr>
          <p:cNvSpPr/>
          <p:nvPr/>
        </p:nvSpPr>
        <p:spPr>
          <a:xfrm>
            <a:off x="3771900" y="6376589"/>
            <a:ext cx="13641457" cy="1405251"/>
          </a:xfrm>
          <a:prstGeom prst="roundRect">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47F45B9-8726-4942-1CE2-654F271967B5}"/>
              </a:ext>
            </a:extLst>
          </p:cNvPr>
          <p:cNvSpPr/>
          <p:nvPr/>
        </p:nvSpPr>
        <p:spPr>
          <a:xfrm>
            <a:off x="1485873" y="6526017"/>
            <a:ext cx="1333500" cy="1106396"/>
          </a:xfrm>
          <a:prstGeom prst="ellipse">
            <a:avLst/>
          </a:prstGeom>
          <a:solidFill>
            <a:schemeClr val="accent5">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rPr>
              <a:t>3</a:t>
            </a:r>
            <a:endParaRPr lang="en-US" b="1" dirty="0">
              <a:solidFill>
                <a:schemeClr val="tx1"/>
              </a:solidFill>
            </a:endParaRPr>
          </a:p>
        </p:txBody>
      </p:sp>
      <p:sp>
        <p:nvSpPr>
          <p:cNvPr id="25" name="Text Box 5">
            <a:extLst>
              <a:ext uri="{FF2B5EF4-FFF2-40B4-BE49-F238E27FC236}">
                <a16:creationId xmlns:a16="http://schemas.microsoft.com/office/drawing/2014/main" id="{23D963CF-2C37-19CB-F287-D53A62C2422E}"/>
              </a:ext>
            </a:extLst>
          </p:cNvPr>
          <p:cNvSpPr txBox="1">
            <a:spLocks noChangeArrowheads="1"/>
          </p:cNvSpPr>
          <p:nvPr/>
        </p:nvSpPr>
        <p:spPr bwMode="auto">
          <a:xfrm>
            <a:off x="4284578" y="4629706"/>
            <a:ext cx="12555622" cy="769441"/>
          </a:xfrm>
          <a:prstGeom prst="rect">
            <a:avLst/>
          </a:prstGeom>
          <a:noFill/>
          <a:ln w="9525">
            <a:noFill/>
            <a:miter lim="800000"/>
            <a:headEnd/>
            <a:tailEnd/>
          </a:ln>
        </p:spPr>
        <p:txBody>
          <a:bodyPr wrap="square">
            <a:prstTxWarp prst="textNoShape">
              <a:avLst/>
            </a:prstTxWarp>
            <a:spAutoFit/>
          </a:bodyPr>
          <a:lstStyle/>
          <a:p>
            <a:r>
              <a:rPr lang="en-US" sz="4400" b="1" strike="sngStrike" dirty="0"/>
              <a:t>Distance Methods (e.g. </a:t>
            </a:r>
            <a:r>
              <a:rPr lang="en-US" sz="4400" b="1" strike="sngStrike" dirty="0" err="1"/>
              <a:t>Neighbour</a:t>
            </a:r>
            <a:r>
              <a:rPr lang="en-US" sz="4400" b="1" strike="sngStrike" dirty="0"/>
              <a:t>–joining)</a:t>
            </a:r>
          </a:p>
        </p:txBody>
      </p:sp>
      <p:sp>
        <p:nvSpPr>
          <p:cNvPr id="26" name="Text Box 5">
            <a:extLst>
              <a:ext uri="{FF2B5EF4-FFF2-40B4-BE49-F238E27FC236}">
                <a16:creationId xmlns:a16="http://schemas.microsoft.com/office/drawing/2014/main" id="{9A493781-370D-3606-0A6C-371D5E18B0A8}"/>
              </a:ext>
            </a:extLst>
          </p:cNvPr>
          <p:cNvSpPr txBox="1">
            <a:spLocks noChangeArrowheads="1"/>
          </p:cNvSpPr>
          <p:nvPr/>
        </p:nvSpPr>
        <p:spPr bwMode="auto">
          <a:xfrm>
            <a:off x="4264538" y="6710572"/>
            <a:ext cx="11027335" cy="769441"/>
          </a:xfrm>
          <a:prstGeom prst="rect">
            <a:avLst/>
          </a:prstGeom>
          <a:noFill/>
          <a:ln w="9525">
            <a:noFill/>
            <a:miter lim="800000"/>
            <a:headEnd/>
            <a:tailEnd/>
          </a:ln>
        </p:spPr>
        <p:txBody>
          <a:bodyPr wrap="square">
            <a:prstTxWarp prst="textNoShape">
              <a:avLst/>
            </a:prstTxWarp>
            <a:spAutoFit/>
          </a:bodyPr>
          <a:lstStyle/>
          <a:p>
            <a:r>
              <a:rPr lang="en-US" sz="4400" b="1" dirty="0"/>
              <a:t>Maximum Likelihood </a:t>
            </a:r>
            <a:r>
              <a:rPr lang="en-US" sz="4400" dirty="0"/>
              <a:t>– branch swapping</a:t>
            </a:r>
          </a:p>
        </p:txBody>
      </p:sp>
      <p:sp>
        <p:nvSpPr>
          <p:cNvPr id="4" name="Text Box 5">
            <a:extLst>
              <a:ext uri="{FF2B5EF4-FFF2-40B4-BE49-F238E27FC236}">
                <a16:creationId xmlns:a16="http://schemas.microsoft.com/office/drawing/2014/main" id="{A3255CF7-4EAF-8A35-512F-3D7D1BBB41B5}"/>
              </a:ext>
            </a:extLst>
          </p:cNvPr>
          <p:cNvSpPr txBox="1">
            <a:spLocks noChangeArrowheads="1"/>
          </p:cNvSpPr>
          <p:nvPr/>
        </p:nvSpPr>
        <p:spPr bwMode="auto">
          <a:xfrm>
            <a:off x="3771899" y="8089538"/>
            <a:ext cx="16309541" cy="2123658"/>
          </a:xfrm>
          <a:prstGeom prst="rect">
            <a:avLst/>
          </a:prstGeom>
          <a:noFill/>
          <a:ln w="9525">
            <a:noFill/>
            <a:miter lim="800000"/>
            <a:headEnd/>
            <a:tailEnd/>
          </a:ln>
        </p:spPr>
        <p:txBody>
          <a:bodyPr wrap="square">
            <a:prstTxWarp prst="textNoShape">
              <a:avLst/>
            </a:prstTxWarp>
            <a:spAutoFit/>
          </a:bodyPr>
          <a:lstStyle/>
          <a:p>
            <a:pPr marL="571500" indent="-571500">
              <a:buFontTx/>
              <a:buChar char="-"/>
            </a:pPr>
            <a:r>
              <a:rPr lang="en-US" sz="4400" dirty="0"/>
              <a:t>Never examine the majority of trees!</a:t>
            </a:r>
          </a:p>
          <a:p>
            <a:pPr marL="571500" indent="-571500">
              <a:buFontTx/>
              <a:buChar char="-"/>
            </a:pPr>
            <a:r>
              <a:rPr lang="en-US" sz="4400" dirty="0"/>
              <a:t>How many branch swapping replicates to avoid local optima?</a:t>
            </a:r>
          </a:p>
          <a:p>
            <a:pPr marL="571500" indent="-571500">
              <a:buFontTx/>
              <a:buChar char="-"/>
            </a:pPr>
            <a:r>
              <a:rPr lang="en-US" sz="4400" dirty="0"/>
              <a:t>What about confidence? </a:t>
            </a:r>
            <a:r>
              <a:rPr lang="en-US" sz="4400" b="1" dirty="0"/>
              <a:t>Bootstrap!</a:t>
            </a:r>
          </a:p>
        </p:txBody>
      </p:sp>
    </p:spTree>
    <p:extLst>
      <p:ext uri="{BB962C8B-B14F-4D97-AF65-F5344CB8AC3E}">
        <p14:creationId xmlns:p14="http://schemas.microsoft.com/office/powerpoint/2010/main" val="2181366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272E-11D8-36CE-E6C8-7EEE940503CB}"/>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98624C56-FE36-3A4A-E374-1FAEC8FEB521}"/>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F02D7D4F-9601-1E38-AD47-FC38F33213E4}"/>
              </a:ext>
            </a:extLst>
          </p:cNvPr>
          <p:cNvSpPr>
            <a:spLocks noGrp="1"/>
          </p:cNvSpPr>
          <p:nvPr>
            <p:ph type="sldNum" sz="quarter" idx="22"/>
          </p:nvPr>
        </p:nvSpPr>
        <p:spPr/>
        <p:txBody>
          <a:bodyPr/>
          <a:lstStyle/>
          <a:p>
            <a:fld id="{991AB9B0-3E43-D847-B073-60FE8FAFFDB7}" type="slidenum">
              <a:rPr lang="en-US" smtClean="0"/>
              <a:pPr/>
              <a:t>65</a:t>
            </a:fld>
            <a:endParaRPr lang="en-US"/>
          </a:p>
        </p:txBody>
      </p:sp>
      <p:sp>
        <p:nvSpPr>
          <p:cNvPr id="6" name="Title 1">
            <a:extLst>
              <a:ext uri="{FF2B5EF4-FFF2-40B4-BE49-F238E27FC236}">
                <a16:creationId xmlns:a16="http://schemas.microsoft.com/office/drawing/2014/main" id="{EEF01E2F-7D06-9B8E-2121-5AB5530A9CF7}"/>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Maximum Likelihood &amp; Bootstrapping</a:t>
            </a:r>
          </a:p>
        </p:txBody>
      </p:sp>
      <p:pic>
        <p:nvPicPr>
          <p:cNvPr id="2" name="Picture 56">
            <a:extLst>
              <a:ext uri="{FF2B5EF4-FFF2-40B4-BE49-F238E27FC236}">
                <a16:creationId xmlns:a16="http://schemas.microsoft.com/office/drawing/2014/main" id="{9A754450-0B05-1953-1178-2C8903B8330E}"/>
              </a:ext>
            </a:extLst>
          </p:cNvPr>
          <p:cNvPicPr>
            <a:picLocks noChangeAspect="1" noChangeArrowheads="1"/>
          </p:cNvPicPr>
          <p:nvPr/>
        </p:nvPicPr>
        <p:blipFill>
          <a:blip r:embed="rId3"/>
          <a:srcRect/>
          <a:stretch>
            <a:fillRect/>
          </a:stretch>
        </p:blipFill>
        <p:spPr bwMode="auto">
          <a:xfrm>
            <a:off x="872065" y="2286000"/>
            <a:ext cx="6785319" cy="4792133"/>
          </a:xfrm>
          <a:prstGeom prst="rect">
            <a:avLst/>
          </a:prstGeom>
          <a:noFill/>
          <a:ln w="9525">
            <a:noFill/>
            <a:miter lim="800000"/>
            <a:headEnd/>
            <a:tailEnd/>
          </a:ln>
        </p:spPr>
      </p:pic>
      <p:sp>
        <p:nvSpPr>
          <p:cNvPr id="3" name="Text Box 15">
            <a:extLst>
              <a:ext uri="{FF2B5EF4-FFF2-40B4-BE49-F238E27FC236}">
                <a16:creationId xmlns:a16="http://schemas.microsoft.com/office/drawing/2014/main" id="{65317724-30EC-4885-FB29-B562BF1BDE79}"/>
              </a:ext>
            </a:extLst>
          </p:cNvPr>
          <p:cNvSpPr txBox="1">
            <a:spLocks noChangeArrowheads="1"/>
          </p:cNvSpPr>
          <p:nvPr/>
        </p:nvSpPr>
        <p:spPr bwMode="auto">
          <a:xfrm>
            <a:off x="2920904" y="9143999"/>
            <a:ext cx="5889613" cy="646331"/>
          </a:xfrm>
          <a:prstGeom prst="rect">
            <a:avLst/>
          </a:prstGeom>
          <a:noFill/>
          <a:ln w="9525">
            <a:noFill/>
            <a:miter lim="800000"/>
            <a:headEnd/>
            <a:tailEnd/>
          </a:ln>
        </p:spPr>
        <p:txBody>
          <a:bodyPr wrap="square">
            <a:prstTxWarp prst="textNoShape">
              <a:avLst/>
            </a:prstTxWarp>
            <a:spAutoFit/>
          </a:bodyPr>
          <a:lstStyle/>
          <a:p>
            <a:r>
              <a:rPr lang="en-US" sz="3600" b="1" dirty="0"/>
              <a:t>Best Tree</a:t>
            </a:r>
          </a:p>
        </p:txBody>
      </p:sp>
      <p:sp>
        <p:nvSpPr>
          <p:cNvPr id="9" name="Line 14">
            <a:extLst>
              <a:ext uri="{FF2B5EF4-FFF2-40B4-BE49-F238E27FC236}">
                <a16:creationId xmlns:a16="http://schemas.microsoft.com/office/drawing/2014/main" id="{67C5D6C9-7EA6-0B9B-5B7D-D9F37FFBECFF}"/>
              </a:ext>
            </a:extLst>
          </p:cNvPr>
          <p:cNvSpPr>
            <a:spLocks noChangeShapeType="1"/>
          </p:cNvSpPr>
          <p:nvPr/>
        </p:nvSpPr>
        <p:spPr bwMode="auto">
          <a:xfrm>
            <a:off x="3928533" y="7392238"/>
            <a:ext cx="8372" cy="1437656"/>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12" name="Text Box 15">
            <a:extLst>
              <a:ext uri="{FF2B5EF4-FFF2-40B4-BE49-F238E27FC236}">
                <a16:creationId xmlns:a16="http://schemas.microsoft.com/office/drawing/2014/main" id="{2570CFE7-9992-57ED-5FED-38514BAA8CED}"/>
              </a:ext>
            </a:extLst>
          </p:cNvPr>
          <p:cNvSpPr txBox="1">
            <a:spLocks noChangeArrowheads="1"/>
          </p:cNvSpPr>
          <p:nvPr/>
        </p:nvSpPr>
        <p:spPr bwMode="auto">
          <a:xfrm>
            <a:off x="4470657" y="7626177"/>
            <a:ext cx="4097940" cy="1200329"/>
          </a:xfrm>
          <a:prstGeom prst="rect">
            <a:avLst/>
          </a:prstGeom>
          <a:noFill/>
          <a:ln w="9525">
            <a:noFill/>
            <a:miter lim="800000"/>
            <a:headEnd/>
            <a:tailEnd/>
          </a:ln>
        </p:spPr>
        <p:txBody>
          <a:bodyPr wrap="square">
            <a:prstTxWarp prst="textNoShape">
              <a:avLst/>
            </a:prstTxWarp>
            <a:spAutoFit/>
          </a:bodyPr>
          <a:lstStyle/>
          <a:p>
            <a:r>
              <a:rPr lang="en-US" sz="3600" dirty="0"/>
              <a:t>Branch swapping, with replication</a:t>
            </a:r>
          </a:p>
        </p:txBody>
      </p:sp>
      <p:sp>
        <p:nvSpPr>
          <p:cNvPr id="13" name="Line 14">
            <a:extLst>
              <a:ext uri="{FF2B5EF4-FFF2-40B4-BE49-F238E27FC236}">
                <a16:creationId xmlns:a16="http://schemas.microsoft.com/office/drawing/2014/main" id="{568DB455-9A72-4D0B-4BBF-EDB63B3A68D3}"/>
              </a:ext>
            </a:extLst>
          </p:cNvPr>
          <p:cNvSpPr>
            <a:spLocks noChangeShapeType="1"/>
          </p:cNvSpPr>
          <p:nvPr/>
        </p:nvSpPr>
        <p:spPr bwMode="auto">
          <a:xfrm>
            <a:off x="8111065" y="4655083"/>
            <a:ext cx="3437468" cy="36761"/>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pic>
        <p:nvPicPr>
          <p:cNvPr id="14" name="Picture 8">
            <a:extLst>
              <a:ext uri="{FF2B5EF4-FFF2-40B4-BE49-F238E27FC236}">
                <a16:creationId xmlns:a16="http://schemas.microsoft.com/office/drawing/2014/main" id="{0377DB51-CA85-D7E2-9EA6-09952B0C7E00}"/>
              </a:ext>
            </a:extLst>
          </p:cNvPr>
          <p:cNvPicPr>
            <a:picLocks noChangeAspect="1" noChangeArrowheads="1"/>
          </p:cNvPicPr>
          <p:nvPr/>
        </p:nvPicPr>
        <p:blipFill>
          <a:blip r:embed="rId4"/>
          <a:srcRect/>
          <a:stretch>
            <a:fillRect/>
          </a:stretch>
        </p:blipFill>
        <p:spPr bwMode="auto">
          <a:xfrm>
            <a:off x="12205292" y="2169922"/>
            <a:ext cx="6484206" cy="5915415"/>
          </a:xfrm>
          <a:prstGeom prst="rect">
            <a:avLst/>
          </a:prstGeom>
          <a:noFill/>
        </p:spPr>
      </p:pic>
      <p:sp>
        <p:nvSpPr>
          <p:cNvPr id="15" name="Text Box 15">
            <a:extLst>
              <a:ext uri="{FF2B5EF4-FFF2-40B4-BE49-F238E27FC236}">
                <a16:creationId xmlns:a16="http://schemas.microsoft.com/office/drawing/2014/main" id="{1320A351-6459-0428-C5FE-3D40B57BD571}"/>
              </a:ext>
            </a:extLst>
          </p:cNvPr>
          <p:cNvSpPr txBox="1">
            <a:spLocks noChangeArrowheads="1"/>
          </p:cNvSpPr>
          <p:nvPr/>
        </p:nvSpPr>
        <p:spPr bwMode="auto">
          <a:xfrm>
            <a:off x="8012982" y="5167673"/>
            <a:ext cx="4097940" cy="1200329"/>
          </a:xfrm>
          <a:prstGeom prst="rect">
            <a:avLst/>
          </a:prstGeom>
          <a:noFill/>
          <a:ln w="9525">
            <a:noFill/>
            <a:miter lim="800000"/>
            <a:headEnd/>
            <a:tailEnd/>
          </a:ln>
        </p:spPr>
        <p:txBody>
          <a:bodyPr wrap="square">
            <a:prstTxWarp prst="textNoShape">
              <a:avLst/>
            </a:prstTxWarp>
            <a:spAutoFit/>
          </a:bodyPr>
          <a:lstStyle/>
          <a:p>
            <a:r>
              <a:rPr lang="en-US" sz="3600" dirty="0"/>
              <a:t>Resampling with replication</a:t>
            </a:r>
          </a:p>
        </p:txBody>
      </p:sp>
      <p:sp>
        <p:nvSpPr>
          <p:cNvPr id="17" name="Line 14">
            <a:extLst>
              <a:ext uri="{FF2B5EF4-FFF2-40B4-BE49-F238E27FC236}">
                <a16:creationId xmlns:a16="http://schemas.microsoft.com/office/drawing/2014/main" id="{7E8538D3-8974-17B8-A823-48EE732DBC1C}"/>
              </a:ext>
            </a:extLst>
          </p:cNvPr>
          <p:cNvSpPr>
            <a:spLocks noChangeShapeType="1"/>
          </p:cNvSpPr>
          <p:nvPr/>
        </p:nvSpPr>
        <p:spPr bwMode="auto">
          <a:xfrm>
            <a:off x="15547418" y="8226341"/>
            <a:ext cx="0" cy="917658"/>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21" name="Text Box 15">
            <a:extLst>
              <a:ext uri="{FF2B5EF4-FFF2-40B4-BE49-F238E27FC236}">
                <a16:creationId xmlns:a16="http://schemas.microsoft.com/office/drawing/2014/main" id="{FA27DE90-C6D5-F5CF-ADD0-88370BDBA924}"/>
              </a:ext>
            </a:extLst>
          </p:cNvPr>
          <p:cNvSpPr txBox="1">
            <a:spLocks noChangeArrowheads="1"/>
          </p:cNvSpPr>
          <p:nvPr/>
        </p:nvSpPr>
        <p:spPr bwMode="auto">
          <a:xfrm>
            <a:off x="11739793" y="9427993"/>
            <a:ext cx="8578620" cy="646331"/>
          </a:xfrm>
          <a:prstGeom prst="rect">
            <a:avLst/>
          </a:prstGeom>
          <a:noFill/>
          <a:ln w="9525">
            <a:noFill/>
            <a:miter lim="800000"/>
            <a:headEnd/>
            <a:tailEnd/>
          </a:ln>
        </p:spPr>
        <p:txBody>
          <a:bodyPr wrap="square">
            <a:prstTxWarp prst="textNoShape">
              <a:avLst/>
            </a:prstTxWarp>
            <a:spAutoFit/>
          </a:bodyPr>
          <a:lstStyle/>
          <a:p>
            <a:r>
              <a:rPr lang="en-US" sz="3600" dirty="0"/>
              <a:t>Consensus tree with 100 bootstraps</a:t>
            </a:r>
          </a:p>
        </p:txBody>
      </p:sp>
    </p:spTree>
    <p:extLst>
      <p:ext uri="{BB962C8B-B14F-4D97-AF65-F5344CB8AC3E}">
        <p14:creationId xmlns:p14="http://schemas.microsoft.com/office/powerpoint/2010/main" val="377689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7" grpId="0" animBg="1"/>
      <p:bldP spid="2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99C57-A5A8-4D2E-8524-0D42E8CA8B8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A8ABDFD0-5737-BD23-F7CE-FB2910814B74}"/>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6C95A1A7-4957-925A-F30F-95758C37DA92}"/>
              </a:ext>
            </a:extLst>
          </p:cNvPr>
          <p:cNvSpPr>
            <a:spLocks noGrp="1"/>
          </p:cNvSpPr>
          <p:nvPr>
            <p:ph type="sldNum" sz="quarter" idx="22"/>
          </p:nvPr>
        </p:nvSpPr>
        <p:spPr/>
        <p:txBody>
          <a:bodyPr/>
          <a:lstStyle/>
          <a:p>
            <a:fld id="{991AB9B0-3E43-D847-B073-60FE8FAFFDB7}" type="slidenum">
              <a:rPr lang="en-US" smtClean="0"/>
              <a:pPr/>
              <a:t>66</a:t>
            </a:fld>
            <a:endParaRPr lang="en-US"/>
          </a:p>
        </p:txBody>
      </p:sp>
      <p:sp>
        <p:nvSpPr>
          <p:cNvPr id="6" name="Title 1">
            <a:extLst>
              <a:ext uri="{FF2B5EF4-FFF2-40B4-BE49-F238E27FC236}">
                <a16:creationId xmlns:a16="http://schemas.microsoft.com/office/drawing/2014/main" id="{88D4F511-BA9D-900A-55D4-4A55C67B972E}"/>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Maximum Likelihood &amp; Bootstrapping</a:t>
            </a:r>
          </a:p>
        </p:txBody>
      </p:sp>
      <p:pic>
        <p:nvPicPr>
          <p:cNvPr id="2" name="Picture 56">
            <a:extLst>
              <a:ext uri="{FF2B5EF4-FFF2-40B4-BE49-F238E27FC236}">
                <a16:creationId xmlns:a16="http://schemas.microsoft.com/office/drawing/2014/main" id="{207A14EA-7285-D282-9F3A-41D963DA24AD}"/>
              </a:ext>
            </a:extLst>
          </p:cNvPr>
          <p:cNvPicPr>
            <a:picLocks noChangeAspect="1" noChangeArrowheads="1"/>
          </p:cNvPicPr>
          <p:nvPr/>
        </p:nvPicPr>
        <p:blipFill>
          <a:blip r:embed="rId3"/>
          <a:srcRect/>
          <a:stretch>
            <a:fillRect/>
          </a:stretch>
        </p:blipFill>
        <p:spPr bwMode="auto">
          <a:xfrm>
            <a:off x="872065" y="2286000"/>
            <a:ext cx="6785319" cy="4792133"/>
          </a:xfrm>
          <a:prstGeom prst="rect">
            <a:avLst/>
          </a:prstGeom>
          <a:noFill/>
          <a:ln w="9525">
            <a:noFill/>
            <a:miter lim="800000"/>
            <a:headEnd/>
            <a:tailEnd/>
          </a:ln>
        </p:spPr>
      </p:pic>
      <p:sp>
        <p:nvSpPr>
          <p:cNvPr id="3" name="Text Box 15">
            <a:extLst>
              <a:ext uri="{FF2B5EF4-FFF2-40B4-BE49-F238E27FC236}">
                <a16:creationId xmlns:a16="http://schemas.microsoft.com/office/drawing/2014/main" id="{B69F9A8B-4E7D-D623-7CBC-C5FA26274EC2}"/>
              </a:ext>
            </a:extLst>
          </p:cNvPr>
          <p:cNvSpPr txBox="1">
            <a:spLocks noChangeArrowheads="1"/>
          </p:cNvSpPr>
          <p:nvPr/>
        </p:nvSpPr>
        <p:spPr bwMode="auto">
          <a:xfrm>
            <a:off x="2920904" y="9143999"/>
            <a:ext cx="5889613" cy="646331"/>
          </a:xfrm>
          <a:prstGeom prst="rect">
            <a:avLst/>
          </a:prstGeom>
          <a:noFill/>
          <a:ln w="9525">
            <a:noFill/>
            <a:miter lim="800000"/>
            <a:headEnd/>
            <a:tailEnd/>
          </a:ln>
        </p:spPr>
        <p:txBody>
          <a:bodyPr wrap="square">
            <a:prstTxWarp prst="textNoShape">
              <a:avLst/>
            </a:prstTxWarp>
            <a:spAutoFit/>
          </a:bodyPr>
          <a:lstStyle/>
          <a:p>
            <a:r>
              <a:rPr lang="en-US" sz="3600" b="1" dirty="0"/>
              <a:t>Best Tree</a:t>
            </a:r>
          </a:p>
        </p:txBody>
      </p:sp>
      <p:sp>
        <p:nvSpPr>
          <p:cNvPr id="9" name="Line 14">
            <a:extLst>
              <a:ext uri="{FF2B5EF4-FFF2-40B4-BE49-F238E27FC236}">
                <a16:creationId xmlns:a16="http://schemas.microsoft.com/office/drawing/2014/main" id="{8881878C-E0DA-F56D-10EC-A8D326DB8954}"/>
              </a:ext>
            </a:extLst>
          </p:cNvPr>
          <p:cNvSpPr>
            <a:spLocks noChangeShapeType="1"/>
          </p:cNvSpPr>
          <p:nvPr/>
        </p:nvSpPr>
        <p:spPr bwMode="auto">
          <a:xfrm>
            <a:off x="3928533" y="7392238"/>
            <a:ext cx="8372" cy="1437656"/>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12" name="Text Box 15">
            <a:extLst>
              <a:ext uri="{FF2B5EF4-FFF2-40B4-BE49-F238E27FC236}">
                <a16:creationId xmlns:a16="http://schemas.microsoft.com/office/drawing/2014/main" id="{82CE2128-5D49-4E28-1CE3-BC7BD1A1D2AB}"/>
              </a:ext>
            </a:extLst>
          </p:cNvPr>
          <p:cNvSpPr txBox="1">
            <a:spLocks noChangeArrowheads="1"/>
          </p:cNvSpPr>
          <p:nvPr/>
        </p:nvSpPr>
        <p:spPr bwMode="auto">
          <a:xfrm>
            <a:off x="4470657" y="7626177"/>
            <a:ext cx="4097940" cy="1200329"/>
          </a:xfrm>
          <a:prstGeom prst="rect">
            <a:avLst/>
          </a:prstGeom>
          <a:noFill/>
          <a:ln w="9525">
            <a:noFill/>
            <a:miter lim="800000"/>
            <a:headEnd/>
            <a:tailEnd/>
          </a:ln>
        </p:spPr>
        <p:txBody>
          <a:bodyPr wrap="square">
            <a:prstTxWarp prst="textNoShape">
              <a:avLst/>
            </a:prstTxWarp>
            <a:spAutoFit/>
          </a:bodyPr>
          <a:lstStyle/>
          <a:p>
            <a:r>
              <a:rPr lang="en-US" sz="3600" dirty="0"/>
              <a:t>Branch swapping, with replication</a:t>
            </a:r>
          </a:p>
        </p:txBody>
      </p:sp>
      <p:sp>
        <p:nvSpPr>
          <p:cNvPr id="13" name="Line 14">
            <a:extLst>
              <a:ext uri="{FF2B5EF4-FFF2-40B4-BE49-F238E27FC236}">
                <a16:creationId xmlns:a16="http://schemas.microsoft.com/office/drawing/2014/main" id="{3F684B1E-7207-0D4B-64FF-5443874B63D8}"/>
              </a:ext>
            </a:extLst>
          </p:cNvPr>
          <p:cNvSpPr>
            <a:spLocks noChangeShapeType="1"/>
          </p:cNvSpPr>
          <p:nvPr/>
        </p:nvSpPr>
        <p:spPr bwMode="auto">
          <a:xfrm>
            <a:off x="8111065" y="4655083"/>
            <a:ext cx="3437468" cy="36761"/>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pic>
        <p:nvPicPr>
          <p:cNvPr id="14" name="Picture 8">
            <a:extLst>
              <a:ext uri="{FF2B5EF4-FFF2-40B4-BE49-F238E27FC236}">
                <a16:creationId xmlns:a16="http://schemas.microsoft.com/office/drawing/2014/main" id="{D8D131B7-FC4B-153F-E933-99A9F8209DD3}"/>
              </a:ext>
            </a:extLst>
          </p:cNvPr>
          <p:cNvPicPr>
            <a:picLocks noChangeAspect="1" noChangeArrowheads="1"/>
          </p:cNvPicPr>
          <p:nvPr/>
        </p:nvPicPr>
        <p:blipFill>
          <a:blip r:embed="rId4"/>
          <a:srcRect/>
          <a:stretch>
            <a:fillRect/>
          </a:stretch>
        </p:blipFill>
        <p:spPr bwMode="auto">
          <a:xfrm>
            <a:off x="12205292" y="2169922"/>
            <a:ext cx="6484206" cy="5915415"/>
          </a:xfrm>
          <a:prstGeom prst="rect">
            <a:avLst/>
          </a:prstGeom>
          <a:noFill/>
        </p:spPr>
      </p:pic>
      <p:sp>
        <p:nvSpPr>
          <p:cNvPr id="15" name="Text Box 15">
            <a:extLst>
              <a:ext uri="{FF2B5EF4-FFF2-40B4-BE49-F238E27FC236}">
                <a16:creationId xmlns:a16="http://schemas.microsoft.com/office/drawing/2014/main" id="{35021690-CD41-FBD4-1386-5C4103B61329}"/>
              </a:ext>
            </a:extLst>
          </p:cNvPr>
          <p:cNvSpPr txBox="1">
            <a:spLocks noChangeArrowheads="1"/>
          </p:cNvSpPr>
          <p:nvPr/>
        </p:nvSpPr>
        <p:spPr bwMode="auto">
          <a:xfrm>
            <a:off x="8012982" y="5167673"/>
            <a:ext cx="4097940" cy="1200329"/>
          </a:xfrm>
          <a:prstGeom prst="rect">
            <a:avLst/>
          </a:prstGeom>
          <a:noFill/>
          <a:ln w="9525">
            <a:noFill/>
            <a:miter lim="800000"/>
            <a:headEnd/>
            <a:tailEnd/>
          </a:ln>
        </p:spPr>
        <p:txBody>
          <a:bodyPr wrap="square">
            <a:prstTxWarp prst="textNoShape">
              <a:avLst/>
            </a:prstTxWarp>
            <a:spAutoFit/>
          </a:bodyPr>
          <a:lstStyle/>
          <a:p>
            <a:r>
              <a:rPr lang="en-US" sz="3600" dirty="0"/>
              <a:t>Resampling with replication</a:t>
            </a:r>
          </a:p>
        </p:txBody>
      </p:sp>
      <p:sp>
        <p:nvSpPr>
          <p:cNvPr id="17" name="Line 14">
            <a:extLst>
              <a:ext uri="{FF2B5EF4-FFF2-40B4-BE49-F238E27FC236}">
                <a16:creationId xmlns:a16="http://schemas.microsoft.com/office/drawing/2014/main" id="{B40750D7-6026-9545-612C-948EEE9F5519}"/>
              </a:ext>
            </a:extLst>
          </p:cNvPr>
          <p:cNvSpPr>
            <a:spLocks noChangeShapeType="1"/>
          </p:cNvSpPr>
          <p:nvPr/>
        </p:nvSpPr>
        <p:spPr bwMode="auto">
          <a:xfrm>
            <a:off x="15547418" y="8226341"/>
            <a:ext cx="0" cy="917658"/>
          </a:xfrm>
          <a:prstGeom prst="line">
            <a:avLst/>
          </a:prstGeom>
          <a:noFill/>
          <a:ln w="76200">
            <a:solidFill>
              <a:schemeClr val="tx1"/>
            </a:solidFill>
            <a:round/>
            <a:headEnd/>
            <a:tailEnd type="triangle" w="med" len="med"/>
          </a:ln>
        </p:spPr>
        <p:txBody>
          <a:bodyPr wrap="none" anchor="ctr">
            <a:prstTxWarp prst="textNoShape">
              <a:avLst/>
            </a:prstTxWarp>
          </a:bodyPr>
          <a:lstStyle/>
          <a:p>
            <a:endParaRPr lang="en-US" dirty="0"/>
          </a:p>
        </p:txBody>
      </p:sp>
      <p:sp>
        <p:nvSpPr>
          <p:cNvPr id="21" name="Text Box 15">
            <a:extLst>
              <a:ext uri="{FF2B5EF4-FFF2-40B4-BE49-F238E27FC236}">
                <a16:creationId xmlns:a16="http://schemas.microsoft.com/office/drawing/2014/main" id="{A8039E71-10F3-5561-DE4A-ECE6EAD7ECC3}"/>
              </a:ext>
            </a:extLst>
          </p:cNvPr>
          <p:cNvSpPr txBox="1">
            <a:spLocks noChangeArrowheads="1"/>
          </p:cNvSpPr>
          <p:nvPr/>
        </p:nvSpPr>
        <p:spPr bwMode="auto">
          <a:xfrm>
            <a:off x="11739793" y="9427993"/>
            <a:ext cx="8578620" cy="646331"/>
          </a:xfrm>
          <a:prstGeom prst="rect">
            <a:avLst/>
          </a:prstGeom>
          <a:noFill/>
          <a:ln w="9525">
            <a:noFill/>
            <a:miter lim="800000"/>
            <a:headEnd/>
            <a:tailEnd/>
          </a:ln>
        </p:spPr>
        <p:txBody>
          <a:bodyPr wrap="square">
            <a:prstTxWarp prst="textNoShape">
              <a:avLst/>
            </a:prstTxWarp>
            <a:spAutoFit/>
          </a:bodyPr>
          <a:lstStyle/>
          <a:p>
            <a:r>
              <a:rPr lang="en-US" sz="3600" dirty="0"/>
              <a:t>Consensus tree with 100 bootstraps</a:t>
            </a:r>
          </a:p>
        </p:txBody>
      </p:sp>
      <p:pic>
        <p:nvPicPr>
          <p:cNvPr id="37" name="Picture 25" descr="cyp3">
            <a:extLst>
              <a:ext uri="{FF2B5EF4-FFF2-40B4-BE49-F238E27FC236}">
                <a16:creationId xmlns:a16="http://schemas.microsoft.com/office/drawing/2014/main" id="{14F6BEE1-2316-A611-C3F2-015096E7D10F}"/>
              </a:ext>
            </a:extLst>
          </p:cNvPr>
          <p:cNvPicPr>
            <a:picLocks noChangeAspect="1" noChangeArrowheads="1"/>
          </p:cNvPicPr>
          <p:nvPr/>
        </p:nvPicPr>
        <p:blipFill>
          <a:blip r:embed="rId5"/>
          <a:srcRect/>
          <a:stretch>
            <a:fillRect/>
          </a:stretch>
        </p:blipFill>
        <p:spPr bwMode="auto">
          <a:xfrm>
            <a:off x="11788213" y="36367"/>
            <a:ext cx="8530200" cy="11393633"/>
          </a:xfrm>
          <a:prstGeom prst="rect">
            <a:avLst/>
          </a:prstGeom>
          <a:noFill/>
          <a:ln w="9525">
            <a:noFill/>
            <a:miter lim="800000"/>
            <a:headEnd/>
            <a:tailEnd/>
          </a:ln>
        </p:spPr>
      </p:pic>
      <p:sp>
        <p:nvSpPr>
          <p:cNvPr id="40" name="Rectangle 39">
            <a:extLst>
              <a:ext uri="{FF2B5EF4-FFF2-40B4-BE49-F238E27FC236}">
                <a16:creationId xmlns:a16="http://schemas.microsoft.com/office/drawing/2014/main" id="{A14AE02C-0971-98AB-1B9C-6F0AE129FF47}"/>
              </a:ext>
            </a:extLst>
          </p:cNvPr>
          <p:cNvSpPr/>
          <p:nvPr/>
        </p:nvSpPr>
        <p:spPr>
          <a:xfrm>
            <a:off x="15925800" y="40667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22FD90C4-87AC-5B39-6E99-01A346A4F727}"/>
              </a:ext>
            </a:extLst>
          </p:cNvPr>
          <p:cNvSpPr/>
          <p:nvPr/>
        </p:nvSpPr>
        <p:spPr>
          <a:xfrm>
            <a:off x="17373600" y="6200358"/>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6927B9D-E21D-9115-5CBD-40F5100C5266}"/>
              </a:ext>
            </a:extLst>
          </p:cNvPr>
          <p:cNvSpPr/>
          <p:nvPr/>
        </p:nvSpPr>
        <p:spPr>
          <a:xfrm>
            <a:off x="16789401" y="7580425"/>
            <a:ext cx="432313" cy="457200"/>
          </a:xfrm>
          <a:prstGeom prst="rect">
            <a:avLst/>
          </a:prstGeom>
          <a:solidFill>
            <a:srgbClr val="FC9F03">
              <a:alpha val="3568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Box 15">
            <a:extLst>
              <a:ext uri="{FF2B5EF4-FFF2-40B4-BE49-F238E27FC236}">
                <a16:creationId xmlns:a16="http://schemas.microsoft.com/office/drawing/2014/main" id="{0364AA57-D71F-0210-E212-7C9CE5FC46A9}"/>
              </a:ext>
            </a:extLst>
          </p:cNvPr>
          <p:cNvSpPr txBox="1">
            <a:spLocks noChangeArrowheads="1"/>
          </p:cNvSpPr>
          <p:nvPr/>
        </p:nvSpPr>
        <p:spPr bwMode="auto">
          <a:xfrm>
            <a:off x="7657384" y="9458104"/>
            <a:ext cx="6725849" cy="646331"/>
          </a:xfrm>
          <a:prstGeom prst="rect">
            <a:avLst/>
          </a:prstGeom>
          <a:noFill/>
          <a:ln w="9525">
            <a:noFill/>
            <a:miter lim="800000"/>
            <a:headEnd/>
            <a:tailEnd/>
          </a:ln>
        </p:spPr>
        <p:txBody>
          <a:bodyPr wrap="square">
            <a:prstTxWarp prst="textNoShape">
              <a:avLst/>
            </a:prstTxWarp>
            <a:spAutoFit/>
          </a:bodyPr>
          <a:lstStyle/>
          <a:p>
            <a:r>
              <a:rPr lang="en-US" sz="3600" dirty="0"/>
              <a:t>Computationally expensive! </a:t>
            </a:r>
          </a:p>
        </p:txBody>
      </p:sp>
    </p:spTree>
    <p:extLst>
      <p:ext uri="{BB962C8B-B14F-4D97-AF65-F5344CB8AC3E}">
        <p14:creationId xmlns:p14="http://schemas.microsoft.com/office/powerpoint/2010/main" val="361287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4BAF9-0714-A61F-AEAB-1263BB8F38B2}"/>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12BBC846-79E3-B8B7-CA2F-4C49DEBEF745}"/>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46E7CA1E-E9CC-8C4A-3683-E7EC41CFC841}"/>
              </a:ext>
            </a:extLst>
          </p:cNvPr>
          <p:cNvSpPr>
            <a:spLocks noGrp="1"/>
          </p:cNvSpPr>
          <p:nvPr>
            <p:ph type="sldNum" sz="quarter" idx="22"/>
          </p:nvPr>
        </p:nvSpPr>
        <p:spPr/>
        <p:txBody>
          <a:bodyPr/>
          <a:lstStyle/>
          <a:p>
            <a:fld id="{991AB9B0-3E43-D847-B073-60FE8FAFFDB7}" type="slidenum">
              <a:rPr lang="en-US" smtClean="0"/>
              <a:pPr/>
              <a:t>67</a:t>
            </a:fld>
            <a:endParaRPr lang="en-US"/>
          </a:p>
        </p:txBody>
      </p:sp>
      <p:sp>
        <p:nvSpPr>
          <p:cNvPr id="6" name="Title 1">
            <a:extLst>
              <a:ext uri="{FF2B5EF4-FFF2-40B4-BE49-F238E27FC236}">
                <a16:creationId xmlns:a16="http://schemas.microsoft.com/office/drawing/2014/main" id="{76E6F60C-FEB2-CCE2-86B4-1B00BDE45CD0}"/>
              </a:ext>
            </a:extLst>
          </p:cNvPr>
          <p:cNvSpPr>
            <a:spLocks noGrp="1"/>
          </p:cNvSpPr>
          <p:nvPr>
            <p:ph type="ctrTitle"/>
          </p:nvPr>
        </p:nvSpPr>
        <p:spPr>
          <a:xfrm>
            <a:off x="420771" y="382587"/>
            <a:ext cx="17277825" cy="1032203"/>
          </a:xfrm>
        </p:spPr>
        <p:txBody>
          <a:bodyPr>
            <a:noAutofit/>
          </a:bodyPr>
          <a:lstStyle/>
          <a:p>
            <a:r>
              <a:rPr lang="en-US" sz="6000" dirty="0" err="1">
                <a:latin typeface="Raleway" pitchFamily="2" charset="77"/>
              </a:rPr>
              <a:t>RaxML</a:t>
            </a:r>
            <a:endParaRPr lang="en-US" sz="6000" dirty="0">
              <a:latin typeface="Raleway" pitchFamily="2" charset="77"/>
            </a:endParaRPr>
          </a:p>
        </p:txBody>
      </p:sp>
      <p:sp>
        <p:nvSpPr>
          <p:cNvPr id="2" name="Text Box 15">
            <a:extLst>
              <a:ext uri="{FF2B5EF4-FFF2-40B4-BE49-F238E27FC236}">
                <a16:creationId xmlns:a16="http://schemas.microsoft.com/office/drawing/2014/main" id="{2ABBFDE7-6F7C-5F5D-9565-2124221600A2}"/>
              </a:ext>
            </a:extLst>
          </p:cNvPr>
          <p:cNvSpPr txBox="1">
            <a:spLocks noChangeArrowheads="1"/>
          </p:cNvSpPr>
          <p:nvPr/>
        </p:nvSpPr>
        <p:spPr bwMode="auto">
          <a:xfrm>
            <a:off x="1151468" y="4560838"/>
            <a:ext cx="3962400" cy="2308324"/>
          </a:xfrm>
          <a:prstGeom prst="rect">
            <a:avLst/>
          </a:prstGeom>
          <a:noFill/>
          <a:ln w="9525">
            <a:noFill/>
            <a:miter lim="800000"/>
            <a:headEnd/>
            <a:tailEnd/>
          </a:ln>
        </p:spPr>
        <p:txBody>
          <a:bodyPr wrap="square">
            <a:prstTxWarp prst="textNoShape">
              <a:avLst/>
            </a:prstTxWarp>
            <a:spAutoFit/>
          </a:bodyPr>
          <a:lstStyle/>
          <a:p>
            <a:r>
              <a:rPr lang="en-US" sz="3600" dirty="0"/>
              <a:t>Fast tree space searching but local or sub-optima more likely</a:t>
            </a:r>
          </a:p>
        </p:txBody>
      </p:sp>
      <p:pic>
        <p:nvPicPr>
          <p:cNvPr id="3" name="Picture 2" descr="RAxML.tiff">
            <a:extLst>
              <a:ext uri="{FF2B5EF4-FFF2-40B4-BE49-F238E27FC236}">
                <a16:creationId xmlns:a16="http://schemas.microsoft.com/office/drawing/2014/main" id="{6E027039-8659-9318-7086-9ACFEC60F422}"/>
              </a:ext>
            </a:extLst>
          </p:cNvPr>
          <p:cNvPicPr>
            <a:picLocks noChangeAspect="1"/>
          </p:cNvPicPr>
          <p:nvPr/>
        </p:nvPicPr>
        <p:blipFill>
          <a:blip r:embed="rId3"/>
          <a:stretch>
            <a:fillRect/>
          </a:stretch>
        </p:blipFill>
        <p:spPr>
          <a:xfrm>
            <a:off x="5704304" y="87394"/>
            <a:ext cx="14614109" cy="11342606"/>
          </a:xfrm>
          <a:prstGeom prst="rect">
            <a:avLst/>
          </a:prstGeom>
        </p:spPr>
      </p:pic>
      <p:sp>
        <p:nvSpPr>
          <p:cNvPr id="9" name="TextBox 8">
            <a:extLst>
              <a:ext uri="{FF2B5EF4-FFF2-40B4-BE49-F238E27FC236}">
                <a16:creationId xmlns:a16="http://schemas.microsoft.com/office/drawing/2014/main" id="{E79C47AF-8944-EE1E-DB0B-A470032C4C0E}"/>
              </a:ext>
            </a:extLst>
          </p:cNvPr>
          <p:cNvSpPr txBox="1"/>
          <p:nvPr/>
        </p:nvSpPr>
        <p:spPr>
          <a:xfrm>
            <a:off x="2401089" y="10971213"/>
            <a:ext cx="9144000" cy="430887"/>
          </a:xfrm>
          <a:prstGeom prst="rect">
            <a:avLst/>
          </a:prstGeom>
          <a:noFill/>
        </p:spPr>
        <p:txBody>
          <a:bodyPr wrap="square" rtlCol="0">
            <a:spAutoFit/>
          </a:bodyPr>
          <a:lstStyle/>
          <a:p>
            <a:r>
              <a:rPr lang="en-US" sz="1100" dirty="0" err="1"/>
              <a:t>Stamatakis</a:t>
            </a:r>
            <a:r>
              <a:rPr lang="en-US" sz="1100" dirty="0"/>
              <a:t> (2006). </a:t>
            </a:r>
            <a:r>
              <a:rPr lang="en-US" sz="1100" dirty="0" err="1"/>
              <a:t>RAxML</a:t>
            </a:r>
            <a:r>
              <a:rPr lang="en-US" sz="1100" dirty="0"/>
              <a:t>-VI-HPC: maximum likelihood-based </a:t>
            </a:r>
            <a:r>
              <a:rPr lang="en-US" sz="1100" dirty="0" err="1"/>
              <a:t>phylogenetic</a:t>
            </a:r>
            <a:r>
              <a:rPr lang="en-US" sz="1100" dirty="0"/>
              <a:t> analyses with thousands of </a:t>
            </a:r>
            <a:r>
              <a:rPr lang="en-US" sz="1100" dirty="0" err="1"/>
              <a:t>taxa</a:t>
            </a:r>
            <a:r>
              <a:rPr lang="en-US" sz="1100" dirty="0"/>
              <a:t> and mixed models. </a:t>
            </a:r>
          </a:p>
          <a:p>
            <a:r>
              <a:rPr lang="en-US" sz="1100" dirty="0"/>
              <a:t>Bioinformatics 22: 2688-2690.</a:t>
            </a:r>
          </a:p>
        </p:txBody>
      </p:sp>
    </p:spTree>
    <p:extLst>
      <p:ext uri="{BB962C8B-B14F-4D97-AF65-F5344CB8AC3E}">
        <p14:creationId xmlns:p14="http://schemas.microsoft.com/office/powerpoint/2010/main" val="3019972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1966C-461A-490B-D61A-689174B214BE}"/>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F89BED5B-E42D-AA78-5F05-41F0620E66DE}"/>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A141B4E1-3C97-59BC-A57E-9E706806B970}"/>
              </a:ext>
            </a:extLst>
          </p:cNvPr>
          <p:cNvSpPr>
            <a:spLocks noGrp="1"/>
          </p:cNvSpPr>
          <p:nvPr>
            <p:ph type="sldNum" sz="quarter" idx="22"/>
          </p:nvPr>
        </p:nvSpPr>
        <p:spPr/>
        <p:txBody>
          <a:bodyPr/>
          <a:lstStyle/>
          <a:p>
            <a:fld id="{991AB9B0-3E43-D847-B073-60FE8FAFFDB7}" type="slidenum">
              <a:rPr lang="en-US" smtClean="0"/>
              <a:pPr/>
              <a:t>68</a:t>
            </a:fld>
            <a:endParaRPr lang="en-US"/>
          </a:p>
        </p:txBody>
      </p:sp>
      <p:sp>
        <p:nvSpPr>
          <p:cNvPr id="6" name="Title 1">
            <a:extLst>
              <a:ext uri="{FF2B5EF4-FFF2-40B4-BE49-F238E27FC236}">
                <a16:creationId xmlns:a16="http://schemas.microsoft.com/office/drawing/2014/main" id="{7791B49B-F869-9404-7408-6A28057C7D73}"/>
              </a:ext>
            </a:extLst>
          </p:cNvPr>
          <p:cNvSpPr>
            <a:spLocks noGrp="1"/>
          </p:cNvSpPr>
          <p:nvPr>
            <p:ph type="ctrTitle"/>
          </p:nvPr>
        </p:nvSpPr>
        <p:spPr>
          <a:xfrm>
            <a:off x="420771" y="382587"/>
            <a:ext cx="17277825" cy="1032203"/>
          </a:xfrm>
        </p:spPr>
        <p:txBody>
          <a:bodyPr>
            <a:noAutofit/>
          </a:bodyPr>
          <a:lstStyle/>
          <a:p>
            <a:r>
              <a:rPr lang="en-US" sz="6000" dirty="0">
                <a:latin typeface="Raleway" pitchFamily="2" charset="77"/>
              </a:rPr>
              <a:t>Phylogenetics is not a black box method</a:t>
            </a:r>
          </a:p>
        </p:txBody>
      </p:sp>
      <p:sp>
        <p:nvSpPr>
          <p:cNvPr id="4" name="Text Box 5">
            <a:extLst>
              <a:ext uri="{FF2B5EF4-FFF2-40B4-BE49-F238E27FC236}">
                <a16:creationId xmlns:a16="http://schemas.microsoft.com/office/drawing/2014/main" id="{8F57C7BD-1D09-D7F2-8F49-851DBB2321A3}"/>
              </a:ext>
            </a:extLst>
          </p:cNvPr>
          <p:cNvSpPr txBox="1">
            <a:spLocks noChangeArrowheads="1"/>
          </p:cNvSpPr>
          <p:nvPr/>
        </p:nvSpPr>
        <p:spPr bwMode="auto">
          <a:xfrm>
            <a:off x="846666" y="2370798"/>
            <a:ext cx="18427733" cy="1200329"/>
          </a:xfrm>
          <a:prstGeom prst="rect">
            <a:avLst/>
          </a:prstGeom>
          <a:noFill/>
          <a:ln w="9525">
            <a:noFill/>
            <a:miter lim="800000"/>
            <a:headEnd/>
            <a:tailEnd/>
          </a:ln>
        </p:spPr>
        <p:txBody>
          <a:bodyPr wrap="square">
            <a:prstTxWarp prst="textNoShape">
              <a:avLst/>
            </a:prstTxWarp>
            <a:spAutoFit/>
          </a:bodyPr>
          <a:lstStyle/>
          <a:p>
            <a:r>
              <a:rPr lang="en-US" sz="3600" dirty="0"/>
              <a:t>Be skeptical of distance (NJ) and parsimony trees. Be aware of the assumptions and pitfalls</a:t>
            </a:r>
          </a:p>
        </p:txBody>
      </p:sp>
      <p:sp>
        <p:nvSpPr>
          <p:cNvPr id="10" name="Rectangle 9">
            <a:extLst>
              <a:ext uri="{FF2B5EF4-FFF2-40B4-BE49-F238E27FC236}">
                <a16:creationId xmlns:a16="http://schemas.microsoft.com/office/drawing/2014/main" id="{C8BF9343-39D1-152A-EF68-104DE9C65C29}"/>
              </a:ext>
            </a:extLst>
          </p:cNvPr>
          <p:cNvSpPr/>
          <p:nvPr/>
        </p:nvSpPr>
        <p:spPr>
          <a:xfrm>
            <a:off x="4896092" y="4402667"/>
            <a:ext cx="11526531" cy="5262436"/>
          </a:xfrm>
          <a:prstGeom prst="rect">
            <a:avLst/>
          </a:prstGeom>
          <a:solidFill>
            <a:schemeClr val="accent2">
              <a:lumMod val="75000"/>
              <a:alpha val="2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11" name="Text Box 5">
            <a:extLst>
              <a:ext uri="{FF2B5EF4-FFF2-40B4-BE49-F238E27FC236}">
                <a16:creationId xmlns:a16="http://schemas.microsoft.com/office/drawing/2014/main" id="{386A9049-88A4-0777-47BB-C01BF0DAB6DE}"/>
              </a:ext>
            </a:extLst>
          </p:cNvPr>
          <p:cNvSpPr txBox="1">
            <a:spLocks noChangeArrowheads="1"/>
          </p:cNvSpPr>
          <p:nvPr/>
        </p:nvSpPr>
        <p:spPr bwMode="auto">
          <a:xfrm>
            <a:off x="5226824" y="4527135"/>
            <a:ext cx="12841719" cy="5078313"/>
          </a:xfrm>
          <a:prstGeom prst="rect">
            <a:avLst/>
          </a:prstGeom>
          <a:noFill/>
          <a:ln w="9525">
            <a:noFill/>
            <a:miter lim="800000"/>
            <a:headEnd/>
            <a:tailEnd/>
          </a:ln>
        </p:spPr>
        <p:txBody>
          <a:bodyPr wrap="square">
            <a:prstTxWarp prst="textNoShape">
              <a:avLst/>
            </a:prstTxWarp>
            <a:spAutoFit/>
          </a:bodyPr>
          <a:lstStyle/>
          <a:p>
            <a:r>
              <a:rPr lang="en-US" sz="3600" b="1" dirty="0"/>
              <a:t>Questions to ask yourself when evaluating trees: </a:t>
            </a:r>
          </a:p>
          <a:p>
            <a:pPr marL="571500" indent="-571500">
              <a:buFont typeface="Arial" panose="020B0604020202020204" pitchFamily="34" charset="0"/>
              <a:buChar char="•"/>
            </a:pPr>
            <a:r>
              <a:rPr lang="en-US" sz="3600" dirty="0"/>
              <a:t>how good is the alignment?</a:t>
            </a:r>
          </a:p>
          <a:p>
            <a:pPr marL="1028700" lvl="1" indent="-571500">
              <a:buFont typeface="Arial" panose="020B0604020202020204" pitchFamily="34" charset="0"/>
              <a:buChar char="•"/>
            </a:pPr>
            <a:r>
              <a:rPr lang="en-US" sz="3600" dirty="0"/>
              <a:t>all sites homologous?</a:t>
            </a:r>
          </a:p>
          <a:p>
            <a:pPr marL="1028700" lvl="1" indent="-571500">
              <a:buFont typeface="Arial" panose="020B0604020202020204" pitchFamily="34" charset="0"/>
              <a:buChar char="•"/>
            </a:pPr>
            <a:r>
              <a:rPr lang="en-US" sz="3600" dirty="0"/>
              <a:t>poorly aligned regions removed?</a:t>
            </a:r>
          </a:p>
          <a:p>
            <a:pPr marL="571500" indent="-571500">
              <a:buFont typeface="Arial" panose="020B0604020202020204" pitchFamily="34" charset="0"/>
              <a:buChar char="•"/>
            </a:pPr>
            <a:r>
              <a:rPr lang="en-US" sz="3600" dirty="0"/>
              <a:t>how was the substitution model selected?</a:t>
            </a:r>
          </a:p>
          <a:p>
            <a:pPr marL="571500" indent="-571500">
              <a:buFont typeface="Arial" panose="020B0604020202020204" pitchFamily="34" charset="0"/>
              <a:buChar char="•"/>
            </a:pPr>
            <a:r>
              <a:rPr lang="en-US" sz="3600" dirty="0"/>
              <a:t>which optimality criteria is being used? why?</a:t>
            </a:r>
          </a:p>
          <a:p>
            <a:pPr marL="571500" indent="-571500">
              <a:buFont typeface="Arial" panose="020B0604020202020204" pitchFamily="34" charset="0"/>
              <a:buChar char="•"/>
            </a:pPr>
            <a:r>
              <a:rPr lang="en-US" sz="3600" dirty="0"/>
              <a:t>was the search of tree space robust?</a:t>
            </a:r>
          </a:p>
          <a:p>
            <a:pPr marL="571500" indent="-571500">
              <a:buFont typeface="Arial" panose="020B0604020202020204" pitchFamily="34" charset="0"/>
              <a:buChar char="•"/>
            </a:pPr>
            <a:r>
              <a:rPr lang="en-US" sz="3600" dirty="0"/>
              <a:t>was confidence properly assessed?</a:t>
            </a:r>
          </a:p>
          <a:p>
            <a:pPr marL="571500" indent="-571500">
              <a:buFont typeface="Arial" panose="020B0604020202020204" pitchFamily="34" charset="0"/>
              <a:buChar char="•"/>
            </a:pPr>
            <a:r>
              <a:rPr lang="en-US" sz="3600" dirty="0"/>
              <a:t>any known biases / extremes?</a:t>
            </a:r>
          </a:p>
        </p:txBody>
      </p:sp>
    </p:spTree>
    <p:extLst>
      <p:ext uri="{BB962C8B-B14F-4D97-AF65-F5344CB8AC3E}">
        <p14:creationId xmlns:p14="http://schemas.microsoft.com/office/powerpoint/2010/main" val="2483408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F61F0-AFF7-B994-0C14-375A0BEE5DDD}"/>
            </a:ext>
          </a:extLst>
        </p:cNvPr>
        <p:cNvGrpSpPr/>
        <p:nvPr/>
      </p:nvGrpSpPr>
      <p:grpSpPr>
        <a:xfrm>
          <a:off x="0" y="0"/>
          <a:ext cx="0" cy="0"/>
          <a:chOff x="0" y="0"/>
          <a:chExt cx="0" cy="0"/>
        </a:xfrm>
      </p:grpSpPr>
      <p:sp>
        <p:nvSpPr>
          <p:cNvPr id="7" name="Date Placeholder 6">
            <a:extLst>
              <a:ext uri="{FF2B5EF4-FFF2-40B4-BE49-F238E27FC236}">
                <a16:creationId xmlns:a16="http://schemas.microsoft.com/office/drawing/2014/main" id="{E8A0F60C-B46B-380F-D860-58243C191716}"/>
              </a:ext>
            </a:extLst>
          </p:cNvPr>
          <p:cNvSpPr>
            <a:spLocks noGrp="1"/>
          </p:cNvSpPr>
          <p:nvPr>
            <p:ph type="dt" sz="half" idx="2"/>
          </p:nvPr>
        </p:nvSpPr>
        <p:spPr/>
        <p:txBody>
          <a:bodyPr/>
          <a:lstStyle/>
          <a:p>
            <a:fld id="{D2792E9C-7E5E-F14F-B049-5BFE22D713B7}" type="datetime4">
              <a:rPr lang="en-CA" smtClean="0"/>
              <a:t>October 7, 2026</a:t>
            </a:fld>
            <a:endParaRPr lang="en-US"/>
          </a:p>
        </p:txBody>
      </p:sp>
      <p:sp>
        <p:nvSpPr>
          <p:cNvPr id="8" name="Slide Number Placeholder 7">
            <a:extLst>
              <a:ext uri="{FF2B5EF4-FFF2-40B4-BE49-F238E27FC236}">
                <a16:creationId xmlns:a16="http://schemas.microsoft.com/office/drawing/2014/main" id="{76BF1535-73C8-4B53-8807-00E19432A5F3}"/>
              </a:ext>
            </a:extLst>
          </p:cNvPr>
          <p:cNvSpPr>
            <a:spLocks noGrp="1"/>
          </p:cNvSpPr>
          <p:nvPr>
            <p:ph type="sldNum" sz="quarter" idx="22"/>
          </p:nvPr>
        </p:nvSpPr>
        <p:spPr/>
        <p:txBody>
          <a:bodyPr/>
          <a:lstStyle/>
          <a:p>
            <a:fld id="{991AB9B0-3E43-D847-B073-60FE8FAFFDB7}" type="slidenum">
              <a:rPr lang="en-US" smtClean="0"/>
              <a:pPr/>
              <a:t>69</a:t>
            </a:fld>
            <a:endParaRPr lang="en-US"/>
          </a:p>
        </p:txBody>
      </p:sp>
      <p:sp>
        <p:nvSpPr>
          <p:cNvPr id="9" name="Title 1">
            <a:extLst>
              <a:ext uri="{FF2B5EF4-FFF2-40B4-BE49-F238E27FC236}">
                <a16:creationId xmlns:a16="http://schemas.microsoft.com/office/drawing/2014/main" id="{6A12C66C-8635-75FD-9EF3-D69F2063A81D}"/>
              </a:ext>
            </a:extLst>
          </p:cNvPr>
          <p:cNvSpPr>
            <a:spLocks noGrp="1"/>
          </p:cNvSpPr>
          <p:nvPr>
            <p:ph type="ctrTitle"/>
          </p:nvPr>
        </p:nvSpPr>
        <p:spPr>
          <a:xfrm>
            <a:off x="438675" y="458787"/>
            <a:ext cx="19441062" cy="738817"/>
          </a:xfrm>
        </p:spPr>
        <p:txBody>
          <a:bodyPr>
            <a:noAutofit/>
          </a:bodyPr>
          <a:lstStyle/>
          <a:p>
            <a:r>
              <a:rPr lang="en-US" sz="6000" dirty="0"/>
              <a:t>This week … </a:t>
            </a:r>
            <a:endParaRPr lang="en-US" sz="6000" dirty="0">
              <a:latin typeface="Raleway" pitchFamily="2" charset="77"/>
            </a:endParaRPr>
          </a:p>
        </p:txBody>
      </p:sp>
      <p:pic>
        <p:nvPicPr>
          <p:cNvPr id="4" name="Picture 3" descr="A screenshot of a computer&#10;&#10;AI-generated content may be incorrect.">
            <a:extLst>
              <a:ext uri="{FF2B5EF4-FFF2-40B4-BE49-F238E27FC236}">
                <a16:creationId xmlns:a16="http://schemas.microsoft.com/office/drawing/2014/main" id="{3969A9AA-5163-A597-09A9-F7CD1A7AC159}"/>
              </a:ext>
            </a:extLst>
          </p:cNvPr>
          <p:cNvPicPr>
            <a:picLocks noChangeAspect="1"/>
          </p:cNvPicPr>
          <p:nvPr/>
        </p:nvPicPr>
        <p:blipFill>
          <a:blip r:embed="rId3"/>
          <a:stretch>
            <a:fillRect/>
          </a:stretch>
        </p:blipFill>
        <p:spPr>
          <a:xfrm>
            <a:off x="723309" y="2342134"/>
            <a:ext cx="18871794" cy="3002782"/>
          </a:xfrm>
          <a:prstGeom prst="rect">
            <a:avLst/>
          </a:prstGeom>
        </p:spPr>
      </p:pic>
      <p:pic>
        <p:nvPicPr>
          <p:cNvPr id="10" name="Picture 9" descr="A close-up of a text&#10;&#10;AI-generated content may be incorrect.">
            <a:extLst>
              <a:ext uri="{FF2B5EF4-FFF2-40B4-BE49-F238E27FC236}">
                <a16:creationId xmlns:a16="http://schemas.microsoft.com/office/drawing/2014/main" id="{4D395ACB-B933-63E5-8B5B-EF164F62DB70}"/>
              </a:ext>
            </a:extLst>
          </p:cNvPr>
          <p:cNvPicPr>
            <a:picLocks noChangeAspect="1"/>
          </p:cNvPicPr>
          <p:nvPr/>
        </p:nvPicPr>
        <p:blipFill>
          <a:blip r:embed="rId4"/>
          <a:stretch>
            <a:fillRect/>
          </a:stretch>
        </p:blipFill>
        <p:spPr>
          <a:xfrm>
            <a:off x="6588274" y="5715000"/>
            <a:ext cx="12686126" cy="4416056"/>
          </a:xfrm>
          <a:prstGeom prst="rect">
            <a:avLst/>
          </a:prstGeom>
        </p:spPr>
      </p:pic>
    </p:spTree>
    <p:extLst>
      <p:ext uri="{BB962C8B-B14F-4D97-AF65-F5344CB8AC3E}">
        <p14:creationId xmlns:p14="http://schemas.microsoft.com/office/powerpoint/2010/main" val="2566093475"/>
      </p:ext>
    </p:extLst>
  </p:cSld>
  <p:clrMapOvr>
    <a:masterClrMapping/>
  </p:clrMapOvr>
</p:sld>
</file>

<file path=ppt/theme/theme1.xml><?xml version="1.0" encoding="utf-8"?>
<a:theme xmlns:a="http://schemas.openxmlformats.org/drawingml/2006/main" name="McMaster Title and Closing Slides">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cMaster Main Slides - White">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cMaster Main Slides - Maroon">
  <a:themeElements>
    <a:clrScheme name="McMaster Colours PPTx 2024">
      <a:dk1>
        <a:srgbClr val="0F0F0F"/>
      </a:dk1>
      <a:lt1>
        <a:srgbClr val="FFFFFF"/>
      </a:lt1>
      <a:dk2>
        <a:srgbClr val="FFFFFF"/>
      </a:dk2>
      <a:lt2>
        <a:srgbClr val="FFFFFF"/>
      </a:lt2>
      <a:accent1>
        <a:srgbClr val="79003C"/>
      </a:accent1>
      <a:accent2>
        <a:srgbClr val="FDBF57"/>
      </a:accent2>
      <a:accent3>
        <a:srgbClr val="495965"/>
      </a:accent3>
      <a:accent4>
        <a:srgbClr val="CC99CC"/>
      </a:accent4>
      <a:accent5>
        <a:srgbClr val="0D5D78"/>
      </a:accent5>
      <a:accent6>
        <a:srgbClr val="000000"/>
      </a:accent6>
      <a:hlink>
        <a:srgbClr val="79003C"/>
      </a:hlink>
      <a:folHlink>
        <a:srgbClr val="2A0014"/>
      </a:folHlink>
    </a:clrScheme>
    <a:fontScheme name="McMaster Fonts PPTx 2024">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56b50f8d-715f-480a-838b-715664365a53">
      <UserInfo>
        <DisplayName>SharingLinks.489b77b9-d459-4f50-8e67-11d353497347.Flexible.911ce84e-a8fa-41b6-8c97-d208590a2ab8</DisplayName>
        <AccountId>365</AccountId>
        <AccountType/>
      </UserInfo>
      <UserInfo>
        <DisplayName>Omoseke Fowode</DisplayName>
        <AccountId>364</AccountId>
        <AccountType/>
      </UserInfo>
      <UserInfo>
        <DisplayName>VictoriaRose Regan</DisplayName>
        <AccountId>34</AccountId>
        <AccountType/>
      </UserInfo>
      <UserInfo>
        <DisplayName>Marketing Content Projects Owners</DisplayName>
        <AccountId>6</AccountId>
        <AccountType/>
      </UserInfo>
      <UserInfo>
        <DisplayName>vregan@elitedigital.ca</DisplayName>
        <AccountId>26</AccountId>
        <AccountType/>
      </UserInfo>
      <UserInfo>
        <DisplayName>Poelmans, Phil</DisplayName>
        <AccountId>378</AccountId>
        <AccountType/>
      </UserInfo>
      <UserInfo>
        <DisplayName>SharingLinks.11f30ffa-8e2d-48ff-ae65-417733c54462.Flexible.52ef79e5-1b7f-4940-af6c-97c7401e1422</DisplayName>
        <AccountId>367</AccountId>
        <AccountType/>
      </UserInfo>
      <UserInfo>
        <DisplayName>SharingLinks.ee822e11-9601-4420-be31-e0b505a82cae.Flexible.162289b9-8d28-4537-bbba-beb1e9cd24e5</DisplayName>
        <AccountId>366</AccountId>
        <AccountType/>
      </UserInfo>
      <UserInfo>
        <DisplayName>Blackwood, Jessica</DisplayName>
        <AccountId>280</AccountId>
        <AccountType/>
      </UserInfo>
      <UserInfo>
        <DisplayName>Valentine, Richard</DisplayName>
        <AccountId>12</AccountId>
        <AccountType/>
      </UserInfo>
      <UserInfo>
        <DisplayName>Jamie Kaushal</DisplayName>
        <AccountId>380</AccountId>
        <AccountType/>
      </UserInfo>
      <UserInfo>
        <DisplayName>Morgan, Sara</DisplayName>
        <AccountId>9</AccountId>
        <AccountType/>
      </UserInfo>
    </SharedWithUsers>
    <lcf76f155ced4ddcb4097134ff3c332f xmlns="88b0a0ff-d3b5-49df-8481-a9e681bdc8a6">
      <Terms xmlns="http://schemas.microsoft.com/office/infopath/2007/PartnerControls"/>
    </lcf76f155ced4ddcb4097134ff3c332f>
    <TaxCatchAll xmlns="56b50f8d-715f-480a-838b-715664365a5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2A38F74C9162C478D8F165ED878BC5B" ma:contentTypeVersion="15" ma:contentTypeDescription="Create a new document." ma:contentTypeScope="" ma:versionID="e47a23570109c110b7798bafe919556a">
  <xsd:schema xmlns:xsd="http://www.w3.org/2001/XMLSchema" xmlns:xs="http://www.w3.org/2001/XMLSchema" xmlns:p="http://schemas.microsoft.com/office/2006/metadata/properties" xmlns:ns2="88b0a0ff-d3b5-49df-8481-a9e681bdc8a6" xmlns:ns3="56b50f8d-715f-480a-838b-715664365a53" targetNamespace="http://schemas.microsoft.com/office/2006/metadata/properties" ma:root="true" ma:fieldsID="fca2d4002b9751db08dcbe4d29144a3f" ns2:_="" ns3:_="">
    <xsd:import namespace="88b0a0ff-d3b5-49df-8481-a9e681bdc8a6"/>
    <xsd:import namespace="56b50f8d-715f-480a-838b-715664365a5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b0a0ff-d3b5-49df-8481-a9e681bdc8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073764d-e844-48d8-8cbc-d63b9d95286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50f8d-715f-480a-838b-715664365a5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158ff6b1-b036-4316-b274-01ca8d384497}" ma:internalName="TaxCatchAll" ma:showField="CatchAllData" ma:web="56b50f8d-715f-480a-838b-715664365a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8C2D47-8966-498E-811F-A1F66EDD0AA6}">
  <ds:schemaRefs>
    <ds:schemaRef ds:uri="http://schemas.microsoft.com/sharepoint/v3/contenttype/forms"/>
  </ds:schemaRefs>
</ds:datastoreItem>
</file>

<file path=customXml/itemProps2.xml><?xml version="1.0" encoding="utf-8"?>
<ds:datastoreItem xmlns:ds="http://schemas.openxmlformats.org/officeDocument/2006/customXml" ds:itemID="{B61FCE0B-163E-4885-9228-6F21EEAE8497}">
  <ds:schemaRefs>
    <ds:schemaRef ds:uri="d40a990f-0aae-4c25-9c28-eaaf496ed2a5"/>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http://purl.org/dc/elements/1.1/"/>
    <ds:schemaRef ds:uri="f1f8a7e4-56c1-4563-85ae-320e346f1ca6"/>
    <ds:schemaRef ds:uri="http://schemas.microsoft.com/office/2006/metadata/properties"/>
    <ds:schemaRef ds:uri="http://www.w3.org/XML/1998/namespace"/>
    <ds:schemaRef ds:uri="http://purl.org/dc/dcmitype/"/>
    <ds:schemaRef ds:uri="56b50f8d-715f-480a-838b-715664365a53"/>
    <ds:schemaRef ds:uri="88b0a0ff-d3b5-49df-8481-a9e681bdc8a6"/>
  </ds:schemaRefs>
</ds:datastoreItem>
</file>

<file path=customXml/itemProps3.xml><?xml version="1.0" encoding="utf-8"?>
<ds:datastoreItem xmlns:ds="http://schemas.openxmlformats.org/officeDocument/2006/customXml" ds:itemID="{C57527D8-6F85-456C-AD90-B5FF6D7A1E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b0a0ff-d3b5-49df-8481-a9e681bdc8a6"/>
    <ds:schemaRef ds:uri="56b50f8d-715f-480a-838b-715664365a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8817</TotalTime>
  <Words>2283</Words>
  <Application>Microsoft Macintosh PowerPoint</Application>
  <PresentationFormat>Custom</PresentationFormat>
  <Paragraphs>642</Paragraphs>
  <Slides>69</Slides>
  <Notes>69</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69</vt:i4>
      </vt:variant>
    </vt:vector>
  </HeadingPairs>
  <TitlesOfParts>
    <vt:vector size="75" baseType="lpstr">
      <vt:lpstr>Aptos</vt:lpstr>
      <vt:lpstr>Arial</vt:lpstr>
      <vt:lpstr>Raleway</vt:lpstr>
      <vt:lpstr>McMaster Title and Closing Slides</vt:lpstr>
      <vt:lpstr>McMaster Main Slides - White</vt:lpstr>
      <vt:lpstr>McMaster Main Slides - Maroon</vt:lpstr>
      <vt:lpstr>Evolutionary Biology</vt:lpstr>
      <vt:lpstr>An Example: CYP3A Phylogeny</vt:lpstr>
      <vt:lpstr>An Example: CYP3A Phylogeny</vt:lpstr>
      <vt:lpstr>An Example: CYP3A Phylogeny</vt:lpstr>
      <vt:lpstr>An Example: CYP3A Phylogeny</vt:lpstr>
      <vt:lpstr>An Example: CYP3A Phylogeny</vt:lpstr>
      <vt:lpstr>An Example: CYP3A Phylogeny</vt:lpstr>
      <vt:lpstr>An Example: CYP3A Phylogeny</vt:lpstr>
      <vt:lpstr>An Example: CYP3A Phylogeny</vt:lpstr>
      <vt:lpstr>Substitution &amp; Rates of Evolution</vt:lpstr>
      <vt:lpstr>Substitution &amp; Rates of Evolution</vt:lpstr>
      <vt:lpstr>Substitution &amp; Rates of Evolution</vt:lpstr>
      <vt:lpstr>Substitution &amp; Rates of Evolution</vt:lpstr>
      <vt:lpstr>Substitution &amp; Rates of Evolution</vt:lpstr>
      <vt:lpstr>Key Issues of Phylogenetics</vt:lpstr>
      <vt:lpstr>Key Issues of Phylogenetics</vt:lpstr>
      <vt:lpstr>Multiple Sequence Alignment</vt:lpstr>
      <vt:lpstr>Multiple Sequence Alignment</vt:lpstr>
      <vt:lpstr>Multiple Sequence Alignment</vt:lpstr>
      <vt:lpstr>PowerPoint Presentation</vt:lpstr>
      <vt:lpstr>Multiple Sequence Alignment</vt:lpstr>
      <vt:lpstr>Key Issues of Phylogenetics</vt:lpstr>
      <vt:lpstr>Key Issues of Phylogenetics</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Optimality Criteria</vt:lpstr>
      <vt:lpstr>Substitution Models</vt:lpstr>
      <vt:lpstr>Key Issues of Phylogenetics</vt:lpstr>
      <vt:lpstr>Key Issues of Phylogenetics</vt:lpstr>
      <vt:lpstr>Key Issues of Phylogenetics</vt:lpstr>
      <vt:lpstr>Scoring a Single Tree</vt:lpstr>
      <vt:lpstr>Scoring a Single Tree</vt:lpstr>
      <vt:lpstr>Scoring a Single Tree</vt:lpstr>
      <vt:lpstr>Scoring requirements</vt:lpstr>
      <vt:lpstr>Caveats</vt:lpstr>
      <vt:lpstr>How do we find the best tree?</vt:lpstr>
      <vt:lpstr>Finding the best tree</vt:lpstr>
      <vt:lpstr>Searching the ”Tree Space”: Branch swapping</vt:lpstr>
      <vt:lpstr>Searching the ”Tree Space”: Branch swapping</vt:lpstr>
      <vt:lpstr>Searching the ”Tree Space”: Branch swapping</vt:lpstr>
      <vt:lpstr>Searching the ”Tree Space”: Branch swapping</vt:lpstr>
      <vt:lpstr>Searching the ”Tree Space”: Branch swapping</vt:lpstr>
      <vt:lpstr>Searching the ”Tree Space”: Branch swapping</vt:lpstr>
      <vt:lpstr>Searching the ”Tree Space”: Branch swapping</vt:lpstr>
      <vt:lpstr>Searching the ”Tree Space”: Branch swapping</vt:lpstr>
      <vt:lpstr>Searching the ”Tree Space”: Branch swapping</vt:lpstr>
      <vt:lpstr>Finding the best tree</vt:lpstr>
      <vt:lpstr>Finding the best tree</vt:lpstr>
      <vt:lpstr>Maximum Likelihood &amp; Bootstrapping</vt:lpstr>
      <vt:lpstr>Maximum Likelihood &amp; Bootstrapping</vt:lpstr>
      <vt:lpstr>RaxML</vt:lpstr>
      <vt:lpstr>Phylogenetics is not a black box method</vt:lpstr>
      <vt:lpstr>This week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McMaster Brand PowerPoint Template</dc:title>
  <dc:creator>Blackwood, Jessica</dc:creator>
  <cp:lastModifiedBy>Katie Houlahan</cp:lastModifiedBy>
  <cp:revision>372</cp:revision>
  <dcterms:created xsi:type="dcterms:W3CDTF">2024-04-26T03:09:02Z</dcterms:created>
  <dcterms:modified xsi:type="dcterms:W3CDTF">2026-10-07T16:22:16Z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0x01010042A38F74C9162C478D8F165ED878BC5B</vt:lpwstr>
  </property>
  <property fmtid="{D5CDD505-2E9C-101B-9397-08002B2CF9AE}" pid="3" name="MediaServiceImageTags">
    <vt:lpwstr/>
  </property>
</Properties>
</file>